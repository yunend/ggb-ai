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700000000000001"/>
          <c:y val="0.13900000000000001"/>
          <c:w val="0.79500000000000004"/>
          <c:h val="0.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改造前</c:v>
                </c:pt>
              </c:strCache>
            </c:strRef>
          </c:tx>
          <c:spPr>
            <a:solidFill>
              <a:srgbClr val="E8642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13" b="1">
                    <a:solidFill>
                      <a:srgbClr val="C2501A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建模耗时</c:v>
                </c:pt>
                <c:pt idx="1">
                  <c:v>演示题量</c:v>
                </c:pt>
                <c:pt idx="2">
                  <c:v>正确率</c:v>
                </c:pt>
                <c:pt idx="3">
                  <c:v>兴趣评分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2</c:v>
                </c:pt>
                <c:pt idx="2">
                  <c:v>60</c:v>
                </c:pt>
                <c:pt idx="3">
                  <c:v>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31B-4C43-878D-A781ABB59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改造后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13" b="1">
                    <a:solidFill>
                      <a:srgbClr val="1D4ED8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建模耗时</c:v>
                </c:pt>
                <c:pt idx="1">
                  <c:v>演示题量</c:v>
                </c:pt>
                <c:pt idx="2">
                  <c:v>正确率</c:v>
                </c:pt>
                <c:pt idx="3">
                  <c:v>兴趣评分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84</c:v>
                </c:pt>
                <c:pt idx="3">
                  <c:v>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31B-4C43-878D-A781ABB594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cross"/>
        <c:tickLblPos val="low"/>
        <c:spPr>
          <a:ln w="7144">
            <a:solidFill>
              <a:srgbClr val="CBD5E1"/>
            </a:solidFill>
          </a:ln>
        </c:spPr>
        <c:txPr>
          <a:bodyPr/>
          <a:lstStyle/>
          <a:p>
            <a:pPr>
              <a:defRPr sz="1125" b="1">
                <a:solidFill>
                  <a:srgbClr val="334155"/>
                </a:solidFill>
              </a:defRPr>
            </a:pPr>
            <a:endParaRPr lang="zh-CN"/>
          </a:p>
        </c:txPr>
        <c:crossAx val="222222222"/>
        <c:crosses val="autoZero"/>
        <c:auto val="1"/>
        <c:lblAlgn val="ctr"/>
        <c:lblOffset val="0"/>
        <c:noMultiLvlLbl val="1"/>
      </c:catAx>
      <c:valAx>
        <c:axId val="222222222"/>
        <c:scaling>
          <c:orientation val="minMax"/>
          <c:min val="0"/>
        </c:scaling>
        <c:delete val="0"/>
        <c:axPos val="l"/>
        <c:majorGridlines>
          <c:spPr>
            <a:ln w="7144">
              <a:solidFill>
                <a:srgbClr val="EEF2F7"/>
              </a:solidFill>
              <a:prstDash val="dash"/>
            </a:ln>
          </c:spPr>
        </c:majorGridlines>
        <c:title>
          <c:tx>
            <c:rich>
              <a:bodyPr rot="0" vert="horz" wrap="none"/>
              <a:lstStyle/>
              <a:p>
                <a:pPr>
                  <a:defRPr sz="1013">
                    <a:solidFill>
                      <a:srgbClr val="64748B"/>
                    </a:solidFill>
                  </a:defRPr>
                </a:pPr>
                <a:r>
                  <a:rPr lang="zh-CN" sz="1013">
                    <a:solidFill>
                      <a:srgbClr val="64748B"/>
                    </a:solidFill>
                  </a:rPr>
                  <a:t>数值</a:t>
                </a:r>
              </a:p>
            </c:rich>
          </c:tx>
          <c:layout>
            <c:manualLayout>
              <c:xMode val="edge"/>
              <c:yMode val="edge"/>
              <c:x val="7.7000000000000013E-2"/>
              <c:y val="9.000000000000008E-3"/>
            </c:manualLayout>
          </c:layout>
          <c:overlay val="0"/>
        </c:title>
        <c:numFmt formatCode="#,##0" sourceLinked="0"/>
        <c:majorTickMark val="none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1125">
                <a:solidFill>
                  <a:srgbClr val="64748B"/>
                </a:solidFill>
              </a:defRPr>
            </a:pPr>
            <a:endParaRPr lang="zh-CN"/>
          </a:p>
        </c:txPr>
        <c:crossAx val="111111111"/>
        <c:crosses val="autoZero"/>
        <c:crossBetween val="between"/>
        <c:majorUnit val="20"/>
      </c:valAx>
    </c:plotArea>
    <c:legend>
      <c:legendPos val="b"/>
      <c:overlay val="1"/>
      <c:txPr>
        <a:bodyPr/>
        <a:lstStyle/>
        <a:p>
          <a:pPr>
            <a:defRPr sz="1013">
              <a:solidFill>
                <a:srgbClr val="334155"/>
              </a:solidFill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0F729-D3B8-4260-81A5-C593821C1E3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B3403-59E4-4484-AD07-95C72BD61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9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B3403-59E4-4484-AD07-95C72BD61DD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948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92653965573-37"/>
          <p:cNvPicPr/>
          <p:nvPr/>
        </p:nvPicPr>
        <p:blipFill>
          <a:blip r:embed="rId3">
            <a:alphaModFix amt="30000"/>
          </a:blip>
          <a:srcRect l="62" r="6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pic>
        <p:nvPicPr>
          <p:cNvPr id="3" name="el-1792653965744-40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4" name="el-1792653964807-2"/>
          <p:cNvSpPr/>
          <p:nvPr/>
        </p:nvSpPr>
        <p:spPr>
          <a:xfrm>
            <a:off x="285750" y="285750"/>
            <a:ext cx="457200" cy="142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125" y="100000"/>
                </a:lnTo>
                <a:close/>
              </a:path>
            </a:pathLst>
          </a:custGeom>
          <a:solidFill>
            <a:srgbClr val="2563EB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l-1792653964807-3"/>
          <p:cNvSpPr/>
          <p:nvPr/>
        </p:nvSpPr>
        <p:spPr>
          <a:xfrm>
            <a:off x="285750" y="285750"/>
            <a:ext cx="14288" cy="4572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3125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6" name="el-1792653964809-4"/>
          <p:cNvCxnSpPr/>
          <p:nvPr/>
        </p:nvCxnSpPr>
        <p:spPr>
          <a:xfrm>
            <a:off x="371475" y="378619"/>
            <a:ext cx="300038" cy="914"/>
          </a:xfrm>
          <a:prstGeom prst="line">
            <a:avLst/>
          </a:prstGeom>
          <a:ln w="14288" cap="flat">
            <a:solidFill>
              <a:srgbClr val="E8642C">
                <a:alpha val="6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2653964809-5"/>
          <p:cNvCxnSpPr/>
          <p:nvPr/>
        </p:nvCxnSpPr>
        <p:spPr>
          <a:xfrm>
            <a:off x="378619" y="371475"/>
            <a:ext cx="914" cy="300038"/>
          </a:xfrm>
          <a:prstGeom prst="line">
            <a:avLst/>
          </a:prstGeom>
          <a:ln w="14288" cap="flat">
            <a:solidFill>
              <a:srgbClr val="E8642C">
                <a:alpha val="6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el-1792653965279-17"/>
          <p:cNvPicPr/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7858125" y="4300538"/>
            <a:ext cx="857250" cy="571500"/>
          </a:xfrm>
          <a:prstGeom prst="rect">
            <a:avLst/>
          </a:prstGeom>
          <a:ln>
            <a:noFill/>
          </a:ln>
        </p:spPr>
      </p:pic>
      <p:sp>
        <p:nvSpPr>
          <p:cNvPr id="9" name="el-1792653964823-13"/>
          <p:cNvSpPr/>
          <p:nvPr/>
        </p:nvSpPr>
        <p:spPr>
          <a:xfrm>
            <a:off x="514350" y="976819"/>
            <a:ext cx="342900" cy="21431"/>
          </a:xfrm>
          <a:prstGeom prst="roundRect">
            <a:avLst>
              <a:gd name="adj" fmla="val 50000"/>
            </a:avLst>
          </a:pr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0" name="el-1792653964818-10"/>
          <p:cNvCxnSpPr/>
          <p:nvPr/>
        </p:nvCxnSpPr>
        <p:spPr>
          <a:xfrm>
            <a:off x="528638" y="2968585"/>
            <a:ext cx="914" cy="24003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92653964819-11"/>
          <p:cNvCxnSpPr/>
          <p:nvPr/>
        </p:nvCxnSpPr>
        <p:spPr>
          <a:xfrm>
            <a:off x="514350" y="3669387"/>
            <a:ext cx="4857750" cy="914"/>
          </a:xfrm>
          <a:prstGeom prst="line">
            <a:avLst/>
          </a:prstGeom>
          <a:ln w="7144" cap="flat">
            <a:solidFill>
              <a:srgbClr val="FFFFFF">
                <a:alpha val="2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92653965232-16"/>
          <p:cNvSpPr/>
          <p:nvPr/>
        </p:nvSpPr>
        <p:spPr>
          <a:xfrm>
            <a:off x="514336" y="3897245"/>
            <a:ext cx="142903" cy="10006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50000" y="0"/>
                </a:lnTo>
                <a:cubicBezTo>
                  <a:pt x="48756" y="0"/>
                  <a:pt x="47511" y="273"/>
                  <a:pt x="46267" y="818"/>
                </a:cubicBezTo>
                <a:lnTo>
                  <a:pt x="46267" y="818"/>
                </a:lnTo>
                <a:lnTo>
                  <a:pt x="2533" y="22364"/>
                </a:lnTo>
                <a:cubicBezTo>
                  <a:pt x="978" y="23394"/>
                  <a:pt x="133" y="25030"/>
                  <a:pt x="0" y="27273"/>
                </a:cubicBezTo>
                <a:lnTo>
                  <a:pt x="0" y="27273"/>
                </a:lnTo>
                <a:cubicBezTo>
                  <a:pt x="133" y="29576"/>
                  <a:pt x="978" y="31212"/>
                  <a:pt x="2533" y="32182"/>
                </a:cubicBezTo>
                <a:lnTo>
                  <a:pt x="2533" y="32182"/>
                </a:lnTo>
                <a:lnTo>
                  <a:pt x="11600" y="36636"/>
                </a:lnTo>
                <a:cubicBezTo>
                  <a:pt x="8978" y="42212"/>
                  <a:pt x="7622" y="48455"/>
                  <a:pt x="7533" y="55364"/>
                </a:cubicBezTo>
                <a:lnTo>
                  <a:pt x="7533" y="55364"/>
                </a:lnTo>
                <a:lnTo>
                  <a:pt x="7533" y="61364"/>
                </a:lnTo>
                <a:cubicBezTo>
                  <a:pt x="7222" y="67606"/>
                  <a:pt x="6067" y="73364"/>
                  <a:pt x="4067" y="78636"/>
                </a:cubicBezTo>
                <a:lnTo>
                  <a:pt x="4067" y="78636"/>
                </a:lnTo>
                <a:cubicBezTo>
                  <a:pt x="3044" y="81303"/>
                  <a:pt x="1844" y="83939"/>
                  <a:pt x="467" y="86545"/>
                </a:cubicBezTo>
                <a:lnTo>
                  <a:pt x="467" y="86545"/>
                </a:lnTo>
                <a:cubicBezTo>
                  <a:pt x="-22" y="87515"/>
                  <a:pt x="-111" y="88576"/>
                  <a:pt x="200" y="89727"/>
                </a:cubicBezTo>
                <a:lnTo>
                  <a:pt x="200" y="89727"/>
                </a:lnTo>
                <a:cubicBezTo>
                  <a:pt x="511" y="90818"/>
                  <a:pt x="1067" y="91606"/>
                  <a:pt x="1867" y="92091"/>
                </a:cubicBezTo>
                <a:lnTo>
                  <a:pt x="1867" y="92091"/>
                </a:lnTo>
                <a:lnTo>
                  <a:pt x="11867" y="95455"/>
                </a:lnTo>
                <a:cubicBezTo>
                  <a:pt x="12622" y="95576"/>
                  <a:pt x="13311" y="95424"/>
                  <a:pt x="13933" y="95000"/>
                </a:cubicBezTo>
                <a:lnTo>
                  <a:pt x="13933" y="95000"/>
                </a:lnTo>
                <a:cubicBezTo>
                  <a:pt x="14467" y="94455"/>
                  <a:pt x="14822" y="93697"/>
                  <a:pt x="15000" y="92727"/>
                </a:cubicBezTo>
                <a:lnTo>
                  <a:pt x="15000" y="92727"/>
                </a:lnTo>
                <a:cubicBezTo>
                  <a:pt x="16067" y="83333"/>
                  <a:pt x="15978" y="75636"/>
                  <a:pt x="14733" y="69636"/>
                </a:cubicBezTo>
                <a:lnTo>
                  <a:pt x="14733" y="69636"/>
                </a:lnTo>
                <a:cubicBezTo>
                  <a:pt x="14200" y="66545"/>
                  <a:pt x="13467" y="63576"/>
                  <a:pt x="12533" y="60727"/>
                </a:cubicBezTo>
                <a:lnTo>
                  <a:pt x="12533" y="60727"/>
                </a:lnTo>
                <a:lnTo>
                  <a:pt x="12533" y="55364"/>
                </a:lnTo>
                <a:cubicBezTo>
                  <a:pt x="12622" y="48879"/>
                  <a:pt x="14067" y="43061"/>
                  <a:pt x="16867" y="37909"/>
                </a:cubicBezTo>
                <a:lnTo>
                  <a:pt x="16867" y="37909"/>
                </a:lnTo>
                <a:cubicBezTo>
                  <a:pt x="18867" y="34636"/>
                  <a:pt x="21422" y="32152"/>
                  <a:pt x="24533" y="30455"/>
                </a:cubicBezTo>
                <a:lnTo>
                  <a:pt x="24533" y="30455"/>
                </a:lnTo>
                <a:lnTo>
                  <a:pt x="49067" y="17273"/>
                </a:lnTo>
                <a:cubicBezTo>
                  <a:pt x="50533" y="16667"/>
                  <a:pt x="51622" y="17303"/>
                  <a:pt x="52333" y="19182"/>
                </a:cubicBezTo>
                <a:lnTo>
                  <a:pt x="52333" y="19182"/>
                </a:lnTo>
                <a:cubicBezTo>
                  <a:pt x="52778" y="21182"/>
                  <a:pt x="52311" y="22667"/>
                  <a:pt x="50933" y="23636"/>
                </a:cubicBezTo>
                <a:lnTo>
                  <a:pt x="50933" y="23636"/>
                </a:lnTo>
                <a:lnTo>
                  <a:pt x="26400" y="36636"/>
                </a:lnTo>
                <a:cubicBezTo>
                  <a:pt x="24444" y="37788"/>
                  <a:pt x="22778" y="39364"/>
                  <a:pt x="21400" y="41364"/>
                </a:cubicBezTo>
                <a:lnTo>
                  <a:pt x="21400" y="41364"/>
                </a:lnTo>
                <a:lnTo>
                  <a:pt x="46267" y="53727"/>
                </a:lnTo>
                <a:cubicBezTo>
                  <a:pt x="47511" y="54273"/>
                  <a:pt x="48756" y="54545"/>
                  <a:pt x="50000" y="54545"/>
                </a:cubicBezTo>
                <a:lnTo>
                  <a:pt x="50000" y="54545"/>
                </a:lnTo>
                <a:cubicBezTo>
                  <a:pt x="51244" y="54545"/>
                  <a:pt x="52511" y="54273"/>
                  <a:pt x="53800" y="53727"/>
                </a:cubicBezTo>
                <a:lnTo>
                  <a:pt x="53800" y="53727"/>
                </a:lnTo>
                <a:lnTo>
                  <a:pt x="97533" y="32182"/>
                </a:lnTo>
                <a:cubicBezTo>
                  <a:pt x="99089" y="31212"/>
                  <a:pt x="99911" y="29576"/>
                  <a:pt x="100000" y="27273"/>
                </a:cubicBezTo>
                <a:lnTo>
                  <a:pt x="100000" y="27273"/>
                </a:lnTo>
                <a:cubicBezTo>
                  <a:pt x="99911" y="25030"/>
                  <a:pt x="99089" y="23394"/>
                  <a:pt x="97533" y="22364"/>
                </a:cubicBezTo>
                <a:lnTo>
                  <a:pt x="97533" y="22364"/>
                </a:lnTo>
                <a:lnTo>
                  <a:pt x="53800" y="818"/>
                </a:lnTo>
                <a:cubicBezTo>
                  <a:pt x="52511" y="273"/>
                  <a:pt x="51244" y="0"/>
                  <a:pt x="50000" y="0"/>
                </a:cubicBezTo>
                <a:lnTo>
                  <a:pt x="50000" y="0"/>
                </a:lnTo>
                <a:moveTo>
                  <a:pt x="20000" y="80091"/>
                </a:moveTo>
                <a:lnTo>
                  <a:pt x="20000" y="80091"/>
                </a:lnTo>
                <a:cubicBezTo>
                  <a:pt x="20222" y="84091"/>
                  <a:pt x="23156" y="87576"/>
                  <a:pt x="28800" y="90545"/>
                </a:cubicBezTo>
                <a:lnTo>
                  <a:pt x="28800" y="90545"/>
                </a:lnTo>
                <a:lnTo>
                  <a:pt x="28800" y="90545"/>
                </a:lnTo>
                <a:cubicBezTo>
                  <a:pt x="34400" y="93697"/>
                  <a:pt x="41467" y="95333"/>
                  <a:pt x="50000" y="95455"/>
                </a:cubicBezTo>
                <a:lnTo>
                  <a:pt x="50000" y="95455"/>
                </a:lnTo>
                <a:cubicBezTo>
                  <a:pt x="58533" y="95333"/>
                  <a:pt x="65622" y="93697"/>
                  <a:pt x="71267" y="90545"/>
                </a:cubicBezTo>
                <a:lnTo>
                  <a:pt x="71267" y="90545"/>
                </a:lnTo>
                <a:cubicBezTo>
                  <a:pt x="76911" y="87576"/>
                  <a:pt x="79822" y="84091"/>
                  <a:pt x="80000" y="80091"/>
                </a:cubicBezTo>
                <a:lnTo>
                  <a:pt x="80000" y="80091"/>
                </a:lnTo>
                <a:lnTo>
                  <a:pt x="77667" y="49182"/>
                </a:lnTo>
                <a:lnTo>
                  <a:pt x="55467" y="60091"/>
                </a:lnTo>
                <a:cubicBezTo>
                  <a:pt x="53689" y="60939"/>
                  <a:pt x="51867" y="61364"/>
                  <a:pt x="50000" y="61364"/>
                </a:cubicBezTo>
                <a:lnTo>
                  <a:pt x="50000" y="61364"/>
                </a:lnTo>
                <a:cubicBezTo>
                  <a:pt x="48133" y="61364"/>
                  <a:pt x="46378" y="60939"/>
                  <a:pt x="44733" y="60091"/>
                </a:cubicBezTo>
                <a:lnTo>
                  <a:pt x="44733" y="60091"/>
                </a:lnTo>
                <a:lnTo>
                  <a:pt x="22333" y="49182"/>
                </a:lnTo>
                <a:lnTo>
                  <a:pt x="20000" y="80091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5413-36"/>
          <p:cNvSpPr/>
          <p:nvPr/>
        </p:nvSpPr>
        <p:spPr>
          <a:xfrm>
            <a:off x="535781" y="409586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7273" y="0"/>
                </a:moveTo>
                <a:lnTo>
                  <a:pt x="27273" y="0"/>
                </a:lnTo>
                <a:cubicBezTo>
                  <a:pt x="29273" y="0"/>
                  <a:pt x="30909" y="583"/>
                  <a:pt x="32182" y="1750"/>
                </a:cubicBezTo>
                <a:lnTo>
                  <a:pt x="32182" y="1750"/>
                </a:lnTo>
                <a:lnTo>
                  <a:pt x="32182" y="1750"/>
                </a:lnTo>
                <a:cubicBezTo>
                  <a:pt x="33455" y="2917"/>
                  <a:pt x="34091" y="4417"/>
                  <a:pt x="34091" y="6250"/>
                </a:cubicBezTo>
                <a:lnTo>
                  <a:pt x="34091" y="6250"/>
                </a:lnTo>
                <a:lnTo>
                  <a:pt x="34091" y="12500"/>
                </a:lnTo>
                <a:lnTo>
                  <a:pt x="61364" y="12500"/>
                </a:lnTo>
                <a:lnTo>
                  <a:pt x="61364" y="6250"/>
                </a:lnTo>
                <a:cubicBezTo>
                  <a:pt x="61364" y="4417"/>
                  <a:pt x="62000" y="2917"/>
                  <a:pt x="63273" y="1750"/>
                </a:cubicBezTo>
                <a:lnTo>
                  <a:pt x="63273" y="1750"/>
                </a:lnTo>
                <a:cubicBezTo>
                  <a:pt x="64545" y="583"/>
                  <a:pt x="66182" y="0"/>
                  <a:pt x="68182" y="0"/>
                </a:cubicBezTo>
                <a:lnTo>
                  <a:pt x="68182" y="0"/>
                </a:lnTo>
                <a:cubicBezTo>
                  <a:pt x="70182" y="0"/>
                  <a:pt x="71818" y="583"/>
                  <a:pt x="73091" y="1750"/>
                </a:cubicBezTo>
                <a:lnTo>
                  <a:pt x="73091" y="1750"/>
                </a:lnTo>
                <a:cubicBezTo>
                  <a:pt x="74364" y="2917"/>
                  <a:pt x="75000" y="4417"/>
                  <a:pt x="75000" y="6250"/>
                </a:cubicBezTo>
                <a:lnTo>
                  <a:pt x="75000" y="6250"/>
                </a:lnTo>
                <a:lnTo>
                  <a:pt x="75000" y="12500"/>
                </a:lnTo>
                <a:lnTo>
                  <a:pt x="85273" y="12500"/>
                </a:lnTo>
                <a:cubicBezTo>
                  <a:pt x="88061" y="12611"/>
                  <a:pt x="90455" y="13528"/>
                  <a:pt x="92455" y="15250"/>
                </a:cubicBezTo>
                <a:lnTo>
                  <a:pt x="92455" y="15250"/>
                </a:lnTo>
                <a:cubicBezTo>
                  <a:pt x="94333" y="17083"/>
                  <a:pt x="95333" y="19306"/>
                  <a:pt x="95455" y="21917"/>
                </a:cubicBezTo>
                <a:lnTo>
                  <a:pt x="95455" y="21917"/>
                </a:lnTo>
                <a:lnTo>
                  <a:pt x="95455" y="31250"/>
                </a:lnTo>
                <a:lnTo>
                  <a:pt x="0" y="31250"/>
                </a:lnTo>
                <a:lnTo>
                  <a:pt x="0" y="21917"/>
                </a:lnTo>
                <a:cubicBezTo>
                  <a:pt x="121" y="19306"/>
                  <a:pt x="1121" y="17083"/>
                  <a:pt x="3000" y="15250"/>
                </a:cubicBezTo>
                <a:lnTo>
                  <a:pt x="3000" y="15250"/>
                </a:lnTo>
                <a:cubicBezTo>
                  <a:pt x="5000" y="13528"/>
                  <a:pt x="7424" y="12611"/>
                  <a:pt x="10273" y="12500"/>
                </a:cubicBezTo>
                <a:lnTo>
                  <a:pt x="10273" y="12500"/>
                </a:lnTo>
                <a:lnTo>
                  <a:pt x="20455" y="12500"/>
                </a:lnTo>
                <a:lnTo>
                  <a:pt x="20455" y="6250"/>
                </a:lnTo>
                <a:cubicBezTo>
                  <a:pt x="20455" y="4417"/>
                  <a:pt x="21091" y="2917"/>
                  <a:pt x="22364" y="1750"/>
                </a:cubicBezTo>
                <a:lnTo>
                  <a:pt x="22364" y="1750"/>
                </a:lnTo>
                <a:cubicBezTo>
                  <a:pt x="23636" y="583"/>
                  <a:pt x="25273" y="0"/>
                  <a:pt x="27273" y="0"/>
                </a:cubicBezTo>
                <a:lnTo>
                  <a:pt x="27273" y="0"/>
                </a:lnTo>
                <a:moveTo>
                  <a:pt x="0" y="37500"/>
                </a:moveTo>
                <a:lnTo>
                  <a:pt x="0" y="37500"/>
                </a:lnTo>
                <a:lnTo>
                  <a:pt x="95455" y="37500"/>
                </a:lnTo>
                <a:lnTo>
                  <a:pt x="95455" y="90667"/>
                </a:lnTo>
                <a:cubicBezTo>
                  <a:pt x="95333" y="93222"/>
                  <a:pt x="94333" y="95417"/>
                  <a:pt x="92455" y="97250"/>
                </a:cubicBezTo>
                <a:lnTo>
                  <a:pt x="92455" y="97250"/>
                </a:lnTo>
                <a:cubicBezTo>
                  <a:pt x="90455" y="98972"/>
                  <a:pt x="88061" y="99889"/>
                  <a:pt x="85273" y="100000"/>
                </a:cubicBezTo>
                <a:lnTo>
                  <a:pt x="85273" y="100000"/>
                </a:lnTo>
                <a:lnTo>
                  <a:pt x="10273" y="100000"/>
                </a:lnTo>
                <a:cubicBezTo>
                  <a:pt x="7424" y="99889"/>
                  <a:pt x="5000" y="98972"/>
                  <a:pt x="3000" y="97250"/>
                </a:cubicBezTo>
                <a:lnTo>
                  <a:pt x="3000" y="97250"/>
                </a:lnTo>
                <a:cubicBezTo>
                  <a:pt x="1121" y="95417"/>
                  <a:pt x="121" y="93222"/>
                  <a:pt x="0" y="90667"/>
                </a:cubicBezTo>
                <a:lnTo>
                  <a:pt x="0" y="90667"/>
                </a:lnTo>
                <a:lnTo>
                  <a:pt x="0" y="37500"/>
                </a:lnTo>
                <a:moveTo>
                  <a:pt x="13636" y="53167"/>
                </a:moveTo>
                <a:lnTo>
                  <a:pt x="13636" y="53167"/>
                </a:lnTo>
                <a:lnTo>
                  <a:pt x="13636" y="59417"/>
                </a:lnTo>
                <a:cubicBezTo>
                  <a:pt x="13758" y="61361"/>
                  <a:pt x="14909" y="62389"/>
                  <a:pt x="17091" y="62500"/>
                </a:cubicBezTo>
                <a:lnTo>
                  <a:pt x="17091" y="62500"/>
                </a:lnTo>
                <a:lnTo>
                  <a:pt x="23909" y="62500"/>
                </a:lnTo>
                <a:cubicBezTo>
                  <a:pt x="26030" y="62389"/>
                  <a:pt x="27152" y="61361"/>
                  <a:pt x="27273" y="59417"/>
                </a:cubicBezTo>
                <a:lnTo>
                  <a:pt x="27273" y="59417"/>
                </a:lnTo>
                <a:lnTo>
                  <a:pt x="27273" y="53167"/>
                </a:lnTo>
                <a:cubicBezTo>
                  <a:pt x="27152" y="51167"/>
                  <a:pt x="26030" y="50111"/>
                  <a:pt x="23909" y="50000"/>
                </a:cubicBezTo>
                <a:lnTo>
                  <a:pt x="23909" y="50000"/>
                </a:lnTo>
                <a:lnTo>
                  <a:pt x="17091" y="50000"/>
                </a:lnTo>
                <a:cubicBezTo>
                  <a:pt x="14909" y="50111"/>
                  <a:pt x="13758" y="51167"/>
                  <a:pt x="13636" y="53167"/>
                </a:cubicBezTo>
                <a:lnTo>
                  <a:pt x="13636" y="53167"/>
                </a:lnTo>
                <a:moveTo>
                  <a:pt x="40909" y="53167"/>
                </a:moveTo>
                <a:lnTo>
                  <a:pt x="40909" y="53167"/>
                </a:lnTo>
                <a:lnTo>
                  <a:pt x="40909" y="59417"/>
                </a:lnTo>
                <a:cubicBezTo>
                  <a:pt x="41030" y="61361"/>
                  <a:pt x="42182" y="62389"/>
                  <a:pt x="44364" y="62500"/>
                </a:cubicBezTo>
                <a:lnTo>
                  <a:pt x="44364" y="62500"/>
                </a:lnTo>
                <a:lnTo>
                  <a:pt x="51182" y="62500"/>
                </a:lnTo>
                <a:cubicBezTo>
                  <a:pt x="53303" y="62389"/>
                  <a:pt x="54424" y="61361"/>
                  <a:pt x="54545" y="59417"/>
                </a:cubicBezTo>
                <a:lnTo>
                  <a:pt x="54545" y="59417"/>
                </a:lnTo>
                <a:lnTo>
                  <a:pt x="54545" y="53167"/>
                </a:lnTo>
                <a:cubicBezTo>
                  <a:pt x="54424" y="51167"/>
                  <a:pt x="53303" y="50111"/>
                  <a:pt x="51182" y="50000"/>
                </a:cubicBezTo>
                <a:lnTo>
                  <a:pt x="51182" y="50000"/>
                </a:lnTo>
                <a:lnTo>
                  <a:pt x="44364" y="50000"/>
                </a:lnTo>
                <a:cubicBezTo>
                  <a:pt x="42182" y="50111"/>
                  <a:pt x="41030" y="51167"/>
                  <a:pt x="40909" y="53167"/>
                </a:cubicBezTo>
                <a:lnTo>
                  <a:pt x="40909" y="53167"/>
                </a:lnTo>
                <a:moveTo>
                  <a:pt x="71636" y="50000"/>
                </a:moveTo>
                <a:lnTo>
                  <a:pt x="71636" y="50000"/>
                </a:lnTo>
                <a:cubicBezTo>
                  <a:pt x="69455" y="50111"/>
                  <a:pt x="68303" y="51167"/>
                  <a:pt x="68182" y="53167"/>
                </a:cubicBezTo>
                <a:lnTo>
                  <a:pt x="68182" y="53167"/>
                </a:lnTo>
                <a:lnTo>
                  <a:pt x="68182" y="59417"/>
                </a:lnTo>
                <a:cubicBezTo>
                  <a:pt x="68303" y="61361"/>
                  <a:pt x="69455" y="62389"/>
                  <a:pt x="71636" y="62500"/>
                </a:cubicBezTo>
                <a:lnTo>
                  <a:pt x="71636" y="62500"/>
                </a:lnTo>
                <a:lnTo>
                  <a:pt x="78455" y="62500"/>
                </a:lnTo>
                <a:cubicBezTo>
                  <a:pt x="80576" y="62389"/>
                  <a:pt x="81697" y="61361"/>
                  <a:pt x="81818" y="59417"/>
                </a:cubicBezTo>
                <a:lnTo>
                  <a:pt x="81818" y="59417"/>
                </a:lnTo>
                <a:lnTo>
                  <a:pt x="81818" y="53167"/>
                </a:lnTo>
                <a:cubicBezTo>
                  <a:pt x="81697" y="51167"/>
                  <a:pt x="80576" y="50111"/>
                  <a:pt x="78455" y="50000"/>
                </a:cubicBezTo>
                <a:lnTo>
                  <a:pt x="78455" y="50000"/>
                </a:lnTo>
                <a:lnTo>
                  <a:pt x="71636" y="50000"/>
                </a:lnTo>
                <a:moveTo>
                  <a:pt x="13636" y="78167"/>
                </a:moveTo>
                <a:lnTo>
                  <a:pt x="13636" y="78167"/>
                </a:lnTo>
                <a:lnTo>
                  <a:pt x="13636" y="84417"/>
                </a:lnTo>
                <a:cubicBezTo>
                  <a:pt x="13758" y="86361"/>
                  <a:pt x="14909" y="87389"/>
                  <a:pt x="17091" y="87500"/>
                </a:cubicBezTo>
                <a:lnTo>
                  <a:pt x="17091" y="87500"/>
                </a:lnTo>
                <a:lnTo>
                  <a:pt x="23909" y="87500"/>
                </a:lnTo>
                <a:cubicBezTo>
                  <a:pt x="26030" y="87389"/>
                  <a:pt x="27152" y="86361"/>
                  <a:pt x="27273" y="84417"/>
                </a:cubicBezTo>
                <a:lnTo>
                  <a:pt x="27273" y="84417"/>
                </a:lnTo>
                <a:lnTo>
                  <a:pt x="27273" y="78167"/>
                </a:lnTo>
                <a:cubicBezTo>
                  <a:pt x="27152" y="76167"/>
                  <a:pt x="26030" y="75111"/>
                  <a:pt x="23909" y="75000"/>
                </a:cubicBezTo>
                <a:lnTo>
                  <a:pt x="23909" y="75000"/>
                </a:lnTo>
                <a:lnTo>
                  <a:pt x="17091" y="75000"/>
                </a:lnTo>
                <a:cubicBezTo>
                  <a:pt x="14909" y="75111"/>
                  <a:pt x="13758" y="76167"/>
                  <a:pt x="13636" y="78167"/>
                </a:cubicBezTo>
                <a:lnTo>
                  <a:pt x="13636" y="78167"/>
                </a:lnTo>
                <a:moveTo>
                  <a:pt x="44364" y="75000"/>
                </a:moveTo>
                <a:lnTo>
                  <a:pt x="44364" y="75000"/>
                </a:lnTo>
                <a:cubicBezTo>
                  <a:pt x="42182" y="75111"/>
                  <a:pt x="41030" y="76167"/>
                  <a:pt x="40909" y="78167"/>
                </a:cubicBezTo>
                <a:lnTo>
                  <a:pt x="40909" y="78167"/>
                </a:lnTo>
                <a:lnTo>
                  <a:pt x="40909" y="84417"/>
                </a:lnTo>
                <a:cubicBezTo>
                  <a:pt x="41030" y="86361"/>
                  <a:pt x="42182" y="87389"/>
                  <a:pt x="44364" y="87500"/>
                </a:cubicBezTo>
                <a:lnTo>
                  <a:pt x="44364" y="87500"/>
                </a:lnTo>
                <a:lnTo>
                  <a:pt x="51182" y="87500"/>
                </a:lnTo>
                <a:cubicBezTo>
                  <a:pt x="53303" y="87389"/>
                  <a:pt x="54424" y="86361"/>
                  <a:pt x="54545" y="84417"/>
                </a:cubicBezTo>
                <a:lnTo>
                  <a:pt x="54545" y="84417"/>
                </a:lnTo>
                <a:lnTo>
                  <a:pt x="54545" y="78167"/>
                </a:lnTo>
                <a:cubicBezTo>
                  <a:pt x="54424" y="76167"/>
                  <a:pt x="53303" y="75111"/>
                  <a:pt x="51182" y="75000"/>
                </a:cubicBezTo>
                <a:lnTo>
                  <a:pt x="51182" y="75000"/>
                </a:lnTo>
                <a:lnTo>
                  <a:pt x="44364" y="75000"/>
                </a:lnTo>
                <a:moveTo>
                  <a:pt x="68182" y="78167"/>
                </a:moveTo>
                <a:lnTo>
                  <a:pt x="68182" y="78167"/>
                </a:lnTo>
                <a:lnTo>
                  <a:pt x="68182" y="84417"/>
                </a:lnTo>
                <a:cubicBezTo>
                  <a:pt x="68303" y="86361"/>
                  <a:pt x="69455" y="87389"/>
                  <a:pt x="71636" y="87500"/>
                </a:cubicBezTo>
                <a:lnTo>
                  <a:pt x="71636" y="87500"/>
                </a:lnTo>
                <a:lnTo>
                  <a:pt x="78455" y="87500"/>
                </a:lnTo>
                <a:cubicBezTo>
                  <a:pt x="80576" y="87389"/>
                  <a:pt x="81697" y="86361"/>
                  <a:pt x="81818" y="84417"/>
                </a:cubicBezTo>
                <a:lnTo>
                  <a:pt x="81818" y="84417"/>
                </a:lnTo>
                <a:lnTo>
                  <a:pt x="81818" y="78167"/>
                </a:lnTo>
                <a:cubicBezTo>
                  <a:pt x="81697" y="76167"/>
                  <a:pt x="80576" y="75111"/>
                  <a:pt x="78455" y="75000"/>
                </a:cubicBezTo>
                <a:lnTo>
                  <a:pt x="78455" y="75000"/>
                </a:lnTo>
                <a:lnTo>
                  <a:pt x="71636" y="75000"/>
                </a:lnTo>
                <a:cubicBezTo>
                  <a:pt x="69455" y="75111"/>
                  <a:pt x="68303" y="76167"/>
                  <a:pt x="68182" y="78167"/>
                </a:cubicBezTo>
                <a:lnTo>
                  <a:pt x="68182" y="78167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2653964799-1"/>
          <p:cNvSpPr txBox="1"/>
          <p:nvPr/>
        </p:nvSpPr>
        <p:spPr>
          <a:xfrm>
            <a:off x="6858000" y="4457700"/>
            <a:ext cx="2286000" cy="542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4270" b="1" spc="225">
                <a:solidFill>
                  <a:srgbClr val="FFFFFF">
                    <a:alpha val="3000"/>
                  </a:srgbClr>
                </a:solidFill>
                <a:latin typeface="SimHei"/>
                <a:ea typeface="SimHei"/>
                <a:cs typeface="SimHei"/>
              </a:rPr>
              <a:t>GGB·AI</a:t>
            </a:r>
            <a:endParaRPr/>
          </a:p>
        </p:txBody>
      </p:sp>
      <p:sp>
        <p:nvSpPr>
          <p:cNvPr id="15" name="el-1792653964821-12"/>
          <p:cNvSpPr txBox="1"/>
          <p:nvPr/>
        </p:nvSpPr>
        <p:spPr>
          <a:xfrm>
            <a:off x="957263" y="916097"/>
            <a:ext cx="134731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225" dirty="0" err="1">
                <a:solidFill>
                  <a:srgbClr val="FFFFFF">
                    <a:alpha val="75000"/>
                  </a:srgbClr>
                </a:solidFill>
                <a:latin typeface="SimHei"/>
                <a:ea typeface="SimHei"/>
                <a:cs typeface="SimHei"/>
              </a:rPr>
              <a:t>数学可视化新范式</a:t>
            </a:r>
            <a:endParaRPr dirty="0"/>
          </a:p>
        </p:txBody>
      </p:sp>
      <p:sp>
        <p:nvSpPr>
          <p:cNvPr id="16" name="el-1792653964815-7"/>
          <p:cNvSpPr txBox="1"/>
          <p:nvPr/>
        </p:nvSpPr>
        <p:spPr>
          <a:xfrm>
            <a:off x="514350" y="1321862"/>
            <a:ext cx="5155787" cy="411480"/>
          </a:xfrm>
          <a:prstGeom prst="rect">
            <a:avLst/>
          </a:prstGeom>
          <a:noFill/>
          <a:ln>
            <a:noFill/>
          </a:ln>
          <a:effectLst>
            <a:outerShdw blurRad="171450" dist="28575" dir="5400000" algn="ctr">
              <a:srgbClr val="000000">
                <a:alpha val="50000"/>
              </a:srgbClr>
            </a:outerShdw>
          </a:effectLst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3260" b="1" spc="56">
                <a:solidFill>
                  <a:srgbClr val="FFFFFF"/>
                </a:solidFill>
                <a:latin typeface="SimHei"/>
                <a:ea typeface="SimHei"/>
                <a:cs typeface="SimHei"/>
              </a:rPr>
              <a:t>GGB-AI</a:t>
            </a:r>
            <a:endParaRPr/>
          </a:p>
        </p:txBody>
      </p:sp>
      <p:sp>
        <p:nvSpPr>
          <p:cNvPr id="17" name="el-1792653964817-8"/>
          <p:cNvSpPr txBox="1"/>
          <p:nvPr/>
        </p:nvSpPr>
        <p:spPr>
          <a:xfrm>
            <a:off x="514350" y="1810762"/>
            <a:ext cx="4686300" cy="900380"/>
          </a:xfrm>
          <a:prstGeom prst="rect">
            <a:avLst/>
          </a:prstGeom>
          <a:noFill/>
          <a:ln>
            <a:noFill/>
          </a:ln>
          <a:effectLst>
            <a:outerShdw blurRad="171450" dist="28575" dir="5400000" algn="ctr">
              <a:srgbClr val="000000">
                <a:alpha val="50000"/>
              </a:srgbClr>
            </a:outerShdw>
          </a:effectLst>
        </p:spPr>
        <p:txBody>
          <a:bodyPr lIns="0" tIns="0" rIns="0" bIns="0"/>
          <a:lstStyle/>
          <a:p>
            <a:pPr algn="l">
              <a:lnSpc>
                <a:spcPts val="3847"/>
              </a:lnSpc>
            </a:pPr>
            <a:r>
              <a:rPr sz="3260" b="1" spc="56" dirty="0">
                <a:solidFill>
                  <a:srgbClr val="E8642C"/>
                </a:solidFill>
                <a:latin typeface="SimHei"/>
                <a:ea typeface="SimHei"/>
                <a:cs typeface="SimHei"/>
              </a:rPr>
              <a:t>GeoGebra</a:t>
            </a:r>
            <a:r>
              <a:rPr sz="3260" b="1" spc="56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 + AI </a:t>
            </a:r>
            <a:r>
              <a:rPr sz="3260" b="1" spc="56" dirty="0" err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联合建模助手</a:t>
            </a:r>
            <a:endParaRPr dirty="0"/>
          </a:p>
        </p:txBody>
      </p:sp>
      <p:sp>
        <p:nvSpPr>
          <p:cNvPr id="18" name="el-1792653964818-9"/>
          <p:cNvSpPr txBox="1"/>
          <p:nvPr/>
        </p:nvSpPr>
        <p:spPr>
          <a:xfrm>
            <a:off x="671513" y="2968585"/>
            <a:ext cx="5314378" cy="2400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spc="11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纯静态 · 零安装 · AI 驱动的数学可视化工具</a:t>
            </a:r>
            <a:endParaRPr/>
          </a:p>
        </p:txBody>
      </p:sp>
      <p:sp>
        <p:nvSpPr>
          <p:cNvPr id="19" name="el-1792653964827-14"/>
          <p:cNvSpPr txBox="1"/>
          <p:nvPr/>
        </p:nvSpPr>
        <p:spPr>
          <a:xfrm>
            <a:off x="742950" y="3872984"/>
            <a:ext cx="164224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56" dirty="0" err="1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高中数学组</a:t>
            </a:r>
            <a:r>
              <a:rPr sz="900" spc="56" dirty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900" spc="56" dirty="0" err="1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教研成果展示</a:t>
            </a:r>
            <a:endParaRPr dirty="0"/>
          </a:p>
        </p:txBody>
      </p:sp>
      <p:sp>
        <p:nvSpPr>
          <p:cNvPr id="20" name="el-1792653964828-15"/>
          <p:cNvSpPr txBox="1"/>
          <p:nvPr/>
        </p:nvSpPr>
        <p:spPr>
          <a:xfrm>
            <a:off x="742950" y="4078724"/>
            <a:ext cx="52304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56" dirty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2026</a:t>
            </a:r>
            <a:endParaRPr dirty="0"/>
          </a:p>
        </p:txBody>
      </p:sp>
      <p:sp>
        <p:nvSpPr>
          <p:cNvPr id="21" name="el-1792653964811-6"/>
          <p:cNvSpPr/>
          <p:nvPr/>
        </p:nvSpPr>
        <p:spPr>
          <a:xfrm>
            <a:off x="0" y="0"/>
            <a:ext cx="5715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E8642C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3010-1"/>
          <p:cNvSpPr/>
          <p:nvPr/>
        </p:nvSpPr>
        <p:spPr>
          <a:xfrm>
            <a:off x="0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25000"/>
                </a:lnTo>
                <a:cubicBezTo>
                  <a:pt x="100000" y="66421"/>
                  <a:pt x="66421" y="100000"/>
                  <a:pt x="25000" y="100000"/>
                </a:cubicBez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E8642C">
                  <a:alpha val="15000"/>
                </a:srgbClr>
              </a:gs>
              <a:gs pos="70000">
                <a:srgbClr val="E8642C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el-1792653963012-2"/>
          <p:cNvSpPr/>
          <p:nvPr/>
        </p:nvSpPr>
        <p:spPr>
          <a:xfrm>
            <a:off x="8001000" y="857250"/>
            <a:ext cx="857250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>
                  <a:alpha val="20000"/>
                </a:srgbClr>
              </a:gs>
              <a:gs pos="100000">
                <a:srgbClr val="2563EB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" name="el-1792653964431-5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5" name="el-1792653963015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2653963054-17"/>
          <p:cNvSpPr/>
          <p:nvPr/>
        </p:nvSpPr>
        <p:spPr>
          <a:xfrm>
            <a:off x="400050" y="12501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4145-47"/>
          <p:cNvSpPr/>
          <p:nvPr/>
        </p:nvSpPr>
        <p:spPr>
          <a:xfrm>
            <a:off x="464344" y="197346"/>
            <a:ext cx="128588" cy="1125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071" y="7000"/>
                </a:moveTo>
                <a:lnTo>
                  <a:pt x="12071" y="7000"/>
                </a:lnTo>
                <a:cubicBezTo>
                  <a:pt x="12071" y="4944"/>
                  <a:pt x="11500" y="3278"/>
                  <a:pt x="10357" y="2000"/>
                </a:cubicBezTo>
                <a:lnTo>
                  <a:pt x="10357" y="2000"/>
                </a:lnTo>
                <a:lnTo>
                  <a:pt x="10357" y="2000"/>
                </a:lnTo>
                <a:cubicBezTo>
                  <a:pt x="9214" y="667"/>
                  <a:pt x="7762" y="0"/>
                  <a:pt x="6000" y="0"/>
                </a:cubicBezTo>
                <a:lnTo>
                  <a:pt x="6000" y="0"/>
                </a:lnTo>
                <a:cubicBezTo>
                  <a:pt x="4238" y="0"/>
                  <a:pt x="2810" y="667"/>
                  <a:pt x="1714" y="2000"/>
                </a:cubicBezTo>
                <a:lnTo>
                  <a:pt x="1714" y="2000"/>
                </a:lnTo>
                <a:cubicBezTo>
                  <a:pt x="571" y="3278"/>
                  <a:pt x="0" y="4944"/>
                  <a:pt x="0" y="7000"/>
                </a:cubicBezTo>
                <a:lnTo>
                  <a:pt x="0" y="7000"/>
                </a:lnTo>
                <a:lnTo>
                  <a:pt x="0" y="80833"/>
                </a:lnTo>
                <a:cubicBezTo>
                  <a:pt x="143" y="85833"/>
                  <a:pt x="1595" y="90028"/>
                  <a:pt x="4357" y="93417"/>
                </a:cubicBezTo>
                <a:lnTo>
                  <a:pt x="4357" y="93417"/>
                </a:lnTo>
                <a:cubicBezTo>
                  <a:pt x="7214" y="96639"/>
                  <a:pt x="10786" y="98306"/>
                  <a:pt x="15071" y="98417"/>
                </a:cubicBezTo>
                <a:lnTo>
                  <a:pt x="15071" y="98417"/>
                </a:lnTo>
                <a:lnTo>
                  <a:pt x="90429" y="98417"/>
                </a:lnTo>
                <a:cubicBezTo>
                  <a:pt x="92190" y="98417"/>
                  <a:pt x="93619" y="97778"/>
                  <a:pt x="94714" y="96500"/>
                </a:cubicBezTo>
                <a:lnTo>
                  <a:pt x="94714" y="96500"/>
                </a:lnTo>
                <a:cubicBezTo>
                  <a:pt x="95857" y="95167"/>
                  <a:pt x="96429" y="93472"/>
                  <a:pt x="96429" y="91417"/>
                </a:cubicBezTo>
                <a:lnTo>
                  <a:pt x="96429" y="91417"/>
                </a:lnTo>
                <a:cubicBezTo>
                  <a:pt x="96429" y="89361"/>
                  <a:pt x="95857" y="87667"/>
                  <a:pt x="94714" y="86333"/>
                </a:cubicBezTo>
                <a:lnTo>
                  <a:pt x="94714" y="86333"/>
                </a:lnTo>
                <a:cubicBezTo>
                  <a:pt x="93619" y="85056"/>
                  <a:pt x="92190" y="84417"/>
                  <a:pt x="90429" y="84417"/>
                </a:cubicBezTo>
                <a:lnTo>
                  <a:pt x="90429" y="84417"/>
                </a:lnTo>
                <a:lnTo>
                  <a:pt x="15071" y="84417"/>
                </a:lnTo>
                <a:cubicBezTo>
                  <a:pt x="13167" y="84250"/>
                  <a:pt x="12167" y="83056"/>
                  <a:pt x="12071" y="80833"/>
                </a:cubicBezTo>
                <a:lnTo>
                  <a:pt x="12071" y="80833"/>
                </a:lnTo>
                <a:lnTo>
                  <a:pt x="12071" y="7000"/>
                </a:lnTo>
                <a:moveTo>
                  <a:pt x="88714" y="26167"/>
                </a:moveTo>
                <a:lnTo>
                  <a:pt x="88714" y="26167"/>
                </a:lnTo>
                <a:cubicBezTo>
                  <a:pt x="89857" y="24667"/>
                  <a:pt x="90429" y="22972"/>
                  <a:pt x="90429" y="21083"/>
                </a:cubicBezTo>
                <a:lnTo>
                  <a:pt x="90429" y="21083"/>
                </a:lnTo>
                <a:lnTo>
                  <a:pt x="90429" y="21083"/>
                </a:lnTo>
                <a:cubicBezTo>
                  <a:pt x="90429" y="19194"/>
                  <a:pt x="89857" y="17500"/>
                  <a:pt x="88714" y="16000"/>
                </a:cubicBezTo>
                <a:lnTo>
                  <a:pt x="88714" y="16000"/>
                </a:lnTo>
                <a:cubicBezTo>
                  <a:pt x="87476" y="14722"/>
                  <a:pt x="86024" y="14083"/>
                  <a:pt x="84357" y="14083"/>
                </a:cubicBezTo>
                <a:lnTo>
                  <a:pt x="84357" y="14083"/>
                </a:lnTo>
                <a:cubicBezTo>
                  <a:pt x="82738" y="14083"/>
                  <a:pt x="81310" y="14722"/>
                  <a:pt x="80071" y="16000"/>
                </a:cubicBezTo>
                <a:lnTo>
                  <a:pt x="80071" y="16000"/>
                </a:lnTo>
                <a:lnTo>
                  <a:pt x="60286" y="39333"/>
                </a:lnTo>
                <a:lnTo>
                  <a:pt x="49500" y="26583"/>
                </a:lnTo>
                <a:cubicBezTo>
                  <a:pt x="48262" y="25250"/>
                  <a:pt x="46833" y="24583"/>
                  <a:pt x="45214" y="24583"/>
                </a:cubicBezTo>
                <a:lnTo>
                  <a:pt x="45214" y="24583"/>
                </a:lnTo>
                <a:cubicBezTo>
                  <a:pt x="43595" y="24583"/>
                  <a:pt x="42143" y="25250"/>
                  <a:pt x="40857" y="26583"/>
                </a:cubicBezTo>
                <a:lnTo>
                  <a:pt x="40857" y="26583"/>
                </a:lnTo>
                <a:lnTo>
                  <a:pt x="19786" y="51167"/>
                </a:lnTo>
                <a:cubicBezTo>
                  <a:pt x="18643" y="52667"/>
                  <a:pt x="18071" y="54361"/>
                  <a:pt x="18071" y="56250"/>
                </a:cubicBezTo>
                <a:lnTo>
                  <a:pt x="18071" y="56250"/>
                </a:lnTo>
                <a:cubicBezTo>
                  <a:pt x="18071" y="58139"/>
                  <a:pt x="18643" y="59833"/>
                  <a:pt x="19786" y="61333"/>
                </a:cubicBezTo>
                <a:lnTo>
                  <a:pt x="19786" y="61333"/>
                </a:lnTo>
                <a:cubicBezTo>
                  <a:pt x="21024" y="62611"/>
                  <a:pt x="22476" y="63250"/>
                  <a:pt x="24143" y="63250"/>
                </a:cubicBezTo>
                <a:lnTo>
                  <a:pt x="24143" y="63250"/>
                </a:lnTo>
                <a:cubicBezTo>
                  <a:pt x="25762" y="63250"/>
                  <a:pt x="27190" y="62611"/>
                  <a:pt x="28429" y="61333"/>
                </a:cubicBezTo>
                <a:lnTo>
                  <a:pt x="28429" y="61333"/>
                </a:lnTo>
                <a:lnTo>
                  <a:pt x="45214" y="41500"/>
                </a:lnTo>
                <a:lnTo>
                  <a:pt x="55929" y="54250"/>
                </a:lnTo>
                <a:cubicBezTo>
                  <a:pt x="57167" y="55583"/>
                  <a:pt x="58619" y="56250"/>
                  <a:pt x="60286" y="56250"/>
                </a:cubicBezTo>
                <a:lnTo>
                  <a:pt x="60286" y="56250"/>
                </a:lnTo>
                <a:cubicBezTo>
                  <a:pt x="61905" y="56250"/>
                  <a:pt x="63333" y="55583"/>
                  <a:pt x="64571" y="54250"/>
                </a:cubicBezTo>
                <a:lnTo>
                  <a:pt x="64571" y="54250"/>
                </a:lnTo>
                <a:lnTo>
                  <a:pt x="88714" y="26167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2653963025-6"/>
          <p:cNvSpPr/>
          <p:nvPr/>
        </p:nvSpPr>
        <p:spPr>
          <a:xfrm>
            <a:off x="7986713" y="149304"/>
            <a:ext cx="757238" cy="20859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-1792653963930-42"/>
          <p:cNvSpPr/>
          <p:nvPr/>
        </p:nvSpPr>
        <p:spPr>
          <a:xfrm>
            <a:off x="8093869" y="207883"/>
            <a:ext cx="10001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727" y="95455"/>
                </a:moveTo>
                <a:lnTo>
                  <a:pt x="47727" y="95455"/>
                </a:lnTo>
                <a:cubicBezTo>
                  <a:pt x="56455" y="95333"/>
                  <a:pt x="64424" y="93212"/>
                  <a:pt x="71636" y="89091"/>
                </a:cubicBezTo>
                <a:lnTo>
                  <a:pt x="71636" y="89091"/>
                </a:lnTo>
                <a:lnTo>
                  <a:pt x="71636" y="89091"/>
                </a:lnTo>
                <a:cubicBezTo>
                  <a:pt x="78788" y="84909"/>
                  <a:pt x="84606" y="79091"/>
                  <a:pt x="89091" y="71636"/>
                </a:cubicBezTo>
                <a:lnTo>
                  <a:pt x="89091" y="71636"/>
                </a:lnTo>
                <a:cubicBezTo>
                  <a:pt x="93333" y="64000"/>
                  <a:pt x="95455" y="56030"/>
                  <a:pt x="95455" y="47727"/>
                </a:cubicBezTo>
                <a:lnTo>
                  <a:pt x="95455" y="47727"/>
                </a:lnTo>
                <a:cubicBezTo>
                  <a:pt x="95455" y="39424"/>
                  <a:pt x="93333" y="31485"/>
                  <a:pt x="89091" y="23909"/>
                </a:cubicBezTo>
                <a:lnTo>
                  <a:pt x="89091" y="23909"/>
                </a:lnTo>
                <a:cubicBezTo>
                  <a:pt x="84606" y="16394"/>
                  <a:pt x="78788" y="10545"/>
                  <a:pt x="71636" y="6364"/>
                </a:cubicBezTo>
                <a:lnTo>
                  <a:pt x="71636" y="6364"/>
                </a:lnTo>
                <a:cubicBezTo>
                  <a:pt x="64424" y="2242"/>
                  <a:pt x="56455" y="121"/>
                  <a:pt x="47727" y="0"/>
                </a:cubicBezTo>
                <a:lnTo>
                  <a:pt x="47727" y="0"/>
                </a:lnTo>
                <a:cubicBezTo>
                  <a:pt x="39000" y="121"/>
                  <a:pt x="31061" y="2242"/>
                  <a:pt x="23909" y="6364"/>
                </a:cubicBezTo>
                <a:lnTo>
                  <a:pt x="23909" y="6364"/>
                </a:lnTo>
                <a:cubicBezTo>
                  <a:pt x="16697" y="10545"/>
                  <a:pt x="10848" y="16394"/>
                  <a:pt x="6364" y="23909"/>
                </a:cubicBezTo>
                <a:lnTo>
                  <a:pt x="6364" y="23909"/>
                </a:lnTo>
                <a:cubicBezTo>
                  <a:pt x="2121" y="31485"/>
                  <a:pt x="0" y="39424"/>
                  <a:pt x="0" y="47727"/>
                </a:cubicBezTo>
                <a:lnTo>
                  <a:pt x="0" y="47727"/>
                </a:lnTo>
                <a:cubicBezTo>
                  <a:pt x="0" y="56030"/>
                  <a:pt x="2121" y="64000"/>
                  <a:pt x="6364" y="71636"/>
                </a:cubicBezTo>
                <a:lnTo>
                  <a:pt x="6364" y="71636"/>
                </a:lnTo>
                <a:cubicBezTo>
                  <a:pt x="10848" y="79091"/>
                  <a:pt x="16697" y="84909"/>
                  <a:pt x="23909" y="89091"/>
                </a:cubicBezTo>
                <a:lnTo>
                  <a:pt x="23909" y="89091"/>
                </a:lnTo>
                <a:cubicBezTo>
                  <a:pt x="31061" y="93212"/>
                  <a:pt x="39000" y="95333"/>
                  <a:pt x="47727" y="95455"/>
                </a:cubicBezTo>
                <a:lnTo>
                  <a:pt x="47727" y="95455"/>
                </a:lnTo>
                <a:moveTo>
                  <a:pt x="47727" y="23909"/>
                </a:moveTo>
                <a:lnTo>
                  <a:pt x="47727" y="23909"/>
                </a:lnTo>
                <a:cubicBezTo>
                  <a:pt x="50455" y="24152"/>
                  <a:pt x="51939" y="25636"/>
                  <a:pt x="52182" y="28364"/>
                </a:cubicBezTo>
                <a:lnTo>
                  <a:pt x="52182" y="28364"/>
                </a:lnTo>
                <a:lnTo>
                  <a:pt x="52182" y="49182"/>
                </a:lnTo>
                <a:cubicBezTo>
                  <a:pt x="51939" y="51970"/>
                  <a:pt x="50455" y="53485"/>
                  <a:pt x="47727" y="53727"/>
                </a:cubicBezTo>
                <a:lnTo>
                  <a:pt x="47727" y="53727"/>
                </a:lnTo>
                <a:cubicBezTo>
                  <a:pt x="45000" y="53485"/>
                  <a:pt x="43515" y="51970"/>
                  <a:pt x="43273" y="49182"/>
                </a:cubicBezTo>
                <a:lnTo>
                  <a:pt x="43273" y="49182"/>
                </a:lnTo>
                <a:lnTo>
                  <a:pt x="43273" y="28364"/>
                </a:lnTo>
                <a:cubicBezTo>
                  <a:pt x="43515" y="25636"/>
                  <a:pt x="45000" y="24152"/>
                  <a:pt x="47727" y="23909"/>
                </a:cubicBezTo>
                <a:lnTo>
                  <a:pt x="47727" y="23909"/>
                </a:lnTo>
                <a:moveTo>
                  <a:pt x="41727" y="65636"/>
                </a:moveTo>
                <a:lnTo>
                  <a:pt x="41727" y="65636"/>
                </a:lnTo>
                <a:cubicBezTo>
                  <a:pt x="41727" y="63879"/>
                  <a:pt x="42303" y="62455"/>
                  <a:pt x="43455" y="61364"/>
                </a:cubicBezTo>
                <a:lnTo>
                  <a:pt x="43455" y="61364"/>
                </a:lnTo>
                <a:lnTo>
                  <a:pt x="43455" y="61364"/>
                </a:lnTo>
                <a:cubicBezTo>
                  <a:pt x="44545" y="60212"/>
                  <a:pt x="45970" y="59636"/>
                  <a:pt x="47727" y="59636"/>
                </a:cubicBezTo>
                <a:lnTo>
                  <a:pt x="47727" y="59636"/>
                </a:lnTo>
                <a:cubicBezTo>
                  <a:pt x="49485" y="59636"/>
                  <a:pt x="50909" y="60212"/>
                  <a:pt x="52000" y="61364"/>
                </a:cubicBezTo>
                <a:lnTo>
                  <a:pt x="52000" y="61364"/>
                </a:lnTo>
                <a:cubicBezTo>
                  <a:pt x="53152" y="62455"/>
                  <a:pt x="53727" y="63879"/>
                  <a:pt x="53727" y="65636"/>
                </a:cubicBezTo>
                <a:lnTo>
                  <a:pt x="53727" y="65636"/>
                </a:lnTo>
                <a:cubicBezTo>
                  <a:pt x="53727" y="67394"/>
                  <a:pt x="53152" y="68818"/>
                  <a:pt x="52000" y="69909"/>
                </a:cubicBezTo>
                <a:lnTo>
                  <a:pt x="52000" y="69909"/>
                </a:lnTo>
                <a:cubicBezTo>
                  <a:pt x="50909" y="71061"/>
                  <a:pt x="49485" y="71636"/>
                  <a:pt x="47727" y="71636"/>
                </a:cubicBezTo>
                <a:lnTo>
                  <a:pt x="47727" y="71636"/>
                </a:lnTo>
                <a:cubicBezTo>
                  <a:pt x="45970" y="71636"/>
                  <a:pt x="44545" y="71061"/>
                  <a:pt x="43455" y="69909"/>
                </a:cubicBezTo>
                <a:lnTo>
                  <a:pt x="43455" y="69909"/>
                </a:lnTo>
                <a:cubicBezTo>
                  <a:pt x="42303" y="68818"/>
                  <a:pt x="41727" y="67394"/>
                  <a:pt x="41727" y="65636"/>
                </a:cubicBezTo>
                <a:lnTo>
                  <a:pt x="41727" y="65636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2653963033-8"/>
          <p:cNvSpPr/>
          <p:nvPr/>
        </p:nvSpPr>
        <p:spPr>
          <a:xfrm>
            <a:off x="400050" y="1264444"/>
            <a:ext cx="8343900" cy="4057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973" y="0"/>
                </a:lnTo>
                <a:lnTo>
                  <a:pt x="99073" y="93"/>
                </a:lnTo>
                <a:lnTo>
                  <a:pt x="99174" y="395"/>
                </a:lnTo>
                <a:lnTo>
                  <a:pt x="99271" y="907"/>
                </a:lnTo>
                <a:lnTo>
                  <a:pt x="99365" y="1605"/>
                </a:lnTo>
                <a:lnTo>
                  <a:pt x="99457" y="2465"/>
                </a:lnTo>
                <a:lnTo>
                  <a:pt x="99543" y="3535"/>
                </a:lnTo>
                <a:lnTo>
                  <a:pt x="99624" y="4744"/>
                </a:lnTo>
                <a:lnTo>
                  <a:pt x="99699" y="6140"/>
                </a:lnTo>
                <a:lnTo>
                  <a:pt x="99767" y="7651"/>
                </a:lnTo>
                <a:lnTo>
                  <a:pt x="99826" y="9302"/>
                </a:lnTo>
                <a:lnTo>
                  <a:pt x="99879" y="11070"/>
                </a:lnTo>
                <a:lnTo>
                  <a:pt x="99921" y="12930"/>
                </a:lnTo>
                <a:lnTo>
                  <a:pt x="99955" y="14860"/>
                </a:lnTo>
                <a:lnTo>
                  <a:pt x="99981" y="16837"/>
                </a:lnTo>
                <a:lnTo>
                  <a:pt x="99995" y="18884"/>
                </a:lnTo>
                <a:lnTo>
                  <a:pt x="100000" y="20930"/>
                </a:lnTo>
                <a:lnTo>
                  <a:pt x="100000" y="79070"/>
                </a:lnTo>
                <a:lnTo>
                  <a:pt x="99995" y="81116"/>
                </a:lnTo>
                <a:lnTo>
                  <a:pt x="99981" y="83163"/>
                </a:lnTo>
                <a:lnTo>
                  <a:pt x="99955" y="85140"/>
                </a:lnTo>
                <a:lnTo>
                  <a:pt x="99921" y="87070"/>
                </a:lnTo>
                <a:lnTo>
                  <a:pt x="99879" y="88930"/>
                </a:lnTo>
                <a:lnTo>
                  <a:pt x="99826" y="90698"/>
                </a:lnTo>
                <a:lnTo>
                  <a:pt x="99767" y="92349"/>
                </a:lnTo>
                <a:lnTo>
                  <a:pt x="99699" y="93860"/>
                </a:lnTo>
                <a:lnTo>
                  <a:pt x="99624" y="95256"/>
                </a:lnTo>
                <a:lnTo>
                  <a:pt x="99543" y="96465"/>
                </a:lnTo>
                <a:lnTo>
                  <a:pt x="99457" y="97535"/>
                </a:lnTo>
                <a:lnTo>
                  <a:pt x="99365" y="98395"/>
                </a:lnTo>
                <a:lnTo>
                  <a:pt x="99271" y="99093"/>
                </a:lnTo>
                <a:lnTo>
                  <a:pt x="99174" y="99605"/>
                </a:lnTo>
                <a:lnTo>
                  <a:pt x="99073" y="99907"/>
                </a:lnTo>
                <a:lnTo>
                  <a:pt x="98973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2653963035-10"/>
          <p:cNvSpPr/>
          <p:nvPr/>
        </p:nvSpPr>
        <p:spPr>
          <a:xfrm>
            <a:off x="400050" y="1264444"/>
            <a:ext cx="8343900" cy="4057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42863" algn="in">
            <a:solidFill>
              <a:srgbClr val="E864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l-1792653963993-43"/>
          <p:cNvSpPr/>
          <p:nvPr/>
        </p:nvSpPr>
        <p:spPr>
          <a:xfrm>
            <a:off x="2132409" y="1409283"/>
            <a:ext cx="162520" cy="116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38083"/>
                </a:moveTo>
                <a:lnTo>
                  <a:pt x="0" y="38083"/>
                </a:lnTo>
                <a:cubicBezTo>
                  <a:pt x="157" y="27306"/>
                  <a:pt x="2765" y="18306"/>
                  <a:pt x="7824" y="11083"/>
                </a:cubicBezTo>
                <a:lnTo>
                  <a:pt x="7824" y="11083"/>
                </a:lnTo>
                <a:lnTo>
                  <a:pt x="7824" y="11083"/>
                </a:lnTo>
                <a:cubicBezTo>
                  <a:pt x="12922" y="3917"/>
                  <a:pt x="19275" y="222"/>
                  <a:pt x="26882" y="0"/>
                </a:cubicBezTo>
                <a:lnTo>
                  <a:pt x="26882" y="0"/>
                </a:lnTo>
                <a:lnTo>
                  <a:pt x="28706" y="0"/>
                </a:lnTo>
                <a:cubicBezTo>
                  <a:pt x="30784" y="0"/>
                  <a:pt x="32490" y="944"/>
                  <a:pt x="33824" y="2833"/>
                </a:cubicBezTo>
                <a:lnTo>
                  <a:pt x="33824" y="2833"/>
                </a:lnTo>
                <a:cubicBezTo>
                  <a:pt x="35157" y="4778"/>
                  <a:pt x="35824" y="7222"/>
                  <a:pt x="35824" y="10167"/>
                </a:cubicBezTo>
                <a:lnTo>
                  <a:pt x="35824" y="10167"/>
                </a:lnTo>
                <a:cubicBezTo>
                  <a:pt x="35824" y="13111"/>
                  <a:pt x="35157" y="15528"/>
                  <a:pt x="33824" y="17417"/>
                </a:cubicBezTo>
                <a:lnTo>
                  <a:pt x="33824" y="17417"/>
                </a:lnTo>
                <a:cubicBezTo>
                  <a:pt x="32490" y="19361"/>
                  <a:pt x="30784" y="20333"/>
                  <a:pt x="28706" y="20333"/>
                </a:cubicBezTo>
                <a:lnTo>
                  <a:pt x="28706" y="20333"/>
                </a:lnTo>
                <a:lnTo>
                  <a:pt x="26882" y="20333"/>
                </a:lnTo>
                <a:cubicBezTo>
                  <a:pt x="23314" y="20556"/>
                  <a:pt x="20333" y="22250"/>
                  <a:pt x="17941" y="25417"/>
                </a:cubicBezTo>
                <a:lnTo>
                  <a:pt x="17941" y="25417"/>
                </a:lnTo>
                <a:cubicBezTo>
                  <a:pt x="15706" y="28806"/>
                  <a:pt x="14510" y="33028"/>
                  <a:pt x="14353" y="38083"/>
                </a:cubicBezTo>
                <a:lnTo>
                  <a:pt x="14353" y="38083"/>
                </a:lnTo>
                <a:lnTo>
                  <a:pt x="14353" y="40667"/>
                </a:lnTo>
                <a:lnTo>
                  <a:pt x="28706" y="40667"/>
                </a:lnTo>
                <a:cubicBezTo>
                  <a:pt x="32706" y="40833"/>
                  <a:pt x="36059" y="42833"/>
                  <a:pt x="38765" y="46667"/>
                </a:cubicBezTo>
                <a:lnTo>
                  <a:pt x="38765" y="46667"/>
                </a:lnTo>
                <a:cubicBezTo>
                  <a:pt x="41431" y="50444"/>
                  <a:pt x="42843" y="55194"/>
                  <a:pt x="43000" y="60917"/>
                </a:cubicBezTo>
                <a:lnTo>
                  <a:pt x="43000" y="60917"/>
                </a:lnTo>
                <a:lnTo>
                  <a:pt x="43000" y="81250"/>
                </a:lnTo>
                <a:cubicBezTo>
                  <a:pt x="42843" y="86972"/>
                  <a:pt x="41431" y="91722"/>
                  <a:pt x="38765" y="95500"/>
                </a:cubicBezTo>
                <a:lnTo>
                  <a:pt x="38765" y="95500"/>
                </a:lnTo>
                <a:cubicBezTo>
                  <a:pt x="36059" y="99333"/>
                  <a:pt x="32706" y="101361"/>
                  <a:pt x="28706" y="101583"/>
                </a:cubicBezTo>
                <a:lnTo>
                  <a:pt x="28706" y="101583"/>
                </a:lnTo>
                <a:lnTo>
                  <a:pt x="14353" y="101583"/>
                </a:lnTo>
                <a:cubicBezTo>
                  <a:pt x="10314" y="101361"/>
                  <a:pt x="6941" y="99333"/>
                  <a:pt x="4235" y="95500"/>
                </a:cubicBezTo>
                <a:lnTo>
                  <a:pt x="4235" y="95500"/>
                </a:lnTo>
                <a:cubicBezTo>
                  <a:pt x="1569" y="91722"/>
                  <a:pt x="157" y="86972"/>
                  <a:pt x="0" y="81250"/>
                </a:cubicBezTo>
                <a:lnTo>
                  <a:pt x="0" y="81250"/>
                </a:lnTo>
                <a:lnTo>
                  <a:pt x="0" y="71083"/>
                </a:lnTo>
                <a:lnTo>
                  <a:pt x="0" y="60917"/>
                </a:lnTo>
                <a:lnTo>
                  <a:pt x="0" y="38083"/>
                </a:lnTo>
                <a:moveTo>
                  <a:pt x="57353" y="38083"/>
                </a:moveTo>
                <a:lnTo>
                  <a:pt x="57353" y="38083"/>
                </a:lnTo>
                <a:cubicBezTo>
                  <a:pt x="57510" y="27306"/>
                  <a:pt x="60118" y="18306"/>
                  <a:pt x="65176" y="11083"/>
                </a:cubicBezTo>
                <a:lnTo>
                  <a:pt x="65176" y="11083"/>
                </a:lnTo>
                <a:lnTo>
                  <a:pt x="65176" y="11083"/>
                </a:lnTo>
                <a:cubicBezTo>
                  <a:pt x="70275" y="3917"/>
                  <a:pt x="76627" y="222"/>
                  <a:pt x="84235" y="0"/>
                </a:cubicBezTo>
                <a:lnTo>
                  <a:pt x="84235" y="0"/>
                </a:lnTo>
                <a:lnTo>
                  <a:pt x="86059" y="0"/>
                </a:lnTo>
                <a:cubicBezTo>
                  <a:pt x="88137" y="0"/>
                  <a:pt x="89843" y="944"/>
                  <a:pt x="91176" y="2833"/>
                </a:cubicBezTo>
                <a:lnTo>
                  <a:pt x="91176" y="2833"/>
                </a:lnTo>
                <a:cubicBezTo>
                  <a:pt x="92510" y="4778"/>
                  <a:pt x="93176" y="7222"/>
                  <a:pt x="93176" y="10167"/>
                </a:cubicBezTo>
                <a:lnTo>
                  <a:pt x="93176" y="10167"/>
                </a:lnTo>
                <a:cubicBezTo>
                  <a:pt x="93176" y="13111"/>
                  <a:pt x="92510" y="15528"/>
                  <a:pt x="91176" y="17417"/>
                </a:cubicBezTo>
                <a:lnTo>
                  <a:pt x="91176" y="17417"/>
                </a:lnTo>
                <a:cubicBezTo>
                  <a:pt x="89843" y="19361"/>
                  <a:pt x="88137" y="20333"/>
                  <a:pt x="86059" y="20333"/>
                </a:cubicBezTo>
                <a:lnTo>
                  <a:pt x="86059" y="20333"/>
                </a:lnTo>
                <a:lnTo>
                  <a:pt x="84235" y="20333"/>
                </a:lnTo>
                <a:cubicBezTo>
                  <a:pt x="80667" y="20556"/>
                  <a:pt x="77686" y="22250"/>
                  <a:pt x="75294" y="25417"/>
                </a:cubicBezTo>
                <a:lnTo>
                  <a:pt x="75294" y="25417"/>
                </a:lnTo>
                <a:cubicBezTo>
                  <a:pt x="73059" y="28806"/>
                  <a:pt x="71863" y="33028"/>
                  <a:pt x="71706" y="38083"/>
                </a:cubicBezTo>
                <a:lnTo>
                  <a:pt x="71706" y="38083"/>
                </a:lnTo>
                <a:lnTo>
                  <a:pt x="71706" y="40667"/>
                </a:lnTo>
                <a:lnTo>
                  <a:pt x="86059" y="40667"/>
                </a:lnTo>
                <a:cubicBezTo>
                  <a:pt x="90059" y="40833"/>
                  <a:pt x="93412" y="42833"/>
                  <a:pt x="96118" y="46667"/>
                </a:cubicBezTo>
                <a:lnTo>
                  <a:pt x="96118" y="46667"/>
                </a:lnTo>
                <a:cubicBezTo>
                  <a:pt x="98784" y="50444"/>
                  <a:pt x="100196" y="55194"/>
                  <a:pt x="100353" y="60917"/>
                </a:cubicBezTo>
                <a:lnTo>
                  <a:pt x="100353" y="60917"/>
                </a:lnTo>
                <a:lnTo>
                  <a:pt x="100353" y="81250"/>
                </a:lnTo>
                <a:cubicBezTo>
                  <a:pt x="100196" y="86972"/>
                  <a:pt x="98784" y="91722"/>
                  <a:pt x="96118" y="95500"/>
                </a:cubicBezTo>
                <a:lnTo>
                  <a:pt x="96118" y="95500"/>
                </a:lnTo>
                <a:cubicBezTo>
                  <a:pt x="93412" y="99333"/>
                  <a:pt x="90059" y="101361"/>
                  <a:pt x="86059" y="101583"/>
                </a:cubicBezTo>
                <a:lnTo>
                  <a:pt x="86059" y="101583"/>
                </a:lnTo>
                <a:lnTo>
                  <a:pt x="71706" y="101583"/>
                </a:lnTo>
                <a:cubicBezTo>
                  <a:pt x="67667" y="101361"/>
                  <a:pt x="64294" y="99333"/>
                  <a:pt x="61588" y="95500"/>
                </a:cubicBezTo>
                <a:lnTo>
                  <a:pt x="61588" y="95500"/>
                </a:lnTo>
                <a:cubicBezTo>
                  <a:pt x="58922" y="91722"/>
                  <a:pt x="57510" y="86972"/>
                  <a:pt x="57353" y="81250"/>
                </a:cubicBezTo>
                <a:lnTo>
                  <a:pt x="57353" y="81250"/>
                </a:lnTo>
                <a:lnTo>
                  <a:pt x="57353" y="71083"/>
                </a:lnTo>
                <a:lnTo>
                  <a:pt x="57353" y="60917"/>
                </a:lnTo>
                <a:lnTo>
                  <a:pt x="57353" y="38083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4015-44"/>
          <p:cNvSpPr/>
          <p:nvPr/>
        </p:nvSpPr>
        <p:spPr>
          <a:xfrm>
            <a:off x="6891933" y="1409283"/>
            <a:ext cx="162520" cy="116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353" y="63500"/>
                </a:moveTo>
                <a:lnTo>
                  <a:pt x="100353" y="63500"/>
                </a:lnTo>
                <a:cubicBezTo>
                  <a:pt x="100196" y="74278"/>
                  <a:pt x="97588" y="83250"/>
                  <a:pt x="92529" y="90417"/>
                </a:cubicBezTo>
                <a:lnTo>
                  <a:pt x="92529" y="90417"/>
                </a:lnTo>
                <a:lnTo>
                  <a:pt x="92529" y="90417"/>
                </a:lnTo>
                <a:cubicBezTo>
                  <a:pt x="87431" y="97639"/>
                  <a:pt x="81078" y="101361"/>
                  <a:pt x="73471" y="101583"/>
                </a:cubicBezTo>
                <a:lnTo>
                  <a:pt x="73471" y="101583"/>
                </a:lnTo>
                <a:lnTo>
                  <a:pt x="71706" y="101583"/>
                </a:lnTo>
                <a:cubicBezTo>
                  <a:pt x="69588" y="101583"/>
                  <a:pt x="67863" y="100611"/>
                  <a:pt x="66529" y="98667"/>
                </a:cubicBezTo>
                <a:lnTo>
                  <a:pt x="66529" y="98667"/>
                </a:lnTo>
                <a:cubicBezTo>
                  <a:pt x="65196" y="96778"/>
                  <a:pt x="64529" y="94361"/>
                  <a:pt x="64529" y="91417"/>
                </a:cubicBezTo>
                <a:lnTo>
                  <a:pt x="64529" y="91417"/>
                </a:lnTo>
                <a:cubicBezTo>
                  <a:pt x="64529" y="88472"/>
                  <a:pt x="65196" y="86028"/>
                  <a:pt x="66529" y="84083"/>
                </a:cubicBezTo>
                <a:lnTo>
                  <a:pt x="66529" y="84083"/>
                </a:lnTo>
                <a:cubicBezTo>
                  <a:pt x="67863" y="82194"/>
                  <a:pt x="69588" y="81250"/>
                  <a:pt x="71706" y="81250"/>
                </a:cubicBezTo>
                <a:lnTo>
                  <a:pt x="71706" y="81250"/>
                </a:lnTo>
                <a:lnTo>
                  <a:pt x="73471" y="81250"/>
                </a:lnTo>
                <a:cubicBezTo>
                  <a:pt x="77078" y="81028"/>
                  <a:pt x="80078" y="79333"/>
                  <a:pt x="82471" y="76167"/>
                </a:cubicBezTo>
                <a:lnTo>
                  <a:pt x="82471" y="76167"/>
                </a:lnTo>
                <a:cubicBezTo>
                  <a:pt x="84706" y="72778"/>
                  <a:pt x="85902" y="68556"/>
                  <a:pt x="86059" y="63500"/>
                </a:cubicBezTo>
                <a:lnTo>
                  <a:pt x="86059" y="63500"/>
                </a:lnTo>
                <a:lnTo>
                  <a:pt x="86059" y="60917"/>
                </a:lnTo>
                <a:lnTo>
                  <a:pt x="71706" y="60917"/>
                </a:lnTo>
                <a:cubicBezTo>
                  <a:pt x="67667" y="60694"/>
                  <a:pt x="64294" y="58694"/>
                  <a:pt x="61588" y="54917"/>
                </a:cubicBezTo>
                <a:lnTo>
                  <a:pt x="61588" y="54917"/>
                </a:lnTo>
                <a:cubicBezTo>
                  <a:pt x="58922" y="51083"/>
                  <a:pt x="57510" y="46333"/>
                  <a:pt x="57353" y="40667"/>
                </a:cubicBezTo>
                <a:lnTo>
                  <a:pt x="57353" y="40667"/>
                </a:lnTo>
                <a:lnTo>
                  <a:pt x="57353" y="20333"/>
                </a:lnTo>
                <a:cubicBezTo>
                  <a:pt x="57510" y="14611"/>
                  <a:pt x="58922" y="9833"/>
                  <a:pt x="61588" y="6000"/>
                </a:cubicBezTo>
                <a:lnTo>
                  <a:pt x="61588" y="6000"/>
                </a:lnTo>
                <a:cubicBezTo>
                  <a:pt x="64294" y="2222"/>
                  <a:pt x="67667" y="222"/>
                  <a:pt x="71706" y="0"/>
                </a:cubicBezTo>
                <a:lnTo>
                  <a:pt x="71706" y="0"/>
                </a:lnTo>
                <a:lnTo>
                  <a:pt x="86059" y="0"/>
                </a:lnTo>
                <a:cubicBezTo>
                  <a:pt x="90059" y="222"/>
                  <a:pt x="93412" y="2222"/>
                  <a:pt x="96118" y="6000"/>
                </a:cubicBezTo>
                <a:lnTo>
                  <a:pt x="96118" y="6000"/>
                </a:lnTo>
                <a:cubicBezTo>
                  <a:pt x="98784" y="9833"/>
                  <a:pt x="100196" y="14611"/>
                  <a:pt x="100353" y="20333"/>
                </a:cubicBezTo>
                <a:lnTo>
                  <a:pt x="100353" y="20333"/>
                </a:lnTo>
                <a:lnTo>
                  <a:pt x="100353" y="30500"/>
                </a:lnTo>
                <a:lnTo>
                  <a:pt x="100353" y="40667"/>
                </a:lnTo>
                <a:lnTo>
                  <a:pt x="100353" y="63500"/>
                </a:lnTo>
                <a:moveTo>
                  <a:pt x="43000" y="63500"/>
                </a:moveTo>
                <a:lnTo>
                  <a:pt x="43000" y="63500"/>
                </a:lnTo>
                <a:cubicBezTo>
                  <a:pt x="42843" y="74278"/>
                  <a:pt x="40235" y="83250"/>
                  <a:pt x="35176" y="90417"/>
                </a:cubicBezTo>
                <a:lnTo>
                  <a:pt x="35176" y="90417"/>
                </a:lnTo>
                <a:lnTo>
                  <a:pt x="35176" y="90417"/>
                </a:lnTo>
                <a:cubicBezTo>
                  <a:pt x="30078" y="97639"/>
                  <a:pt x="23725" y="101361"/>
                  <a:pt x="16118" y="101583"/>
                </a:cubicBezTo>
                <a:lnTo>
                  <a:pt x="16118" y="101583"/>
                </a:lnTo>
                <a:lnTo>
                  <a:pt x="14353" y="101583"/>
                </a:lnTo>
                <a:cubicBezTo>
                  <a:pt x="12235" y="101583"/>
                  <a:pt x="10510" y="100611"/>
                  <a:pt x="9176" y="98667"/>
                </a:cubicBezTo>
                <a:lnTo>
                  <a:pt x="9176" y="98667"/>
                </a:lnTo>
                <a:cubicBezTo>
                  <a:pt x="7843" y="96778"/>
                  <a:pt x="7176" y="94361"/>
                  <a:pt x="7176" y="91417"/>
                </a:cubicBezTo>
                <a:lnTo>
                  <a:pt x="7176" y="91417"/>
                </a:lnTo>
                <a:cubicBezTo>
                  <a:pt x="7176" y="88472"/>
                  <a:pt x="7843" y="86028"/>
                  <a:pt x="9176" y="84083"/>
                </a:cubicBezTo>
                <a:lnTo>
                  <a:pt x="9176" y="84083"/>
                </a:lnTo>
                <a:cubicBezTo>
                  <a:pt x="10510" y="82194"/>
                  <a:pt x="12235" y="81250"/>
                  <a:pt x="14353" y="81250"/>
                </a:cubicBezTo>
                <a:lnTo>
                  <a:pt x="14353" y="81250"/>
                </a:lnTo>
                <a:lnTo>
                  <a:pt x="16118" y="81250"/>
                </a:lnTo>
                <a:cubicBezTo>
                  <a:pt x="19725" y="81028"/>
                  <a:pt x="22725" y="79333"/>
                  <a:pt x="25118" y="76167"/>
                </a:cubicBezTo>
                <a:lnTo>
                  <a:pt x="25118" y="76167"/>
                </a:lnTo>
                <a:cubicBezTo>
                  <a:pt x="27353" y="72778"/>
                  <a:pt x="28549" y="68556"/>
                  <a:pt x="28706" y="63500"/>
                </a:cubicBezTo>
                <a:lnTo>
                  <a:pt x="28706" y="63500"/>
                </a:lnTo>
                <a:lnTo>
                  <a:pt x="28706" y="60917"/>
                </a:lnTo>
                <a:lnTo>
                  <a:pt x="14353" y="60917"/>
                </a:lnTo>
                <a:cubicBezTo>
                  <a:pt x="10314" y="60694"/>
                  <a:pt x="6941" y="58694"/>
                  <a:pt x="4235" y="54917"/>
                </a:cubicBezTo>
                <a:lnTo>
                  <a:pt x="4235" y="54917"/>
                </a:lnTo>
                <a:cubicBezTo>
                  <a:pt x="1569" y="51083"/>
                  <a:pt x="157" y="46333"/>
                  <a:pt x="0" y="40667"/>
                </a:cubicBezTo>
                <a:lnTo>
                  <a:pt x="0" y="40667"/>
                </a:lnTo>
                <a:lnTo>
                  <a:pt x="0" y="20333"/>
                </a:lnTo>
                <a:cubicBezTo>
                  <a:pt x="157" y="14611"/>
                  <a:pt x="1569" y="9833"/>
                  <a:pt x="4235" y="6000"/>
                </a:cubicBezTo>
                <a:lnTo>
                  <a:pt x="4235" y="6000"/>
                </a:lnTo>
                <a:cubicBezTo>
                  <a:pt x="6941" y="2222"/>
                  <a:pt x="10314" y="222"/>
                  <a:pt x="14353" y="0"/>
                </a:cubicBezTo>
                <a:lnTo>
                  <a:pt x="14353" y="0"/>
                </a:lnTo>
                <a:lnTo>
                  <a:pt x="28706" y="0"/>
                </a:lnTo>
                <a:cubicBezTo>
                  <a:pt x="32706" y="222"/>
                  <a:pt x="36059" y="2222"/>
                  <a:pt x="38765" y="6000"/>
                </a:cubicBezTo>
                <a:lnTo>
                  <a:pt x="38765" y="6000"/>
                </a:lnTo>
                <a:cubicBezTo>
                  <a:pt x="41431" y="9833"/>
                  <a:pt x="42843" y="14611"/>
                  <a:pt x="43000" y="20333"/>
                </a:cubicBezTo>
                <a:lnTo>
                  <a:pt x="43000" y="20333"/>
                </a:lnTo>
                <a:lnTo>
                  <a:pt x="43000" y="30500"/>
                </a:lnTo>
                <a:lnTo>
                  <a:pt x="43000" y="40667"/>
                </a:lnTo>
                <a:lnTo>
                  <a:pt x="43000" y="63500"/>
                </a:lnTo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2653963056-18"/>
          <p:cNvSpPr/>
          <p:nvPr/>
        </p:nvSpPr>
        <p:spPr>
          <a:xfrm>
            <a:off x="400050" y="1870234"/>
            <a:ext cx="4100513" cy="737235"/>
          </a:xfrm>
          <a:prstGeom prst="roundRect">
            <a:avLst>
              <a:gd name="adj" fmla="val 15504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42863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el-1792653963063-22"/>
          <p:cNvSpPr/>
          <p:nvPr/>
        </p:nvSpPr>
        <p:spPr>
          <a:xfrm>
            <a:off x="400050" y="1870234"/>
            <a:ext cx="85725" cy="7372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56"/>
                </a:lnTo>
                <a:lnTo>
                  <a:pt x="80491" y="223"/>
                </a:lnTo>
                <a:lnTo>
                  <a:pt x="70972" y="501"/>
                </a:lnTo>
                <a:lnTo>
                  <a:pt x="61732" y="885"/>
                </a:lnTo>
                <a:lnTo>
                  <a:pt x="52860" y="1373"/>
                </a:lnTo>
                <a:lnTo>
                  <a:pt x="44443" y="1960"/>
                </a:lnTo>
                <a:lnTo>
                  <a:pt x="36561" y="2639"/>
                </a:lnTo>
                <a:lnTo>
                  <a:pt x="29289" y="3406"/>
                </a:lnTo>
                <a:lnTo>
                  <a:pt x="22699" y="4251"/>
                </a:lnTo>
                <a:lnTo>
                  <a:pt x="16853" y="5168"/>
                </a:lnTo>
                <a:lnTo>
                  <a:pt x="11808" y="6147"/>
                </a:lnTo>
                <a:lnTo>
                  <a:pt x="7612" y="7178"/>
                </a:lnTo>
                <a:lnTo>
                  <a:pt x="4306" y="8253"/>
                </a:lnTo>
                <a:lnTo>
                  <a:pt x="1921" y="9359"/>
                </a:lnTo>
                <a:lnTo>
                  <a:pt x="482" y="10488"/>
                </a:lnTo>
                <a:lnTo>
                  <a:pt x="0" y="11628"/>
                </a:lnTo>
                <a:lnTo>
                  <a:pt x="0" y="88372"/>
                </a:lnTo>
                <a:lnTo>
                  <a:pt x="482" y="89512"/>
                </a:lnTo>
                <a:lnTo>
                  <a:pt x="1921" y="90641"/>
                </a:lnTo>
                <a:lnTo>
                  <a:pt x="4306" y="91747"/>
                </a:lnTo>
                <a:lnTo>
                  <a:pt x="7612" y="92822"/>
                </a:lnTo>
                <a:lnTo>
                  <a:pt x="11808" y="93853"/>
                </a:lnTo>
                <a:lnTo>
                  <a:pt x="16853" y="94832"/>
                </a:lnTo>
                <a:lnTo>
                  <a:pt x="22699" y="95749"/>
                </a:lnTo>
                <a:lnTo>
                  <a:pt x="29289" y="96594"/>
                </a:lnTo>
                <a:lnTo>
                  <a:pt x="36561" y="97361"/>
                </a:lnTo>
                <a:lnTo>
                  <a:pt x="44443" y="98040"/>
                </a:lnTo>
                <a:lnTo>
                  <a:pt x="52860" y="98627"/>
                </a:lnTo>
                <a:lnTo>
                  <a:pt x="61732" y="99115"/>
                </a:lnTo>
                <a:lnTo>
                  <a:pt x="70972" y="99499"/>
                </a:lnTo>
                <a:lnTo>
                  <a:pt x="80491" y="99777"/>
                </a:lnTo>
                <a:lnTo>
                  <a:pt x="90198" y="9994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4282" y="99944"/>
                </a:lnTo>
                <a:lnTo>
                  <a:pt x="88620" y="99777"/>
                </a:lnTo>
                <a:lnTo>
                  <a:pt x="83067" y="99499"/>
                </a:lnTo>
                <a:lnTo>
                  <a:pt x="77677" y="99115"/>
                </a:lnTo>
                <a:lnTo>
                  <a:pt x="72502" y="98627"/>
                </a:lnTo>
                <a:lnTo>
                  <a:pt x="67592" y="98040"/>
                </a:lnTo>
                <a:lnTo>
                  <a:pt x="62994" y="97361"/>
                </a:lnTo>
                <a:lnTo>
                  <a:pt x="58752" y="96594"/>
                </a:lnTo>
                <a:lnTo>
                  <a:pt x="54908" y="95749"/>
                </a:lnTo>
                <a:lnTo>
                  <a:pt x="51498" y="94832"/>
                </a:lnTo>
                <a:lnTo>
                  <a:pt x="48555" y="93853"/>
                </a:lnTo>
                <a:lnTo>
                  <a:pt x="46107" y="92822"/>
                </a:lnTo>
                <a:lnTo>
                  <a:pt x="44178" y="91747"/>
                </a:lnTo>
                <a:lnTo>
                  <a:pt x="42788" y="90641"/>
                </a:lnTo>
                <a:lnTo>
                  <a:pt x="41948" y="89512"/>
                </a:lnTo>
                <a:lnTo>
                  <a:pt x="41667" y="88372"/>
                </a:lnTo>
                <a:lnTo>
                  <a:pt x="41667" y="11628"/>
                </a:lnTo>
                <a:lnTo>
                  <a:pt x="41948" y="10488"/>
                </a:lnTo>
                <a:lnTo>
                  <a:pt x="42788" y="9359"/>
                </a:lnTo>
                <a:lnTo>
                  <a:pt x="44178" y="8253"/>
                </a:lnTo>
                <a:lnTo>
                  <a:pt x="46107" y="7178"/>
                </a:lnTo>
                <a:lnTo>
                  <a:pt x="48555" y="6147"/>
                </a:lnTo>
                <a:lnTo>
                  <a:pt x="51498" y="5168"/>
                </a:lnTo>
                <a:lnTo>
                  <a:pt x="54908" y="4251"/>
                </a:lnTo>
                <a:lnTo>
                  <a:pt x="58752" y="3406"/>
                </a:lnTo>
                <a:lnTo>
                  <a:pt x="62994" y="2639"/>
                </a:lnTo>
                <a:lnTo>
                  <a:pt x="67592" y="1960"/>
                </a:lnTo>
                <a:lnTo>
                  <a:pt x="72502" y="1373"/>
                </a:lnTo>
                <a:lnTo>
                  <a:pt x="77677" y="885"/>
                </a:lnTo>
                <a:lnTo>
                  <a:pt x="83067" y="501"/>
                </a:lnTo>
                <a:lnTo>
                  <a:pt x="88620" y="223"/>
                </a:lnTo>
                <a:lnTo>
                  <a:pt x="94282" y="5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2653964155-48"/>
          <p:cNvSpPr/>
          <p:nvPr/>
        </p:nvSpPr>
        <p:spPr>
          <a:xfrm>
            <a:off x="621506" y="2020922"/>
            <a:ext cx="171450" cy="170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5889" y="778"/>
                </a:moveTo>
                <a:lnTo>
                  <a:pt x="45889" y="778"/>
                </a:lnTo>
                <a:cubicBezTo>
                  <a:pt x="48630" y="-259"/>
                  <a:pt x="51426" y="-259"/>
                  <a:pt x="54278" y="778"/>
                </a:cubicBezTo>
                <a:lnTo>
                  <a:pt x="54278" y="778"/>
                </a:lnTo>
                <a:lnTo>
                  <a:pt x="91778" y="14056"/>
                </a:lnTo>
                <a:cubicBezTo>
                  <a:pt x="94259" y="15093"/>
                  <a:pt x="96222" y="16667"/>
                  <a:pt x="97667" y="18778"/>
                </a:cubicBezTo>
                <a:lnTo>
                  <a:pt x="97667" y="18778"/>
                </a:lnTo>
                <a:cubicBezTo>
                  <a:pt x="99222" y="20852"/>
                  <a:pt x="100000" y="23259"/>
                  <a:pt x="100000" y="26000"/>
                </a:cubicBezTo>
                <a:lnTo>
                  <a:pt x="100000" y="26000"/>
                </a:lnTo>
                <a:lnTo>
                  <a:pt x="100000" y="73222"/>
                </a:lnTo>
                <a:cubicBezTo>
                  <a:pt x="100000" y="75963"/>
                  <a:pt x="99222" y="78370"/>
                  <a:pt x="97667" y="80444"/>
                </a:cubicBezTo>
                <a:lnTo>
                  <a:pt x="97667" y="80444"/>
                </a:lnTo>
                <a:cubicBezTo>
                  <a:pt x="96222" y="82556"/>
                  <a:pt x="94259" y="84130"/>
                  <a:pt x="91778" y="85167"/>
                </a:cubicBezTo>
                <a:lnTo>
                  <a:pt x="91778" y="85167"/>
                </a:lnTo>
                <a:lnTo>
                  <a:pt x="54278" y="98444"/>
                </a:lnTo>
                <a:cubicBezTo>
                  <a:pt x="51426" y="99481"/>
                  <a:pt x="48574" y="99481"/>
                  <a:pt x="45722" y="98444"/>
                </a:cubicBezTo>
                <a:lnTo>
                  <a:pt x="45722" y="98444"/>
                </a:lnTo>
                <a:lnTo>
                  <a:pt x="8222" y="85167"/>
                </a:lnTo>
                <a:cubicBezTo>
                  <a:pt x="5741" y="84241"/>
                  <a:pt x="3778" y="82667"/>
                  <a:pt x="2333" y="80444"/>
                </a:cubicBezTo>
                <a:lnTo>
                  <a:pt x="2333" y="80444"/>
                </a:lnTo>
                <a:cubicBezTo>
                  <a:pt x="778" y="78370"/>
                  <a:pt x="0" y="75963"/>
                  <a:pt x="0" y="73222"/>
                </a:cubicBezTo>
                <a:lnTo>
                  <a:pt x="0" y="73222"/>
                </a:lnTo>
                <a:lnTo>
                  <a:pt x="0" y="26000"/>
                </a:lnTo>
                <a:cubicBezTo>
                  <a:pt x="0" y="23259"/>
                  <a:pt x="778" y="20852"/>
                  <a:pt x="2333" y="18778"/>
                </a:cubicBezTo>
                <a:lnTo>
                  <a:pt x="2333" y="18778"/>
                </a:lnTo>
                <a:cubicBezTo>
                  <a:pt x="3778" y="16667"/>
                  <a:pt x="5796" y="15093"/>
                  <a:pt x="8389" y="14056"/>
                </a:cubicBezTo>
                <a:lnTo>
                  <a:pt x="8389" y="14056"/>
                </a:lnTo>
                <a:lnTo>
                  <a:pt x="45889" y="778"/>
                </a:lnTo>
                <a:moveTo>
                  <a:pt x="50000" y="12500"/>
                </a:moveTo>
                <a:lnTo>
                  <a:pt x="50000" y="12500"/>
                </a:lnTo>
                <a:lnTo>
                  <a:pt x="16000" y="24611"/>
                </a:lnTo>
                <a:lnTo>
                  <a:pt x="50000" y="36722"/>
                </a:lnTo>
                <a:lnTo>
                  <a:pt x="84000" y="24611"/>
                </a:lnTo>
                <a:lnTo>
                  <a:pt x="50000" y="12500"/>
                </a:lnTo>
                <a:moveTo>
                  <a:pt x="56278" y="84556"/>
                </a:moveTo>
                <a:lnTo>
                  <a:pt x="56278" y="84556"/>
                </a:lnTo>
                <a:lnTo>
                  <a:pt x="87500" y="73444"/>
                </a:lnTo>
                <a:lnTo>
                  <a:pt x="87500" y="36722"/>
                </a:lnTo>
                <a:lnTo>
                  <a:pt x="56278" y="47833"/>
                </a:lnTo>
                <a:lnTo>
                  <a:pt x="56278" y="84556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2653963058-19"/>
          <p:cNvSpPr/>
          <p:nvPr/>
        </p:nvSpPr>
        <p:spPr>
          <a:xfrm>
            <a:off x="4643438" y="1870234"/>
            <a:ext cx="4100513" cy="737235"/>
          </a:xfrm>
          <a:prstGeom prst="roundRect">
            <a:avLst>
              <a:gd name="adj" fmla="val 15504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42863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el-1792653963064-23"/>
          <p:cNvSpPr/>
          <p:nvPr/>
        </p:nvSpPr>
        <p:spPr>
          <a:xfrm>
            <a:off x="4643438" y="1870234"/>
            <a:ext cx="85725" cy="7372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56"/>
                </a:lnTo>
                <a:lnTo>
                  <a:pt x="80491" y="223"/>
                </a:lnTo>
                <a:lnTo>
                  <a:pt x="70972" y="501"/>
                </a:lnTo>
                <a:lnTo>
                  <a:pt x="61732" y="885"/>
                </a:lnTo>
                <a:lnTo>
                  <a:pt x="52860" y="1373"/>
                </a:lnTo>
                <a:lnTo>
                  <a:pt x="44443" y="1960"/>
                </a:lnTo>
                <a:lnTo>
                  <a:pt x="36561" y="2639"/>
                </a:lnTo>
                <a:lnTo>
                  <a:pt x="29289" y="3406"/>
                </a:lnTo>
                <a:lnTo>
                  <a:pt x="22699" y="4251"/>
                </a:lnTo>
                <a:lnTo>
                  <a:pt x="16853" y="5168"/>
                </a:lnTo>
                <a:lnTo>
                  <a:pt x="11808" y="6147"/>
                </a:lnTo>
                <a:lnTo>
                  <a:pt x="7612" y="7178"/>
                </a:lnTo>
                <a:lnTo>
                  <a:pt x="4306" y="8253"/>
                </a:lnTo>
                <a:lnTo>
                  <a:pt x="1921" y="9359"/>
                </a:lnTo>
                <a:lnTo>
                  <a:pt x="482" y="10488"/>
                </a:lnTo>
                <a:lnTo>
                  <a:pt x="0" y="11628"/>
                </a:lnTo>
                <a:lnTo>
                  <a:pt x="0" y="88372"/>
                </a:lnTo>
                <a:lnTo>
                  <a:pt x="482" y="89512"/>
                </a:lnTo>
                <a:lnTo>
                  <a:pt x="1921" y="90641"/>
                </a:lnTo>
                <a:lnTo>
                  <a:pt x="4306" y="91747"/>
                </a:lnTo>
                <a:lnTo>
                  <a:pt x="7612" y="92822"/>
                </a:lnTo>
                <a:lnTo>
                  <a:pt x="11808" y="93853"/>
                </a:lnTo>
                <a:lnTo>
                  <a:pt x="16853" y="94832"/>
                </a:lnTo>
                <a:lnTo>
                  <a:pt x="22699" y="95749"/>
                </a:lnTo>
                <a:lnTo>
                  <a:pt x="29289" y="96594"/>
                </a:lnTo>
                <a:lnTo>
                  <a:pt x="36561" y="97361"/>
                </a:lnTo>
                <a:lnTo>
                  <a:pt x="44443" y="98040"/>
                </a:lnTo>
                <a:lnTo>
                  <a:pt x="52860" y="98627"/>
                </a:lnTo>
                <a:lnTo>
                  <a:pt x="61732" y="99115"/>
                </a:lnTo>
                <a:lnTo>
                  <a:pt x="70972" y="99499"/>
                </a:lnTo>
                <a:lnTo>
                  <a:pt x="80491" y="99777"/>
                </a:lnTo>
                <a:lnTo>
                  <a:pt x="90198" y="9994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4282" y="99944"/>
                </a:lnTo>
                <a:lnTo>
                  <a:pt x="88620" y="99777"/>
                </a:lnTo>
                <a:lnTo>
                  <a:pt x="83067" y="99499"/>
                </a:lnTo>
                <a:lnTo>
                  <a:pt x="77677" y="99115"/>
                </a:lnTo>
                <a:lnTo>
                  <a:pt x="72502" y="98627"/>
                </a:lnTo>
                <a:lnTo>
                  <a:pt x="67592" y="98040"/>
                </a:lnTo>
                <a:lnTo>
                  <a:pt x="62994" y="97361"/>
                </a:lnTo>
                <a:lnTo>
                  <a:pt x="58752" y="96594"/>
                </a:lnTo>
                <a:lnTo>
                  <a:pt x="54908" y="95749"/>
                </a:lnTo>
                <a:lnTo>
                  <a:pt x="51498" y="94832"/>
                </a:lnTo>
                <a:lnTo>
                  <a:pt x="48555" y="93853"/>
                </a:lnTo>
                <a:lnTo>
                  <a:pt x="46107" y="92822"/>
                </a:lnTo>
                <a:lnTo>
                  <a:pt x="44178" y="91747"/>
                </a:lnTo>
                <a:lnTo>
                  <a:pt x="42788" y="90641"/>
                </a:lnTo>
                <a:lnTo>
                  <a:pt x="41948" y="89512"/>
                </a:lnTo>
                <a:lnTo>
                  <a:pt x="41667" y="88372"/>
                </a:lnTo>
                <a:lnTo>
                  <a:pt x="41667" y="11628"/>
                </a:lnTo>
                <a:lnTo>
                  <a:pt x="41948" y="10488"/>
                </a:lnTo>
                <a:lnTo>
                  <a:pt x="42788" y="9359"/>
                </a:lnTo>
                <a:lnTo>
                  <a:pt x="44178" y="8253"/>
                </a:lnTo>
                <a:lnTo>
                  <a:pt x="46107" y="7178"/>
                </a:lnTo>
                <a:lnTo>
                  <a:pt x="48555" y="6147"/>
                </a:lnTo>
                <a:lnTo>
                  <a:pt x="51498" y="5168"/>
                </a:lnTo>
                <a:lnTo>
                  <a:pt x="54908" y="4251"/>
                </a:lnTo>
                <a:lnTo>
                  <a:pt x="58752" y="3406"/>
                </a:lnTo>
                <a:lnTo>
                  <a:pt x="62994" y="2639"/>
                </a:lnTo>
                <a:lnTo>
                  <a:pt x="67592" y="1960"/>
                </a:lnTo>
                <a:lnTo>
                  <a:pt x="72502" y="1373"/>
                </a:lnTo>
                <a:lnTo>
                  <a:pt x="77677" y="885"/>
                </a:lnTo>
                <a:lnTo>
                  <a:pt x="83067" y="501"/>
                </a:lnTo>
                <a:lnTo>
                  <a:pt x="88620" y="223"/>
                </a:lnTo>
                <a:lnTo>
                  <a:pt x="94282" y="5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92653964217-49"/>
          <p:cNvSpPr/>
          <p:nvPr/>
        </p:nvSpPr>
        <p:spPr>
          <a:xfrm>
            <a:off x="4880967" y="2020253"/>
            <a:ext cx="139303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7533" y="0"/>
                </a:moveTo>
                <a:lnTo>
                  <a:pt x="37533" y="0"/>
                </a:lnTo>
                <a:cubicBezTo>
                  <a:pt x="35311" y="0"/>
                  <a:pt x="33511" y="593"/>
                  <a:pt x="32133" y="1778"/>
                </a:cubicBezTo>
                <a:lnTo>
                  <a:pt x="32133" y="1778"/>
                </a:lnTo>
                <a:lnTo>
                  <a:pt x="32133" y="1778"/>
                </a:lnTo>
                <a:cubicBezTo>
                  <a:pt x="30711" y="2926"/>
                  <a:pt x="30000" y="4426"/>
                  <a:pt x="30000" y="6278"/>
                </a:cubicBezTo>
                <a:lnTo>
                  <a:pt x="30000" y="6278"/>
                </a:lnTo>
                <a:cubicBezTo>
                  <a:pt x="30000" y="8093"/>
                  <a:pt x="30711" y="9574"/>
                  <a:pt x="32133" y="10722"/>
                </a:cubicBezTo>
                <a:lnTo>
                  <a:pt x="32133" y="10722"/>
                </a:lnTo>
                <a:cubicBezTo>
                  <a:pt x="33511" y="11907"/>
                  <a:pt x="35311" y="12500"/>
                  <a:pt x="37533" y="12500"/>
                </a:cubicBezTo>
                <a:lnTo>
                  <a:pt x="37533" y="12500"/>
                </a:lnTo>
                <a:lnTo>
                  <a:pt x="41267" y="12500"/>
                </a:lnTo>
                <a:lnTo>
                  <a:pt x="41267" y="19167"/>
                </a:lnTo>
                <a:cubicBezTo>
                  <a:pt x="29400" y="20981"/>
                  <a:pt x="19622" y="25537"/>
                  <a:pt x="11933" y="32833"/>
                </a:cubicBezTo>
                <a:lnTo>
                  <a:pt x="11933" y="32833"/>
                </a:lnTo>
                <a:cubicBezTo>
                  <a:pt x="4289" y="40130"/>
                  <a:pt x="311" y="48981"/>
                  <a:pt x="0" y="59389"/>
                </a:cubicBezTo>
                <a:lnTo>
                  <a:pt x="0" y="59389"/>
                </a:lnTo>
                <a:cubicBezTo>
                  <a:pt x="311" y="70833"/>
                  <a:pt x="5067" y="80407"/>
                  <a:pt x="14267" y="88111"/>
                </a:cubicBezTo>
                <a:lnTo>
                  <a:pt x="14267" y="88111"/>
                </a:lnTo>
                <a:cubicBezTo>
                  <a:pt x="23511" y="95778"/>
                  <a:pt x="35000" y="99741"/>
                  <a:pt x="48733" y="100000"/>
                </a:cubicBezTo>
                <a:lnTo>
                  <a:pt x="48733" y="100000"/>
                </a:lnTo>
                <a:cubicBezTo>
                  <a:pt x="62511" y="99741"/>
                  <a:pt x="74000" y="95778"/>
                  <a:pt x="83200" y="88111"/>
                </a:cubicBezTo>
                <a:lnTo>
                  <a:pt x="83200" y="88111"/>
                </a:lnTo>
                <a:cubicBezTo>
                  <a:pt x="92400" y="80407"/>
                  <a:pt x="97178" y="70833"/>
                  <a:pt x="97533" y="59389"/>
                </a:cubicBezTo>
                <a:lnTo>
                  <a:pt x="97533" y="59389"/>
                </a:lnTo>
                <a:cubicBezTo>
                  <a:pt x="97356" y="51056"/>
                  <a:pt x="94756" y="43685"/>
                  <a:pt x="89733" y="37278"/>
                </a:cubicBezTo>
                <a:lnTo>
                  <a:pt x="89733" y="37278"/>
                </a:lnTo>
                <a:lnTo>
                  <a:pt x="95400" y="32611"/>
                </a:lnTo>
                <a:cubicBezTo>
                  <a:pt x="96822" y="31315"/>
                  <a:pt x="97533" y="29815"/>
                  <a:pt x="97533" y="28111"/>
                </a:cubicBezTo>
                <a:lnTo>
                  <a:pt x="97533" y="28111"/>
                </a:lnTo>
                <a:cubicBezTo>
                  <a:pt x="97533" y="26444"/>
                  <a:pt x="96822" y="24944"/>
                  <a:pt x="95400" y="23611"/>
                </a:cubicBezTo>
                <a:lnTo>
                  <a:pt x="95400" y="23611"/>
                </a:lnTo>
                <a:cubicBezTo>
                  <a:pt x="93844" y="22463"/>
                  <a:pt x="92044" y="21889"/>
                  <a:pt x="90000" y="21889"/>
                </a:cubicBezTo>
                <a:lnTo>
                  <a:pt x="90000" y="21889"/>
                </a:lnTo>
                <a:cubicBezTo>
                  <a:pt x="87956" y="21889"/>
                  <a:pt x="86156" y="22463"/>
                  <a:pt x="84600" y="23611"/>
                </a:cubicBezTo>
                <a:lnTo>
                  <a:pt x="84600" y="23611"/>
                </a:lnTo>
                <a:lnTo>
                  <a:pt x="79667" y="27944"/>
                </a:lnTo>
                <a:cubicBezTo>
                  <a:pt x="72956" y="23389"/>
                  <a:pt x="65156" y="20463"/>
                  <a:pt x="56267" y="19167"/>
                </a:cubicBezTo>
                <a:lnTo>
                  <a:pt x="56267" y="19167"/>
                </a:lnTo>
                <a:lnTo>
                  <a:pt x="56267" y="12500"/>
                </a:lnTo>
                <a:lnTo>
                  <a:pt x="60000" y="12500"/>
                </a:lnTo>
                <a:cubicBezTo>
                  <a:pt x="62178" y="12500"/>
                  <a:pt x="63978" y="11907"/>
                  <a:pt x="65400" y="10722"/>
                </a:cubicBezTo>
                <a:lnTo>
                  <a:pt x="65400" y="10722"/>
                </a:lnTo>
                <a:cubicBezTo>
                  <a:pt x="66822" y="9574"/>
                  <a:pt x="67533" y="8093"/>
                  <a:pt x="67533" y="6278"/>
                </a:cubicBezTo>
                <a:lnTo>
                  <a:pt x="67533" y="6278"/>
                </a:lnTo>
                <a:cubicBezTo>
                  <a:pt x="67533" y="4426"/>
                  <a:pt x="66822" y="2926"/>
                  <a:pt x="65400" y="1778"/>
                </a:cubicBezTo>
                <a:lnTo>
                  <a:pt x="65400" y="1778"/>
                </a:lnTo>
                <a:cubicBezTo>
                  <a:pt x="63978" y="593"/>
                  <a:pt x="62178" y="0"/>
                  <a:pt x="60000" y="0"/>
                </a:cubicBezTo>
                <a:lnTo>
                  <a:pt x="60000" y="0"/>
                </a:lnTo>
                <a:lnTo>
                  <a:pt x="48733" y="0"/>
                </a:lnTo>
                <a:lnTo>
                  <a:pt x="37533" y="0"/>
                </a:lnTo>
                <a:moveTo>
                  <a:pt x="54400" y="37500"/>
                </a:moveTo>
                <a:lnTo>
                  <a:pt x="54400" y="37500"/>
                </a:lnTo>
                <a:lnTo>
                  <a:pt x="54400" y="62500"/>
                </a:lnTo>
                <a:cubicBezTo>
                  <a:pt x="54089" y="65352"/>
                  <a:pt x="52200" y="66907"/>
                  <a:pt x="48733" y="67167"/>
                </a:cubicBezTo>
                <a:lnTo>
                  <a:pt x="48733" y="67167"/>
                </a:lnTo>
                <a:cubicBezTo>
                  <a:pt x="45311" y="66907"/>
                  <a:pt x="43444" y="65352"/>
                  <a:pt x="43133" y="62500"/>
                </a:cubicBezTo>
                <a:lnTo>
                  <a:pt x="43133" y="62500"/>
                </a:lnTo>
                <a:lnTo>
                  <a:pt x="43133" y="37500"/>
                </a:lnTo>
                <a:cubicBezTo>
                  <a:pt x="43444" y="34648"/>
                  <a:pt x="45311" y="33093"/>
                  <a:pt x="48733" y="32833"/>
                </a:cubicBezTo>
                <a:lnTo>
                  <a:pt x="48733" y="32833"/>
                </a:lnTo>
                <a:cubicBezTo>
                  <a:pt x="52200" y="33093"/>
                  <a:pt x="54089" y="34648"/>
                  <a:pt x="54400" y="37500"/>
                </a:cubicBezTo>
                <a:lnTo>
                  <a:pt x="54400" y="37500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92653963060-20"/>
          <p:cNvSpPr/>
          <p:nvPr/>
        </p:nvSpPr>
        <p:spPr>
          <a:xfrm>
            <a:off x="400050" y="2750344"/>
            <a:ext cx="4100513" cy="737235"/>
          </a:xfrm>
          <a:prstGeom prst="roundRect">
            <a:avLst>
              <a:gd name="adj" fmla="val 15504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42863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el-1792653963065-24"/>
          <p:cNvSpPr/>
          <p:nvPr/>
        </p:nvSpPr>
        <p:spPr>
          <a:xfrm>
            <a:off x="400050" y="2750344"/>
            <a:ext cx="85725" cy="7372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56"/>
                </a:lnTo>
                <a:lnTo>
                  <a:pt x="80491" y="223"/>
                </a:lnTo>
                <a:lnTo>
                  <a:pt x="70972" y="501"/>
                </a:lnTo>
                <a:lnTo>
                  <a:pt x="61732" y="885"/>
                </a:lnTo>
                <a:lnTo>
                  <a:pt x="52860" y="1373"/>
                </a:lnTo>
                <a:lnTo>
                  <a:pt x="44443" y="1960"/>
                </a:lnTo>
                <a:lnTo>
                  <a:pt x="36561" y="2639"/>
                </a:lnTo>
                <a:lnTo>
                  <a:pt x="29289" y="3406"/>
                </a:lnTo>
                <a:lnTo>
                  <a:pt x="22699" y="4251"/>
                </a:lnTo>
                <a:lnTo>
                  <a:pt x="16853" y="5168"/>
                </a:lnTo>
                <a:lnTo>
                  <a:pt x="11808" y="6147"/>
                </a:lnTo>
                <a:lnTo>
                  <a:pt x="7612" y="7178"/>
                </a:lnTo>
                <a:lnTo>
                  <a:pt x="4306" y="8253"/>
                </a:lnTo>
                <a:lnTo>
                  <a:pt x="1921" y="9359"/>
                </a:lnTo>
                <a:lnTo>
                  <a:pt x="482" y="10488"/>
                </a:lnTo>
                <a:lnTo>
                  <a:pt x="0" y="11628"/>
                </a:lnTo>
                <a:lnTo>
                  <a:pt x="0" y="88372"/>
                </a:lnTo>
                <a:lnTo>
                  <a:pt x="482" y="89512"/>
                </a:lnTo>
                <a:lnTo>
                  <a:pt x="1921" y="90641"/>
                </a:lnTo>
                <a:lnTo>
                  <a:pt x="4306" y="91747"/>
                </a:lnTo>
                <a:lnTo>
                  <a:pt x="7612" y="92822"/>
                </a:lnTo>
                <a:lnTo>
                  <a:pt x="11808" y="93853"/>
                </a:lnTo>
                <a:lnTo>
                  <a:pt x="16853" y="94832"/>
                </a:lnTo>
                <a:lnTo>
                  <a:pt x="22699" y="95749"/>
                </a:lnTo>
                <a:lnTo>
                  <a:pt x="29289" y="96594"/>
                </a:lnTo>
                <a:lnTo>
                  <a:pt x="36561" y="97361"/>
                </a:lnTo>
                <a:lnTo>
                  <a:pt x="44443" y="98040"/>
                </a:lnTo>
                <a:lnTo>
                  <a:pt x="52860" y="98627"/>
                </a:lnTo>
                <a:lnTo>
                  <a:pt x="61732" y="99115"/>
                </a:lnTo>
                <a:lnTo>
                  <a:pt x="70972" y="99499"/>
                </a:lnTo>
                <a:lnTo>
                  <a:pt x="80491" y="99777"/>
                </a:lnTo>
                <a:lnTo>
                  <a:pt x="90198" y="9994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4282" y="99944"/>
                </a:lnTo>
                <a:lnTo>
                  <a:pt x="88620" y="99777"/>
                </a:lnTo>
                <a:lnTo>
                  <a:pt x="83067" y="99499"/>
                </a:lnTo>
                <a:lnTo>
                  <a:pt x="77677" y="99115"/>
                </a:lnTo>
                <a:lnTo>
                  <a:pt x="72502" y="98627"/>
                </a:lnTo>
                <a:lnTo>
                  <a:pt x="67592" y="98040"/>
                </a:lnTo>
                <a:lnTo>
                  <a:pt x="62994" y="97361"/>
                </a:lnTo>
                <a:lnTo>
                  <a:pt x="58752" y="96594"/>
                </a:lnTo>
                <a:lnTo>
                  <a:pt x="54908" y="95749"/>
                </a:lnTo>
                <a:lnTo>
                  <a:pt x="51498" y="94832"/>
                </a:lnTo>
                <a:lnTo>
                  <a:pt x="48555" y="93853"/>
                </a:lnTo>
                <a:lnTo>
                  <a:pt x="46107" y="92822"/>
                </a:lnTo>
                <a:lnTo>
                  <a:pt x="44178" y="91747"/>
                </a:lnTo>
                <a:lnTo>
                  <a:pt x="42788" y="90641"/>
                </a:lnTo>
                <a:lnTo>
                  <a:pt x="41948" y="89512"/>
                </a:lnTo>
                <a:lnTo>
                  <a:pt x="41667" y="88372"/>
                </a:lnTo>
                <a:lnTo>
                  <a:pt x="41667" y="11628"/>
                </a:lnTo>
                <a:lnTo>
                  <a:pt x="41948" y="10488"/>
                </a:lnTo>
                <a:lnTo>
                  <a:pt x="42788" y="9359"/>
                </a:lnTo>
                <a:lnTo>
                  <a:pt x="44178" y="8253"/>
                </a:lnTo>
                <a:lnTo>
                  <a:pt x="46107" y="7178"/>
                </a:lnTo>
                <a:lnTo>
                  <a:pt x="48555" y="6147"/>
                </a:lnTo>
                <a:lnTo>
                  <a:pt x="51498" y="5168"/>
                </a:lnTo>
                <a:lnTo>
                  <a:pt x="54908" y="4251"/>
                </a:lnTo>
                <a:lnTo>
                  <a:pt x="58752" y="3406"/>
                </a:lnTo>
                <a:lnTo>
                  <a:pt x="62994" y="2639"/>
                </a:lnTo>
                <a:lnTo>
                  <a:pt x="67592" y="1960"/>
                </a:lnTo>
                <a:lnTo>
                  <a:pt x="72502" y="1373"/>
                </a:lnTo>
                <a:lnTo>
                  <a:pt x="77677" y="885"/>
                </a:lnTo>
                <a:lnTo>
                  <a:pt x="83067" y="501"/>
                </a:lnTo>
                <a:lnTo>
                  <a:pt x="88620" y="223"/>
                </a:lnTo>
                <a:lnTo>
                  <a:pt x="94282" y="5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2653964235-50"/>
          <p:cNvSpPr/>
          <p:nvPr/>
        </p:nvSpPr>
        <p:spPr>
          <a:xfrm>
            <a:off x="600075" y="2900363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0087" y="222"/>
                </a:moveTo>
                <a:lnTo>
                  <a:pt x="60087" y="222"/>
                </a:lnTo>
                <a:cubicBezTo>
                  <a:pt x="58754" y="-185"/>
                  <a:pt x="57478" y="0"/>
                  <a:pt x="56261" y="778"/>
                </a:cubicBezTo>
                <a:lnTo>
                  <a:pt x="56261" y="778"/>
                </a:lnTo>
                <a:lnTo>
                  <a:pt x="56261" y="778"/>
                </a:lnTo>
                <a:cubicBezTo>
                  <a:pt x="55130" y="1556"/>
                  <a:pt x="54362" y="2796"/>
                  <a:pt x="53957" y="4500"/>
                </a:cubicBezTo>
                <a:lnTo>
                  <a:pt x="53957" y="4500"/>
                </a:lnTo>
                <a:lnTo>
                  <a:pt x="34391" y="92000"/>
                </a:lnTo>
                <a:cubicBezTo>
                  <a:pt x="34072" y="93704"/>
                  <a:pt x="34232" y="95333"/>
                  <a:pt x="34870" y="96889"/>
                </a:cubicBezTo>
                <a:lnTo>
                  <a:pt x="34870" y="96889"/>
                </a:lnTo>
                <a:cubicBezTo>
                  <a:pt x="35478" y="98296"/>
                  <a:pt x="36435" y="99259"/>
                  <a:pt x="37739" y="99778"/>
                </a:cubicBezTo>
                <a:lnTo>
                  <a:pt x="37739" y="99778"/>
                </a:lnTo>
                <a:cubicBezTo>
                  <a:pt x="39072" y="100185"/>
                  <a:pt x="40348" y="100000"/>
                  <a:pt x="41565" y="99222"/>
                </a:cubicBezTo>
                <a:lnTo>
                  <a:pt x="41565" y="99222"/>
                </a:lnTo>
                <a:cubicBezTo>
                  <a:pt x="42696" y="98444"/>
                  <a:pt x="43464" y="97204"/>
                  <a:pt x="43870" y="95500"/>
                </a:cubicBezTo>
                <a:lnTo>
                  <a:pt x="43870" y="95500"/>
                </a:lnTo>
                <a:lnTo>
                  <a:pt x="63435" y="8000"/>
                </a:lnTo>
                <a:cubicBezTo>
                  <a:pt x="63754" y="6296"/>
                  <a:pt x="63594" y="4667"/>
                  <a:pt x="62957" y="3111"/>
                </a:cubicBezTo>
                <a:lnTo>
                  <a:pt x="62957" y="3111"/>
                </a:lnTo>
                <a:cubicBezTo>
                  <a:pt x="62348" y="1704"/>
                  <a:pt x="61391" y="741"/>
                  <a:pt x="60087" y="222"/>
                </a:cubicBezTo>
                <a:lnTo>
                  <a:pt x="60087" y="222"/>
                </a:lnTo>
                <a:moveTo>
                  <a:pt x="72304" y="23611"/>
                </a:moveTo>
                <a:lnTo>
                  <a:pt x="72304" y="23611"/>
                </a:lnTo>
                <a:cubicBezTo>
                  <a:pt x="71377" y="24944"/>
                  <a:pt x="70913" y="26444"/>
                  <a:pt x="70913" y="28111"/>
                </a:cubicBezTo>
                <a:lnTo>
                  <a:pt x="70913" y="28111"/>
                </a:lnTo>
                <a:lnTo>
                  <a:pt x="70913" y="28111"/>
                </a:lnTo>
                <a:cubicBezTo>
                  <a:pt x="70913" y="29815"/>
                  <a:pt x="71377" y="31315"/>
                  <a:pt x="72304" y="32611"/>
                </a:cubicBezTo>
                <a:lnTo>
                  <a:pt x="72304" y="32611"/>
                </a:lnTo>
                <a:lnTo>
                  <a:pt x="86043" y="50000"/>
                </a:lnTo>
                <a:lnTo>
                  <a:pt x="72304" y="67389"/>
                </a:lnTo>
                <a:cubicBezTo>
                  <a:pt x="71377" y="68685"/>
                  <a:pt x="70913" y="70185"/>
                  <a:pt x="70913" y="71889"/>
                </a:cubicBezTo>
                <a:lnTo>
                  <a:pt x="70913" y="71889"/>
                </a:lnTo>
                <a:cubicBezTo>
                  <a:pt x="70913" y="73556"/>
                  <a:pt x="71377" y="75056"/>
                  <a:pt x="72304" y="76389"/>
                </a:cubicBezTo>
                <a:lnTo>
                  <a:pt x="72304" y="76389"/>
                </a:lnTo>
                <a:cubicBezTo>
                  <a:pt x="73319" y="77537"/>
                  <a:pt x="74493" y="78111"/>
                  <a:pt x="75826" y="78111"/>
                </a:cubicBezTo>
                <a:lnTo>
                  <a:pt x="75826" y="78111"/>
                </a:lnTo>
                <a:cubicBezTo>
                  <a:pt x="77130" y="78111"/>
                  <a:pt x="78304" y="77537"/>
                  <a:pt x="79348" y="76389"/>
                </a:cubicBezTo>
                <a:lnTo>
                  <a:pt x="79348" y="76389"/>
                </a:lnTo>
                <a:lnTo>
                  <a:pt x="96435" y="54500"/>
                </a:lnTo>
                <a:cubicBezTo>
                  <a:pt x="97362" y="53204"/>
                  <a:pt x="97826" y="51704"/>
                  <a:pt x="97826" y="50000"/>
                </a:cubicBezTo>
                <a:lnTo>
                  <a:pt x="97826" y="50000"/>
                </a:lnTo>
                <a:cubicBezTo>
                  <a:pt x="97826" y="48296"/>
                  <a:pt x="97362" y="46796"/>
                  <a:pt x="96435" y="45500"/>
                </a:cubicBezTo>
                <a:lnTo>
                  <a:pt x="96435" y="45500"/>
                </a:lnTo>
                <a:lnTo>
                  <a:pt x="79348" y="23611"/>
                </a:lnTo>
                <a:cubicBezTo>
                  <a:pt x="78304" y="22463"/>
                  <a:pt x="77130" y="21889"/>
                  <a:pt x="75826" y="21889"/>
                </a:cubicBezTo>
                <a:lnTo>
                  <a:pt x="75826" y="21889"/>
                </a:lnTo>
                <a:cubicBezTo>
                  <a:pt x="74493" y="21889"/>
                  <a:pt x="73319" y="22463"/>
                  <a:pt x="72304" y="23611"/>
                </a:cubicBezTo>
                <a:lnTo>
                  <a:pt x="72304" y="23611"/>
                </a:lnTo>
                <a:moveTo>
                  <a:pt x="25522" y="23611"/>
                </a:moveTo>
                <a:lnTo>
                  <a:pt x="25522" y="23611"/>
                </a:lnTo>
                <a:cubicBezTo>
                  <a:pt x="24507" y="22463"/>
                  <a:pt x="23333" y="21889"/>
                  <a:pt x="22000" y="21889"/>
                </a:cubicBezTo>
                <a:lnTo>
                  <a:pt x="22000" y="21889"/>
                </a:lnTo>
                <a:lnTo>
                  <a:pt x="22000" y="21889"/>
                </a:lnTo>
                <a:cubicBezTo>
                  <a:pt x="20696" y="21889"/>
                  <a:pt x="19522" y="22463"/>
                  <a:pt x="18478" y="23611"/>
                </a:cubicBezTo>
                <a:lnTo>
                  <a:pt x="18478" y="23611"/>
                </a:lnTo>
                <a:lnTo>
                  <a:pt x="1391" y="45500"/>
                </a:lnTo>
                <a:cubicBezTo>
                  <a:pt x="464" y="46796"/>
                  <a:pt x="0" y="48296"/>
                  <a:pt x="0" y="50000"/>
                </a:cubicBezTo>
                <a:lnTo>
                  <a:pt x="0" y="50000"/>
                </a:lnTo>
                <a:cubicBezTo>
                  <a:pt x="0" y="51704"/>
                  <a:pt x="464" y="53204"/>
                  <a:pt x="1391" y="54500"/>
                </a:cubicBezTo>
                <a:lnTo>
                  <a:pt x="1391" y="54500"/>
                </a:lnTo>
                <a:lnTo>
                  <a:pt x="18478" y="76389"/>
                </a:lnTo>
                <a:cubicBezTo>
                  <a:pt x="19522" y="77537"/>
                  <a:pt x="20696" y="78111"/>
                  <a:pt x="22000" y="78111"/>
                </a:cubicBezTo>
                <a:lnTo>
                  <a:pt x="22000" y="78111"/>
                </a:lnTo>
                <a:cubicBezTo>
                  <a:pt x="23333" y="78111"/>
                  <a:pt x="24507" y="77537"/>
                  <a:pt x="25522" y="76389"/>
                </a:cubicBezTo>
                <a:lnTo>
                  <a:pt x="25522" y="76389"/>
                </a:lnTo>
                <a:cubicBezTo>
                  <a:pt x="26449" y="75056"/>
                  <a:pt x="26913" y="73556"/>
                  <a:pt x="26913" y="71889"/>
                </a:cubicBezTo>
                <a:lnTo>
                  <a:pt x="26913" y="71889"/>
                </a:lnTo>
                <a:cubicBezTo>
                  <a:pt x="26913" y="70185"/>
                  <a:pt x="26449" y="68685"/>
                  <a:pt x="25522" y="67389"/>
                </a:cubicBezTo>
                <a:lnTo>
                  <a:pt x="25522" y="67389"/>
                </a:lnTo>
                <a:lnTo>
                  <a:pt x="11783" y="50000"/>
                </a:lnTo>
                <a:lnTo>
                  <a:pt x="25522" y="32611"/>
                </a:lnTo>
                <a:cubicBezTo>
                  <a:pt x="26449" y="31315"/>
                  <a:pt x="26913" y="29815"/>
                  <a:pt x="26913" y="28111"/>
                </a:cubicBezTo>
                <a:lnTo>
                  <a:pt x="26913" y="28111"/>
                </a:lnTo>
                <a:cubicBezTo>
                  <a:pt x="26913" y="26444"/>
                  <a:pt x="26449" y="24944"/>
                  <a:pt x="25522" y="23611"/>
                </a:cubicBezTo>
                <a:lnTo>
                  <a:pt x="25522" y="23611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92653963062-21"/>
          <p:cNvSpPr/>
          <p:nvPr/>
        </p:nvSpPr>
        <p:spPr>
          <a:xfrm>
            <a:off x="4643438" y="2750344"/>
            <a:ext cx="4100513" cy="737235"/>
          </a:xfrm>
          <a:prstGeom prst="roundRect">
            <a:avLst>
              <a:gd name="adj" fmla="val 15504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42863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el-1792653963065-25"/>
          <p:cNvSpPr/>
          <p:nvPr/>
        </p:nvSpPr>
        <p:spPr>
          <a:xfrm>
            <a:off x="4643438" y="2750344"/>
            <a:ext cx="85725" cy="7372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56"/>
                </a:lnTo>
                <a:lnTo>
                  <a:pt x="80491" y="223"/>
                </a:lnTo>
                <a:lnTo>
                  <a:pt x="70972" y="501"/>
                </a:lnTo>
                <a:lnTo>
                  <a:pt x="61732" y="885"/>
                </a:lnTo>
                <a:lnTo>
                  <a:pt x="52860" y="1373"/>
                </a:lnTo>
                <a:lnTo>
                  <a:pt x="44443" y="1960"/>
                </a:lnTo>
                <a:lnTo>
                  <a:pt x="36561" y="2639"/>
                </a:lnTo>
                <a:lnTo>
                  <a:pt x="29289" y="3406"/>
                </a:lnTo>
                <a:lnTo>
                  <a:pt x="22699" y="4251"/>
                </a:lnTo>
                <a:lnTo>
                  <a:pt x="16853" y="5168"/>
                </a:lnTo>
                <a:lnTo>
                  <a:pt x="11808" y="6147"/>
                </a:lnTo>
                <a:lnTo>
                  <a:pt x="7612" y="7178"/>
                </a:lnTo>
                <a:lnTo>
                  <a:pt x="4306" y="8253"/>
                </a:lnTo>
                <a:lnTo>
                  <a:pt x="1921" y="9359"/>
                </a:lnTo>
                <a:lnTo>
                  <a:pt x="482" y="10488"/>
                </a:lnTo>
                <a:lnTo>
                  <a:pt x="0" y="11628"/>
                </a:lnTo>
                <a:lnTo>
                  <a:pt x="0" y="88372"/>
                </a:lnTo>
                <a:lnTo>
                  <a:pt x="482" y="89512"/>
                </a:lnTo>
                <a:lnTo>
                  <a:pt x="1921" y="90641"/>
                </a:lnTo>
                <a:lnTo>
                  <a:pt x="4306" y="91747"/>
                </a:lnTo>
                <a:lnTo>
                  <a:pt x="7612" y="92822"/>
                </a:lnTo>
                <a:lnTo>
                  <a:pt x="11808" y="93853"/>
                </a:lnTo>
                <a:lnTo>
                  <a:pt x="16853" y="94832"/>
                </a:lnTo>
                <a:lnTo>
                  <a:pt x="22699" y="95749"/>
                </a:lnTo>
                <a:lnTo>
                  <a:pt x="29289" y="96594"/>
                </a:lnTo>
                <a:lnTo>
                  <a:pt x="36561" y="97361"/>
                </a:lnTo>
                <a:lnTo>
                  <a:pt x="44443" y="98040"/>
                </a:lnTo>
                <a:lnTo>
                  <a:pt x="52860" y="98627"/>
                </a:lnTo>
                <a:lnTo>
                  <a:pt x="61732" y="99115"/>
                </a:lnTo>
                <a:lnTo>
                  <a:pt x="70972" y="99499"/>
                </a:lnTo>
                <a:lnTo>
                  <a:pt x="80491" y="99777"/>
                </a:lnTo>
                <a:lnTo>
                  <a:pt x="90198" y="9994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4282" y="99944"/>
                </a:lnTo>
                <a:lnTo>
                  <a:pt x="88620" y="99777"/>
                </a:lnTo>
                <a:lnTo>
                  <a:pt x="83067" y="99499"/>
                </a:lnTo>
                <a:lnTo>
                  <a:pt x="77677" y="99115"/>
                </a:lnTo>
                <a:lnTo>
                  <a:pt x="72502" y="98627"/>
                </a:lnTo>
                <a:lnTo>
                  <a:pt x="67592" y="98040"/>
                </a:lnTo>
                <a:lnTo>
                  <a:pt x="62994" y="97361"/>
                </a:lnTo>
                <a:lnTo>
                  <a:pt x="58752" y="96594"/>
                </a:lnTo>
                <a:lnTo>
                  <a:pt x="54908" y="95749"/>
                </a:lnTo>
                <a:lnTo>
                  <a:pt x="51498" y="94832"/>
                </a:lnTo>
                <a:lnTo>
                  <a:pt x="48555" y="93853"/>
                </a:lnTo>
                <a:lnTo>
                  <a:pt x="46107" y="92822"/>
                </a:lnTo>
                <a:lnTo>
                  <a:pt x="44178" y="91747"/>
                </a:lnTo>
                <a:lnTo>
                  <a:pt x="42788" y="90641"/>
                </a:lnTo>
                <a:lnTo>
                  <a:pt x="41948" y="89512"/>
                </a:lnTo>
                <a:lnTo>
                  <a:pt x="41667" y="88372"/>
                </a:lnTo>
                <a:lnTo>
                  <a:pt x="41667" y="11628"/>
                </a:lnTo>
                <a:lnTo>
                  <a:pt x="41948" y="10488"/>
                </a:lnTo>
                <a:lnTo>
                  <a:pt x="42788" y="9359"/>
                </a:lnTo>
                <a:lnTo>
                  <a:pt x="44178" y="8253"/>
                </a:lnTo>
                <a:lnTo>
                  <a:pt x="46107" y="7178"/>
                </a:lnTo>
                <a:lnTo>
                  <a:pt x="48555" y="6147"/>
                </a:lnTo>
                <a:lnTo>
                  <a:pt x="51498" y="5168"/>
                </a:lnTo>
                <a:lnTo>
                  <a:pt x="54908" y="4251"/>
                </a:lnTo>
                <a:lnTo>
                  <a:pt x="58752" y="3406"/>
                </a:lnTo>
                <a:lnTo>
                  <a:pt x="62994" y="2639"/>
                </a:lnTo>
                <a:lnTo>
                  <a:pt x="67592" y="1960"/>
                </a:lnTo>
                <a:lnTo>
                  <a:pt x="72502" y="1373"/>
                </a:lnTo>
                <a:lnTo>
                  <a:pt x="77677" y="885"/>
                </a:lnTo>
                <a:lnTo>
                  <a:pt x="83067" y="501"/>
                </a:lnTo>
                <a:lnTo>
                  <a:pt x="88620" y="223"/>
                </a:lnTo>
                <a:lnTo>
                  <a:pt x="94282" y="5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2653964248-51"/>
          <p:cNvSpPr/>
          <p:nvPr/>
        </p:nvSpPr>
        <p:spPr>
          <a:xfrm>
            <a:off x="4864894" y="2911078"/>
            <a:ext cx="171450" cy="1500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50000" y="0"/>
                </a:lnTo>
                <a:cubicBezTo>
                  <a:pt x="53000" y="167"/>
                  <a:pt x="55278" y="1625"/>
                  <a:pt x="56833" y="4375"/>
                </a:cubicBezTo>
                <a:lnTo>
                  <a:pt x="56833" y="4375"/>
                </a:lnTo>
                <a:lnTo>
                  <a:pt x="99000" y="85250"/>
                </a:lnTo>
                <a:cubicBezTo>
                  <a:pt x="100333" y="88167"/>
                  <a:pt x="100333" y="91104"/>
                  <a:pt x="99000" y="94063"/>
                </a:cubicBezTo>
                <a:lnTo>
                  <a:pt x="99000" y="94063"/>
                </a:lnTo>
                <a:cubicBezTo>
                  <a:pt x="97444" y="96813"/>
                  <a:pt x="95167" y="98271"/>
                  <a:pt x="92167" y="98438"/>
                </a:cubicBezTo>
                <a:lnTo>
                  <a:pt x="92167" y="98438"/>
                </a:lnTo>
                <a:lnTo>
                  <a:pt x="7833" y="98438"/>
                </a:lnTo>
                <a:cubicBezTo>
                  <a:pt x="4833" y="98271"/>
                  <a:pt x="2556" y="96813"/>
                  <a:pt x="1000" y="94063"/>
                </a:cubicBezTo>
                <a:lnTo>
                  <a:pt x="1000" y="94063"/>
                </a:lnTo>
                <a:cubicBezTo>
                  <a:pt x="-333" y="91104"/>
                  <a:pt x="-333" y="88167"/>
                  <a:pt x="1000" y="85250"/>
                </a:cubicBezTo>
                <a:lnTo>
                  <a:pt x="1000" y="85250"/>
                </a:lnTo>
                <a:lnTo>
                  <a:pt x="43333" y="4375"/>
                </a:lnTo>
                <a:cubicBezTo>
                  <a:pt x="44926" y="1625"/>
                  <a:pt x="47148" y="167"/>
                  <a:pt x="50000" y="0"/>
                </a:cubicBezTo>
                <a:lnTo>
                  <a:pt x="50000" y="0"/>
                </a:lnTo>
                <a:moveTo>
                  <a:pt x="50000" y="28125"/>
                </a:moveTo>
                <a:lnTo>
                  <a:pt x="50000" y="28125"/>
                </a:lnTo>
                <a:cubicBezTo>
                  <a:pt x="47148" y="28417"/>
                  <a:pt x="45593" y="30167"/>
                  <a:pt x="45333" y="33375"/>
                </a:cubicBezTo>
                <a:lnTo>
                  <a:pt x="45333" y="33375"/>
                </a:lnTo>
                <a:lnTo>
                  <a:pt x="45333" y="58000"/>
                </a:lnTo>
                <a:cubicBezTo>
                  <a:pt x="45593" y="61208"/>
                  <a:pt x="47148" y="62979"/>
                  <a:pt x="50000" y="63313"/>
                </a:cubicBezTo>
                <a:lnTo>
                  <a:pt x="50000" y="63313"/>
                </a:lnTo>
                <a:cubicBezTo>
                  <a:pt x="52852" y="62979"/>
                  <a:pt x="54407" y="61208"/>
                  <a:pt x="54667" y="58000"/>
                </a:cubicBezTo>
                <a:lnTo>
                  <a:pt x="54667" y="58000"/>
                </a:lnTo>
                <a:lnTo>
                  <a:pt x="54667" y="33375"/>
                </a:lnTo>
                <a:cubicBezTo>
                  <a:pt x="54407" y="30167"/>
                  <a:pt x="52852" y="28417"/>
                  <a:pt x="50000" y="28125"/>
                </a:cubicBezTo>
                <a:lnTo>
                  <a:pt x="50000" y="28125"/>
                </a:lnTo>
                <a:moveTo>
                  <a:pt x="56278" y="77375"/>
                </a:moveTo>
                <a:lnTo>
                  <a:pt x="56278" y="77375"/>
                </a:lnTo>
                <a:cubicBezTo>
                  <a:pt x="56278" y="75292"/>
                  <a:pt x="55685" y="73604"/>
                  <a:pt x="54500" y="72313"/>
                </a:cubicBezTo>
                <a:lnTo>
                  <a:pt x="54500" y="72313"/>
                </a:lnTo>
                <a:lnTo>
                  <a:pt x="54500" y="72313"/>
                </a:lnTo>
                <a:cubicBezTo>
                  <a:pt x="53315" y="70979"/>
                  <a:pt x="51815" y="70313"/>
                  <a:pt x="50000" y="70313"/>
                </a:cubicBezTo>
                <a:lnTo>
                  <a:pt x="50000" y="70313"/>
                </a:lnTo>
                <a:cubicBezTo>
                  <a:pt x="48185" y="70313"/>
                  <a:pt x="46685" y="70979"/>
                  <a:pt x="45500" y="72313"/>
                </a:cubicBezTo>
                <a:lnTo>
                  <a:pt x="45500" y="72313"/>
                </a:lnTo>
                <a:cubicBezTo>
                  <a:pt x="44352" y="73604"/>
                  <a:pt x="43778" y="75292"/>
                  <a:pt x="43778" y="77375"/>
                </a:cubicBezTo>
                <a:lnTo>
                  <a:pt x="43778" y="77375"/>
                </a:lnTo>
                <a:cubicBezTo>
                  <a:pt x="43778" y="79417"/>
                  <a:pt x="44352" y="81083"/>
                  <a:pt x="45500" y="82375"/>
                </a:cubicBezTo>
                <a:lnTo>
                  <a:pt x="45500" y="82375"/>
                </a:lnTo>
                <a:cubicBezTo>
                  <a:pt x="46685" y="83708"/>
                  <a:pt x="48185" y="84375"/>
                  <a:pt x="50000" y="84375"/>
                </a:cubicBezTo>
                <a:lnTo>
                  <a:pt x="50000" y="84375"/>
                </a:lnTo>
                <a:cubicBezTo>
                  <a:pt x="51815" y="84375"/>
                  <a:pt x="53315" y="83708"/>
                  <a:pt x="54500" y="82375"/>
                </a:cubicBezTo>
                <a:lnTo>
                  <a:pt x="54500" y="82375"/>
                </a:lnTo>
                <a:cubicBezTo>
                  <a:pt x="55685" y="81083"/>
                  <a:pt x="56278" y="79417"/>
                  <a:pt x="56278" y="77375"/>
                </a:cubicBezTo>
                <a:lnTo>
                  <a:pt x="56278" y="77375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2653963034-9"/>
          <p:cNvSpPr/>
          <p:nvPr/>
        </p:nvSpPr>
        <p:spPr>
          <a:xfrm>
            <a:off x="400050" y="3730466"/>
            <a:ext cx="8343900" cy="348615"/>
          </a:xfrm>
          <a:prstGeom prst="roundRect">
            <a:avLst>
              <a:gd name="adj" fmla="val 27322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2653964036-45"/>
          <p:cNvSpPr/>
          <p:nvPr/>
        </p:nvSpPr>
        <p:spPr>
          <a:xfrm>
            <a:off x="2462808" y="3836015"/>
            <a:ext cx="176808" cy="1375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6263" y="0"/>
                </a:moveTo>
                <a:lnTo>
                  <a:pt x="16263" y="0"/>
                </a:lnTo>
                <a:cubicBezTo>
                  <a:pt x="13211" y="143"/>
                  <a:pt x="10667" y="1595"/>
                  <a:pt x="8632" y="4357"/>
                </a:cubicBezTo>
                <a:lnTo>
                  <a:pt x="8632" y="4357"/>
                </a:lnTo>
                <a:lnTo>
                  <a:pt x="8632" y="4357"/>
                </a:lnTo>
                <a:cubicBezTo>
                  <a:pt x="6596" y="7119"/>
                  <a:pt x="5526" y="10571"/>
                  <a:pt x="5421" y="14714"/>
                </a:cubicBezTo>
                <a:lnTo>
                  <a:pt x="5421" y="14714"/>
                </a:lnTo>
                <a:lnTo>
                  <a:pt x="5421" y="81000"/>
                </a:lnTo>
                <a:lnTo>
                  <a:pt x="16263" y="81000"/>
                </a:lnTo>
                <a:lnTo>
                  <a:pt x="16263" y="14714"/>
                </a:lnTo>
                <a:lnTo>
                  <a:pt x="81421" y="14714"/>
                </a:lnTo>
                <a:lnTo>
                  <a:pt x="81421" y="81000"/>
                </a:lnTo>
                <a:lnTo>
                  <a:pt x="92263" y="81000"/>
                </a:lnTo>
                <a:lnTo>
                  <a:pt x="92263" y="14714"/>
                </a:lnTo>
                <a:cubicBezTo>
                  <a:pt x="92158" y="10571"/>
                  <a:pt x="91088" y="7119"/>
                  <a:pt x="89053" y="4357"/>
                </a:cubicBezTo>
                <a:lnTo>
                  <a:pt x="89053" y="4357"/>
                </a:lnTo>
                <a:cubicBezTo>
                  <a:pt x="87018" y="1595"/>
                  <a:pt x="84474" y="143"/>
                  <a:pt x="81421" y="0"/>
                </a:cubicBezTo>
                <a:lnTo>
                  <a:pt x="81421" y="0"/>
                </a:lnTo>
                <a:lnTo>
                  <a:pt x="16263" y="0"/>
                </a:lnTo>
                <a:moveTo>
                  <a:pt x="38000" y="81000"/>
                </a:moveTo>
                <a:lnTo>
                  <a:pt x="38000" y="81000"/>
                </a:lnTo>
                <a:lnTo>
                  <a:pt x="38000" y="88429"/>
                </a:lnTo>
                <a:lnTo>
                  <a:pt x="5421" y="88429"/>
                </a:lnTo>
                <a:cubicBezTo>
                  <a:pt x="3842" y="88429"/>
                  <a:pt x="2544" y="89119"/>
                  <a:pt x="1526" y="90500"/>
                </a:cubicBezTo>
                <a:lnTo>
                  <a:pt x="1526" y="90500"/>
                </a:lnTo>
                <a:cubicBezTo>
                  <a:pt x="509" y="91881"/>
                  <a:pt x="0" y="93643"/>
                  <a:pt x="0" y="95786"/>
                </a:cubicBezTo>
                <a:lnTo>
                  <a:pt x="0" y="95786"/>
                </a:lnTo>
                <a:cubicBezTo>
                  <a:pt x="0" y="97929"/>
                  <a:pt x="509" y="99690"/>
                  <a:pt x="1526" y="101071"/>
                </a:cubicBezTo>
                <a:lnTo>
                  <a:pt x="1526" y="101071"/>
                </a:lnTo>
                <a:cubicBezTo>
                  <a:pt x="2544" y="102452"/>
                  <a:pt x="3842" y="103143"/>
                  <a:pt x="5421" y="103143"/>
                </a:cubicBezTo>
                <a:lnTo>
                  <a:pt x="5421" y="103143"/>
                </a:lnTo>
                <a:lnTo>
                  <a:pt x="92263" y="103143"/>
                </a:lnTo>
                <a:cubicBezTo>
                  <a:pt x="93842" y="103143"/>
                  <a:pt x="95140" y="102452"/>
                  <a:pt x="96158" y="101071"/>
                </a:cubicBezTo>
                <a:lnTo>
                  <a:pt x="96158" y="101071"/>
                </a:lnTo>
                <a:cubicBezTo>
                  <a:pt x="97175" y="99690"/>
                  <a:pt x="97684" y="97929"/>
                  <a:pt x="97684" y="95786"/>
                </a:cubicBezTo>
                <a:lnTo>
                  <a:pt x="97684" y="95786"/>
                </a:lnTo>
                <a:cubicBezTo>
                  <a:pt x="97684" y="93643"/>
                  <a:pt x="97175" y="91881"/>
                  <a:pt x="96158" y="90500"/>
                </a:cubicBezTo>
                <a:lnTo>
                  <a:pt x="96158" y="90500"/>
                </a:lnTo>
                <a:cubicBezTo>
                  <a:pt x="95140" y="89119"/>
                  <a:pt x="93842" y="88429"/>
                  <a:pt x="92263" y="88429"/>
                </a:cubicBezTo>
                <a:lnTo>
                  <a:pt x="92263" y="88429"/>
                </a:lnTo>
                <a:lnTo>
                  <a:pt x="70579" y="88429"/>
                </a:lnTo>
                <a:lnTo>
                  <a:pt x="70579" y="81000"/>
                </a:lnTo>
                <a:cubicBezTo>
                  <a:pt x="70579" y="78857"/>
                  <a:pt x="70070" y="77095"/>
                  <a:pt x="69053" y="75714"/>
                </a:cubicBezTo>
                <a:lnTo>
                  <a:pt x="69053" y="75714"/>
                </a:lnTo>
                <a:cubicBezTo>
                  <a:pt x="68035" y="74333"/>
                  <a:pt x="66737" y="73643"/>
                  <a:pt x="65158" y="73643"/>
                </a:cubicBezTo>
                <a:lnTo>
                  <a:pt x="65158" y="73643"/>
                </a:lnTo>
                <a:lnTo>
                  <a:pt x="43421" y="73643"/>
                </a:lnTo>
                <a:cubicBezTo>
                  <a:pt x="41842" y="73643"/>
                  <a:pt x="40544" y="74333"/>
                  <a:pt x="39526" y="75714"/>
                </a:cubicBezTo>
                <a:lnTo>
                  <a:pt x="39526" y="75714"/>
                </a:lnTo>
                <a:cubicBezTo>
                  <a:pt x="38509" y="77095"/>
                  <a:pt x="38000" y="78857"/>
                  <a:pt x="38000" y="81000"/>
                </a:cubicBezTo>
                <a:lnTo>
                  <a:pt x="38000" y="81000"/>
                </a:lnTo>
              </a:path>
            </a:pathLst>
          </a:cu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92653964074-46"/>
          <p:cNvSpPr/>
          <p:nvPr/>
        </p:nvSpPr>
        <p:spPr>
          <a:xfrm>
            <a:off x="6489576" y="3826193"/>
            <a:ext cx="186600" cy="1571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5750" y="18176"/>
                </a:moveTo>
                <a:lnTo>
                  <a:pt x="25750" y="18176"/>
                </a:lnTo>
                <a:cubicBezTo>
                  <a:pt x="28650" y="18059"/>
                  <a:pt x="30917" y="16549"/>
                  <a:pt x="32550" y="13647"/>
                </a:cubicBezTo>
                <a:lnTo>
                  <a:pt x="32550" y="13647"/>
                </a:lnTo>
                <a:cubicBezTo>
                  <a:pt x="33817" y="10627"/>
                  <a:pt x="33817" y="7588"/>
                  <a:pt x="32550" y="4529"/>
                </a:cubicBezTo>
                <a:lnTo>
                  <a:pt x="32550" y="4529"/>
                </a:lnTo>
                <a:cubicBezTo>
                  <a:pt x="30917" y="1627"/>
                  <a:pt x="28650" y="118"/>
                  <a:pt x="25750" y="0"/>
                </a:cubicBezTo>
                <a:lnTo>
                  <a:pt x="25750" y="0"/>
                </a:lnTo>
                <a:cubicBezTo>
                  <a:pt x="22850" y="118"/>
                  <a:pt x="20600" y="1627"/>
                  <a:pt x="19000" y="4529"/>
                </a:cubicBezTo>
                <a:lnTo>
                  <a:pt x="19000" y="4529"/>
                </a:lnTo>
                <a:cubicBezTo>
                  <a:pt x="17700" y="7588"/>
                  <a:pt x="17700" y="10627"/>
                  <a:pt x="19000" y="13647"/>
                </a:cubicBezTo>
                <a:lnTo>
                  <a:pt x="19000" y="13647"/>
                </a:lnTo>
                <a:cubicBezTo>
                  <a:pt x="20600" y="16549"/>
                  <a:pt x="22850" y="18059"/>
                  <a:pt x="25750" y="18176"/>
                </a:cubicBezTo>
                <a:lnTo>
                  <a:pt x="25750" y="18176"/>
                </a:lnTo>
                <a:moveTo>
                  <a:pt x="24500" y="91000"/>
                </a:moveTo>
                <a:lnTo>
                  <a:pt x="24500" y="91000"/>
                </a:lnTo>
                <a:lnTo>
                  <a:pt x="24500" y="66706"/>
                </a:lnTo>
                <a:lnTo>
                  <a:pt x="27050" y="66706"/>
                </a:lnTo>
                <a:lnTo>
                  <a:pt x="27050" y="91000"/>
                </a:lnTo>
                <a:cubicBezTo>
                  <a:pt x="27050" y="92765"/>
                  <a:pt x="27533" y="94216"/>
                  <a:pt x="28500" y="95353"/>
                </a:cubicBezTo>
                <a:lnTo>
                  <a:pt x="28500" y="95353"/>
                </a:lnTo>
                <a:cubicBezTo>
                  <a:pt x="29467" y="96490"/>
                  <a:pt x="30700" y="97059"/>
                  <a:pt x="32200" y="97059"/>
                </a:cubicBezTo>
                <a:lnTo>
                  <a:pt x="32200" y="97059"/>
                </a:lnTo>
                <a:cubicBezTo>
                  <a:pt x="33700" y="97059"/>
                  <a:pt x="34933" y="96490"/>
                  <a:pt x="35900" y="95353"/>
                </a:cubicBezTo>
                <a:lnTo>
                  <a:pt x="35900" y="95353"/>
                </a:lnTo>
                <a:cubicBezTo>
                  <a:pt x="36867" y="94216"/>
                  <a:pt x="37350" y="92765"/>
                  <a:pt x="37350" y="91000"/>
                </a:cubicBezTo>
                <a:lnTo>
                  <a:pt x="37350" y="91000"/>
                </a:lnTo>
                <a:lnTo>
                  <a:pt x="37350" y="36412"/>
                </a:lnTo>
                <a:lnTo>
                  <a:pt x="46400" y="36412"/>
                </a:lnTo>
                <a:lnTo>
                  <a:pt x="56700" y="36412"/>
                </a:lnTo>
                <a:lnTo>
                  <a:pt x="59300" y="36412"/>
                </a:lnTo>
                <a:cubicBezTo>
                  <a:pt x="60800" y="36412"/>
                  <a:pt x="62033" y="35843"/>
                  <a:pt x="63000" y="34706"/>
                </a:cubicBezTo>
                <a:lnTo>
                  <a:pt x="63000" y="34706"/>
                </a:lnTo>
                <a:cubicBezTo>
                  <a:pt x="63967" y="33569"/>
                  <a:pt x="64450" y="32118"/>
                  <a:pt x="64450" y="30353"/>
                </a:cubicBezTo>
                <a:lnTo>
                  <a:pt x="64450" y="30353"/>
                </a:lnTo>
                <a:cubicBezTo>
                  <a:pt x="64450" y="28588"/>
                  <a:pt x="63967" y="27137"/>
                  <a:pt x="63000" y="26000"/>
                </a:cubicBezTo>
                <a:lnTo>
                  <a:pt x="63000" y="26000"/>
                </a:lnTo>
                <a:cubicBezTo>
                  <a:pt x="62033" y="24863"/>
                  <a:pt x="60800" y="24294"/>
                  <a:pt x="59300" y="24294"/>
                </a:cubicBezTo>
                <a:lnTo>
                  <a:pt x="59300" y="24294"/>
                </a:lnTo>
                <a:lnTo>
                  <a:pt x="56700" y="24294"/>
                </a:lnTo>
                <a:lnTo>
                  <a:pt x="56700" y="12118"/>
                </a:lnTo>
                <a:lnTo>
                  <a:pt x="87650" y="12118"/>
                </a:lnTo>
                <a:lnTo>
                  <a:pt x="87650" y="48529"/>
                </a:lnTo>
                <a:lnTo>
                  <a:pt x="56700" y="48529"/>
                </a:lnTo>
                <a:lnTo>
                  <a:pt x="56700" y="42471"/>
                </a:lnTo>
                <a:lnTo>
                  <a:pt x="46400" y="42471"/>
                </a:lnTo>
                <a:lnTo>
                  <a:pt x="46400" y="51588"/>
                </a:lnTo>
                <a:cubicBezTo>
                  <a:pt x="46500" y="54098"/>
                  <a:pt x="47250" y="56235"/>
                  <a:pt x="48650" y="58000"/>
                </a:cubicBezTo>
                <a:lnTo>
                  <a:pt x="48650" y="58000"/>
                </a:lnTo>
                <a:cubicBezTo>
                  <a:pt x="50150" y="59647"/>
                  <a:pt x="51967" y="60529"/>
                  <a:pt x="54100" y="60647"/>
                </a:cubicBezTo>
                <a:lnTo>
                  <a:pt x="54100" y="60647"/>
                </a:lnTo>
                <a:lnTo>
                  <a:pt x="90200" y="60647"/>
                </a:lnTo>
                <a:cubicBezTo>
                  <a:pt x="92367" y="60529"/>
                  <a:pt x="94200" y="59647"/>
                  <a:pt x="95700" y="58000"/>
                </a:cubicBezTo>
                <a:lnTo>
                  <a:pt x="95700" y="58000"/>
                </a:lnTo>
                <a:cubicBezTo>
                  <a:pt x="97100" y="56235"/>
                  <a:pt x="97850" y="54098"/>
                  <a:pt x="97950" y="51588"/>
                </a:cubicBezTo>
                <a:lnTo>
                  <a:pt x="97950" y="51588"/>
                </a:lnTo>
                <a:lnTo>
                  <a:pt x="97950" y="9118"/>
                </a:lnTo>
                <a:cubicBezTo>
                  <a:pt x="97850" y="6569"/>
                  <a:pt x="97100" y="4412"/>
                  <a:pt x="95700" y="2647"/>
                </a:cubicBezTo>
                <a:lnTo>
                  <a:pt x="95700" y="2647"/>
                </a:lnTo>
                <a:cubicBezTo>
                  <a:pt x="94200" y="1000"/>
                  <a:pt x="92367" y="118"/>
                  <a:pt x="90200" y="0"/>
                </a:cubicBezTo>
                <a:lnTo>
                  <a:pt x="90200" y="0"/>
                </a:lnTo>
                <a:lnTo>
                  <a:pt x="54100" y="0"/>
                </a:lnTo>
                <a:cubicBezTo>
                  <a:pt x="51967" y="118"/>
                  <a:pt x="50150" y="1000"/>
                  <a:pt x="48650" y="2647"/>
                </a:cubicBezTo>
                <a:lnTo>
                  <a:pt x="48650" y="2647"/>
                </a:lnTo>
                <a:cubicBezTo>
                  <a:pt x="47250" y="4412"/>
                  <a:pt x="46500" y="6569"/>
                  <a:pt x="46400" y="9118"/>
                </a:cubicBezTo>
                <a:lnTo>
                  <a:pt x="46400" y="9118"/>
                </a:lnTo>
                <a:lnTo>
                  <a:pt x="46400" y="24294"/>
                </a:lnTo>
                <a:lnTo>
                  <a:pt x="34000" y="24294"/>
                </a:lnTo>
                <a:lnTo>
                  <a:pt x="23350" y="24294"/>
                </a:lnTo>
                <a:cubicBezTo>
                  <a:pt x="20550" y="24294"/>
                  <a:pt x="18017" y="25039"/>
                  <a:pt x="15750" y="26529"/>
                </a:cubicBezTo>
                <a:lnTo>
                  <a:pt x="15750" y="26529"/>
                </a:lnTo>
                <a:cubicBezTo>
                  <a:pt x="13417" y="28176"/>
                  <a:pt x="11550" y="30392"/>
                  <a:pt x="10150" y="33176"/>
                </a:cubicBezTo>
                <a:lnTo>
                  <a:pt x="10150" y="33176"/>
                </a:lnTo>
                <a:lnTo>
                  <a:pt x="800" y="51588"/>
                </a:lnTo>
                <a:cubicBezTo>
                  <a:pt x="33" y="52961"/>
                  <a:pt x="-183" y="54471"/>
                  <a:pt x="150" y="56118"/>
                </a:cubicBezTo>
                <a:lnTo>
                  <a:pt x="150" y="56118"/>
                </a:lnTo>
                <a:cubicBezTo>
                  <a:pt x="483" y="57647"/>
                  <a:pt x="1233" y="58902"/>
                  <a:pt x="2400" y="59882"/>
                </a:cubicBezTo>
                <a:lnTo>
                  <a:pt x="2400" y="59882"/>
                </a:lnTo>
                <a:cubicBezTo>
                  <a:pt x="3700" y="60667"/>
                  <a:pt x="5050" y="60863"/>
                  <a:pt x="6450" y="60471"/>
                </a:cubicBezTo>
                <a:lnTo>
                  <a:pt x="6450" y="60471"/>
                </a:lnTo>
                <a:cubicBezTo>
                  <a:pt x="7717" y="60078"/>
                  <a:pt x="8733" y="59196"/>
                  <a:pt x="9500" y="57824"/>
                </a:cubicBezTo>
                <a:lnTo>
                  <a:pt x="9500" y="57824"/>
                </a:lnTo>
                <a:lnTo>
                  <a:pt x="14150" y="48706"/>
                </a:lnTo>
                <a:lnTo>
                  <a:pt x="14150" y="91000"/>
                </a:lnTo>
                <a:cubicBezTo>
                  <a:pt x="14150" y="92765"/>
                  <a:pt x="14633" y="94216"/>
                  <a:pt x="15600" y="95353"/>
                </a:cubicBezTo>
                <a:lnTo>
                  <a:pt x="15600" y="95353"/>
                </a:lnTo>
                <a:cubicBezTo>
                  <a:pt x="16567" y="96490"/>
                  <a:pt x="17800" y="97059"/>
                  <a:pt x="19300" y="97059"/>
                </a:cubicBezTo>
                <a:lnTo>
                  <a:pt x="19300" y="97059"/>
                </a:lnTo>
                <a:cubicBezTo>
                  <a:pt x="20833" y="97059"/>
                  <a:pt x="22083" y="96490"/>
                  <a:pt x="23050" y="95353"/>
                </a:cubicBezTo>
                <a:lnTo>
                  <a:pt x="23050" y="95353"/>
                </a:lnTo>
                <a:cubicBezTo>
                  <a:pt x="24017" y="94216"/>
                  <a:pt x="24500" y="92765"/>
                  <a:pt x="24500" y="91000"/>
                </a:cubicBezTo>
                <a:lnTo>
                  <a:pt x="24500" y="91000"/>
                </a:lnTo>
              </a:path>
            </a:pathLst>
          </a:custGeom>
          <a:solidFill>
            <a:srgbClr val="FBBF24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9" name="el-1792653963017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92653963044-11"/>
          <p:cNvSpPr txBox="1"/>
          <p:nvPr/>
        </p:nvSpPr>
        <p:spPr>
          <a:xfrm>
            <a:off x="757238" y="139303"/>
            <a:ext cx="26820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案例概述 —— 教学痛点</a:t>
            </a:r>
            <a:endParaRPr/>
          </a:p>
        </p:txBody>
      </p:sp>
      <p:sp>
        <p:nvSpPr>
          <p:cNvPr id="31" name="el-1792653963022-5"/>
          <p:cNvSpPr txBox="1"/>
          <p:nvPr/>
        </p:nvSpPr>
        <p:spPr>
          <a:xfrm>
            <a:off x="8093869" y="185023"/>
            <a:ext cx="72009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42875"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痛点分析</a:t>
            </a:r>
            <a:endParaRPr/>
          </a:p>
        </p:txBody>
      </p:sp>
      <p:sp>
        <p:nvSpPr>
          <p:cNvPr id="32" name="el-1792653963046-12"/>
          <p:cNvSpPr txBox="1"/>
          <p:nvPr/>
        </p:nvSpPr>
        <p:spPr>
          <a:xfrm>
            <a:off x="2423517" y="1364456"/>
            <a:ext cx="4449842" cy="2057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spc="28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高中数学</a:t>
            </a:r>
            <a:r>
              <a:rPr sz="1230" b="1" spc="28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立体几何、圆锥曲线、动点轨迹</a:t>
            </a:r>
            <a:r>
              <a:rPr sz="1230" spc="28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的教学难点长期存在</a:t>
            </a:r>
            <a:endParaRPr/>
          </a:p>
        </p:txBody>
      </p:sp>
      <p:sp>
        <p:nvSpPr>
          <p:cNvPr id="33" name="el-1792653963086-30"/>
          <p:cNvSpPr txBox="1"/>
          <p:nvPr/>
        </p:nvSpPr>
        <p:spPr>
          <a:xfrm>
            <a:off x="892969" y="2023110"/>
            <a:ext cx="1115139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17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抽象概念难直观</a:t>
            </a:r>
            <a:endParaRPr/>
          </a:p>
        </p:txBody>
      </p:sp>
      <p:sp>
        <p:nvSpPr>
          <p:cNvPr id="34" name="el-1792653963071-26"/>
          <p:cNvSpPr txBox="1"/>
          <p:nvPr/>
        </p:nvSpPr>
        <p:spPr>
          <a:xfrm>
            <a:off x="892969" y="2263140"/>
            <a:ext cx="3514011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三维空间想象</a:t>
            </a:r>
            <a:r>
              <a:rPr sz="9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门槛高，立体几何难以直接呈现</a:t>
            </a:r>
            <a:endParaRPr/>
          </a:p>
        </p:txBody>
      </p:sp>
      <p:sp>
        <p:nvSpPr>
          <p:cNvPr id="35" name="el-1792653963087-31"/>
          <p:cNvSpPr txBox="1"/>
          <p:nvPr/>
        </p:nvSpPr>
        <p:spPr>
          <a:xfrm>
            <a:off x="5136356" y="2023110"/>
            <a:ext cx="1115139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17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动态演示成本高</a:t>
            </a:r>
            <a:endParaRPr/>
          </a:p>
        </p:txBody>
      </p:sp>
      <p:sp>
        <p:nvSpPr>
          <p:cNvPr id="36" name="el-1792653963072-27"/>
          <p:cNvSpPr txBox="1"/>
          <p:nvPr/>
        </p:nvSpPr>
        <p:spPr>
          <a:xfrm>
            <a:off x="5136356" y="2263140"/>
            <a:ext cx="3824907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手工建模需 </a:t>
            </a:r>
            <a:r>
              <a:rPr sz="950" b="1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15-30 分钟/题</a:t>
            </a:r>
            <a:r>
              <a:rPr sz="9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，课堂节奏受损</a:t>
            </a:r>
            <a:endParaRPr/>
          </a:p>
        </p:txBody>
      </p:sp>
      <p:sp>
        <p:nvSpPr>
          <p:cNvPr id="37" name="el-1792653963088-32"/>
          <p:cNvSpPr txBox="1"/>
          <p:nvPr/>
        </p:nvSpPr>
        <p:spPr>
          <a:xfrm>
            <a:off x="892969" y="2903220"/>
            <a:ext cx="1115139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17">
                <a:solidFill>
                  <a:srgbClr val="0B1F3A"/>
                </a:solidFill>
                <a:latin typeface="SimHei"/>
                <a:ea typeface="SimHei"/>
                <a:cs typeface="SimHei"/>
              </a:rPr>
              <a:t>脚本学习曲线陡</a:t>
            </a:r>
            <a:endParaRPr/>
          </a:p>
        </p:txBody>
      </p:sp>
      <p:sp>
        <p:nvSpPr>
          <p:cNvPr id="38" name="el-1792653963074-28"/>
          <p:cNvSpPr txBox="1"/>
          <p:nvPr/>
        </p:nvSpPr>
        <p:spPr>
          <a:xfrm>
            <a:off x="892969" y="3143250"/>
            <a:ext cx="3863769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GeoGebra 脚本</a:t>
            </a:r>
            <a:r>
              <a:rPr sz="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上手难</a:t>
            </a:r>
            <a:r>
              <a:rPr sz="9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，学生自主探索门槛高</a:t>
            </a:r>
            <a:endParaRPr/>
          </a:p>
        </p:txBody>
      </p:sp>
      <p:sp>
        <p:nvSpPr>
          <p:cNvPr id="39" name="el-1792653963089-33"/>
          <p:cNvSpPr txBox="1"/>
          <p:nvPr/>
        </p:nvSpPr>
        <p:spPr>
          <a:xfrm>
            <a:off x="5136356" y="2903220"/>
            <a:ext cx="1115139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17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手工建模易出错</a:t>
            </a:r>
            <a:endParaRPr/>
          </a:p>
        </p:txBody>
      </p:sp>
      <p:sp>
        <p:nvSpPr>
          <p:cNvPr id="40" name="el-1792653963074-29"/>
          <p:cNvSpPr txBox="1"/>
          <p:nvPr/>
        </p:nvSpPr>
        <p:spPr>
          <a:xfrm>
            <a:off x="5136356" y="3143250"/>
            <a:ext cx="3514011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细节</a:t>
            </a:r>
            <a:r>
              <a:rPr sz="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排查耗时</a:t>
            </a:r>
            <a:r>
              <a:rPr sz="9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，错误难定位拖慢教学节奏</a:t>
            </a:r>
            <a:endParaRPr/>
          </a:p>
        </p:txBody>
      </p:sp>
      <p:sp>
        <p:nvSpPr>
          <p:cNvPr id="41" name="el-1792653963048-13"/>
          <p:cNvSpPr txBox="1"/>
          <p:nvPr/>
        </p:nvSpPr>
        <p:spPr>
          <a:xfrm>
            <a:off x="2753916" y="3816191"/>
            <a:ext cx="3972050" cy="1771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60" spc="56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传统黑板 / 静态图难以表达 　　　　　　 与 ⁠⁠⁠⁠⁠⁠</a:t>
            </a:r>
            <a:endParaRPr/>
          </a:p>
        </p:txBody>
      </p:sp>
      <p:sp>
        <p:nvSpPr>
          <p:cNvPr id="42" name="el-1792653963051-15"/>
          <p:cNvSpPr/>
          <p:nvPr/>
        </p:nvSpPr>
        <p:spPr>
          <a:xfrm>
            <a:off x="4561195" y="3801904"/>
            <a:ext cx="742950" cy="205740"/>
          </a:xfrm>
          <a:prstGeom prst="roundRect">
            <a:avLst>
              <a:gd name="adj" fmla="val 50000"/>
            </a:avLst>
          </a:prstGeom>
          <a:solidFill>
            <a:srgbClr val="E8642C">
              <a:alpha val="3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el-1792653963051-15__text"/>
          <p:cNvSpPr txBox="1"/>
          <p:nvPr/>
        </p:nvSpPr>
        <p:spPr>
          <a:xfrm>
            <a:off x="4561195" y="3801904"/>
            <a:ext cx="742950" cy="2057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60" b="1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动态过程</a:t>
            </a:r>
            <a:endParaRPr/>
          </a:p>
        </p:txBody>
      </p:sp>
      <p:sp>
        <p:nvSpPr>
          <p:cNvPr id="44" name="el-1792653963052-16"/>
          <p:cNvSpPr/>
          <p:nvPr/>
        </p:nvSpPr>
        <p:spPr>
          <a:xfrm>
            <a:off x="5598825" y="3801904"/>
            <a:ext cx="742950" cy="205740"/>
          </a:xfrm>
          <a:prstGeom prst="roundRect">
            <a:avLst>
              <a:gd name="adj" fmla="val 50000"/>
            </a:avLst>
          </a:prstGeom>
          <a:solidFill>
            <a:srgbClr val="E8642C">
              <a:alpha val="3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el-1792653963052-16__text"/>
          <p:cNvSpPr txBox="1"/>
          <p:nvPr/>
        </p:nvSpPr>
        <p:spPr>
          <a:xfrm>
            <a:off x="5598825" y="3801904"/>
            <a:ext cx="742950" cy="2057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60" b="1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空间结构</a:t>
            </a:r>
            <a:endParaRPr/>
          </a:p>
        </p:txBody>
      </p:sp>
      <p:sp>
        <p:nvSpPr>
          <p:cNvPr id="46" name="el-1792653963049-14"/>
          <p:cNvSpPr txBox="1"/>
          <p:nvPr/>
        </p:nvSpPr>
        <p:spPr>
          <a:xfrm>
            <a:off x="485775" y="4907042"/>
            <a:ext cx="165761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教研成果 · 痛点背景</a:t>
            </a:r>
            <a:endParaRPr/>
          </a:p>
        </p:txBody>
      </p:sp>
      <p:sp>
        <p:nvSpPr>
          <p:cNvPr id="47" name="el-1792653963026-7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3098-1"/>
          <p:cNvSpPr/>
          <p:nvPr/>
        </p:nvSpPr>
        <p:spPr>
          <a:xfrm>
            <a:off x="8572500" y="45720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5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75000"/>
                </a:lnTo>
                <a:cubicBezTo>
                  <a:pt x="0" y="33579"/>
                  <a:pt x="33579" y="0"/>
                  <a:pt x="75000" y="0"/>
                </a:cubicBezTo>
                <a:close/>
              </a:path>
            </a:pathLst>
          </a:custGeom>
          <a:gradFill rotWithShape="1">
            <a:gsLst>
              <a:gs pos="0">
                <a:srgbClr val="E8642C">
                  <a:alpha val="8000"/>
                </a:srgbClr>
              </a:gs>
              <a:gs pos="70000">
                <a:srgbClr val="E8642C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el-1792653963100-2"/>
          <p:cNvSpPr/>
          <p:nvPr/>
        </p:nvSpPr>
        <p:spPr>
          <a:xfrm>
            <a:off x="400050" y="1000125"/>
            <a:ext cx="1143000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>
                  <a:alpha val="15000"/>
                </a:srgbClr>
              </a:gs>
              <a:gs pos="100000">
                <a:srgbClr val="2563EB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" name="el-1792653964747-6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5" name="el-1792653963100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2653963129-17"/>
          <p:cNvSpPr/>
          <p:nvPr/>
        </p:nvSpPr>
        <p:spPr>
          <a:xfrm>
            <a:off x="400050" y="12501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4657-62"/>
          <p:cNvSpPr/>
          <p:nvPr/>
        </p:nvSpPr>
        <p:spPr>
          <a:xfrm>
            <a:off x="460325" y="189309"/>
            <a:ext cx="136624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4286" y="8071"/>
                </a:moveTo>
                <a:lnTo>
                  <a:pt x="44286" y="8071"/>
                </a:lnTo>
                <a:lnTo>
                  <a:pt x="37071" y="10714"/>
                </a:lnTo>
                <a:cubicBezTo>
                  <a:pt x="36452" y="11000"/>
                  <a:pt x="36143" y="11452"/>
                  <a:pt x="36143" y="12071"/>
                </a:cubicBezTo>
                <a:lnTo>
                  <a:pt x="36143" y="12071"/>
                </a:lnTo>
                <a:cubicBezTo>
                  <a:pt x="36143" y="12690"/>
                  <a:pt x="36452" y="13119"/>
                  <a:pt x="37071" y="13357"/>
                </a:cubicBezTo>
                <a:lnTo>
                  <a:pt x="37071" y="13357"/>
                </a:lnTo>
                <a:lnTo>
                  <a:pt x="44286" y="16000"/>
                </a:lnTo>
                <a:lnTo>
                  <a:pt x="46929" y="23143"/>
                </a:lnTo>
                <a:cubicBezTo>
                  <a:pt x="47167" y="23810"/>
                  <a:pt x="47595" y="24143"/>
                  <a:pt x="48214" y="24143"/>
                </a:cubicBezTo>
                <a:lnTo>
                  <a:pt x="48214" y="24143"/>
                </a:lnTo>
                <a:cubicBezTo>
                  <a:pt x="48833" y="24143"/>
                  <a:pt x="49262" y="23810"/>
                  <a:pt x="49500" y="23143"/>
                </a:cubicBezTo>
                <a:lnTo>
                  <a:pt x="49500" y="23143"/>
                </a:lnTo>
                <a:lnTo>
                  <a:pt x="52143" y="16000"/>
                </a:lnTo>
                <a:lnTo>
                  <a:pt x="59357" y="13357"/>
                </a:lnTo>
                <a:cubicBezTo>
                  <a:pt x="59976" y="13119"/>
                  <a:pt x="60286" y="12690"/>
                  <a:pt x="60286" y="12071"/>
                </a:cubicBezTo>
                <a:lnTo>
                  <a:pt x="60286" y="12071"/>
                </a:lnTo>
                <a:cubicBezTo>
                  <a:pt x="60286" y="11452"/>
                  <a:pt x="59976" y="11000"/>
                  <a:pt x="59357" y="10714"/>
                </a:cubicBezTo>
                <a:lnTo>
                  <a:pt x="59357" y="10714"/>
                </a:lnTo>
                <a:lnTo>
                  <a:pt x="52143" y="8071"/>
                </a:lnTo>
                <a:lnTo>
                  <a:pt x="49500" y="929"/>
                </a:lnTo>
                <a:cubicBezTo>
                  <a:pt x="49262" y="310"/>
                  <a:pt x="48833" y="0"/>
                  <a:pt x="48214" y="0"/>
                </a:cubicBezTo>
                <a:lnTo>
                  <a:pt x="48214" y="0"/>
                </a:lnTo>
                <a:cubicBezTo>
                  <a:pt x="47595" y="0"/>
                  <a:pt x="47167" y="310"/>
                  <a:pt x="46929" y="929"/>
                </a:cubicBezTo>
                <a:lnTo>
                  <a:pt x="46929" y="929"/>
                </a:lnTo>
                <a:lnTo>
                  <a:pt x="44286" y="8071"/>
                </a:lnTo>
                <a:moveTo>
                  <a:pt x="8643" y="74429"/>
                </a:moveTo>
                <a:lnTo>
                  <a:pt x="8643" y="74429"/>
                </a:lnTo>
                <a:cubicBezTo>
                  <a:pt x="6881" y="76286"/>
                  <a:pt x="6000" y="78405"/>
                  <a:pt x="6000" y="80786"/>
                </a:cubicBezTo>
                <a:lnTo>
                  <a:pt x="6000" y="80786"/>
                </a:lnTo>
                <a:lnTo>
                  <a:pt x="6000" y="80786"/>
                </a:lnTo>
                <a:cubicBezTo>
                  <a:pt x="6000" y="83167"/>
                  <a:pt x="6881" y="85310"/>
                  <a:pt x="8643" y="87214"/>
                </a:cubicBezTo>
                <a:lnTo>
                  <a:pt x="8643" y="87214"/>
                </a:lnTo>
                <a:lnTo>
                  <a:pt x="15286" y="93786"/>
                </a:lnTo>
                <a:cubicBezTo>
                  <a:pt x="17000" y="95548"/>
                  <a:pt x="19119" y="96429"/>
                  <a:pt x="21643" y="96429"/>
                </a:cubicBezTo>
                <a:lnTo>
                  <a:pt x="21643" y="96429"/>
                </a:lnTo>
                <a:cubicBezTo>
                  <a:pt x="24024" y="96429"/>
                  <a:pt x="26167" y="95548"/>
                  <a:pt x="28071" y="93786"/>
                </a:cubicBezTo>
                <a:lnTo>
                  <a:pt x="28071" y="93786"/>
                </a:lnTo>
                <a:lnTo>
                  <a:pt x="99786" y="22000"/>
                </a:lnTo>
                <a:cubicBezTo>
                  <a:pt x="101548" y="20143"/>
                  <a:pt x="102429" y="18024"/>
                  <a:pt x="102429" y="15643"/>
                </a:cubicBezTo>
                <a:lnTo>
                  <a:pt x="102429" y="15643"/>
                </a:lnTo>
                <a:cubicBezTo>
                  <a:pt x="102429" y="13119"/>
                  <a:pt x="101548" y="10976"/>
                  <a:pt x="99786" y="9214"/>
                </a:cubicBezTo>
                <a:lnTo>
                  <a:pt x="99786" y="9214"/>
                </a:lnTo>
                <a:lnTo>
                  <a:pt x="93214" y="2643"/>
                </a:lnTo>
                <a:cubicBezTo>
                  <a:pt x="91452" y="881"/>
                  <a:pt x="89333" y="0"/>
                  <a:pt x="86857" y="0"/>
                </a:cubicBezTo>
                <a:lnTo>
                  <a:pt x="86857" y="0"/>
                </a:lnTo>
                <a:cubicBezTo>
                  <a:pt x="84429" y="0"/>
                  <a:pt x="82286" y="881"/>
                  <a:pt x="80429" y="2643"/>
                </a:cubicBezTo>
                <a:lnTo>
                  <a:pt x="80429" y="2643"/>
                </a:lnTo>
                <a:lnTo>
                  <a:pt x="8643" y="74429"/>
                </a:lnTo>
                <a:moveTo>
                  <a:pt x="91357" y="15643"/>
                </a:moveTo>
                <a:lnTo>
                  <a:pt x="91357" y="15643"/>
                </a:lnTo>
                <a:lnTo>
                  <a:pt x="71571" y="35429"/>
                </a:lnTo>
                <a:lnTo>
                  <a:pt x="67071" y="30857"/>
                </a:lnTo>
                <a:lnTo>
                  <a:pt x="86857" y="11143"/>
                </a:lnTo>
                <a:lnTo>
                  <a:pt x="91357" y="15643"/>
                </a:lnTo>
                <a:moveTo>
                  <a:pt x="1500" y="22000"/>
                </a:moveTo>
                <a:lnTo>
                  <a:pt x="1500" y="22000"/>
                </a:lnTo>
                <a:cubicBezTo>
                  <a:pt x="500" y="22381"/>
                  <a:pt x="0" y="23095"/>
                  <a:pt x="0" y="24143"/>
                </a:cubicBezTo>
                <a:lnTo>
                  <a:pt x="0" y="24143"/>
                </a:lnTo>
                <a:cubicBezTo>
                  <a:pt x="0" y="25143"/>
                  <a:pt x="500" y="25833"/>
                  <a:pt x="1500" y="26214"/>
                </a:cubicBezTo>
                <a:lnTo>
                  <a:pt x="1500" y="26214"/>
                </a:lnTo>
                <a:lnTo>
                  <a:pt x="12071" y="30143"/>
                </a:lnTo>
                <a:lnTo>
                  <a:pt x="16000" y="40857"/>
                </a:lnTo>
                <a:cubicBezTo>
                  <a:pt x="16381" y="41762"/>
                  <a:pt x="17071" y="42214"/>
                  <a:pt x="18071" y="42214"/>
                </a:cubicBezTo>
                <a:lnTo>
                  <a:pt x="18071" y="42214"/>
                </a:lnTo>
                <a:cubicBezTo>
                  <a:pt x="19071" y="42214"/>
                  <a:pt x="19762" y="41762"/>
                  <a:pt x="20143" y="40857"/>
                </a:cubicBezTo>
                <a:lnTo>
                  <a:pt x="20143" y="40857"/>
                </a:lnTo>
                <a:lnTo>
                  <a:pt x="24143" y="30143"/>
                </a:lnTo>
                <a:lnTo>
                  <a:pt x="34857" y="26214"/>
                </a:lnTo>
                <a:cubicBezTo>
                  <a:pt x="35714" y="25833"/>
                  <a:pt x="36143" y="25143"/>
                  <a:pt x="36143" y="24143"/>
                </a:cubicBezTo>
                <a:lnTo>
                  <a:pt x="36143" y="24143"/>
                </a:lnTo>
                <a:cubicBezTo>
                  <a:pt x="36143" y="23095"/>
                  <a:pt x="35714" y="22381"/>
                  <a:pt x="34857" y="22000"/>
                </a:cubicBezTo>
                <a:lnTo>
                  <a:pt x="34857" y="22000"/>
                </a:lnTo>
                <a:lnTo>
                  <a:pt x="24143" y="18071"/>
                </a:lnTo>
                <a:lnTo>
                  <a:pt x="20143" y="7500"/>
                </a:lnTo>
                <a:cubicBezTo>
                  <a:pt x="19762" y="6500"/>
                  <a:pt x="19071" y="6000"/>
                  <a:pt x="18071" y="6000"/>
                </a:cubicBezTo>
                <a:lnTo>
                  <a:pt x="18071" y="6000"/>
                </a:lnTo>
                <a:cubicBezTo>
                  <a:pt x="17071" y="6000"/>
                  <a:pt x="16381" y="6500"/>
                  <a:pt x="16000" y="7500"/>
                </a:cubicBezTo>
                <a:lnTo>
                  <a:pt x="16000" y="7500"/>
                </a:lnTo>
                <a:lnTo>
                  <a:pt x="12071" y="18071"/>
                </a:lnTo>
                <a:lnTo>
                  <a:pt x="1500" y="22000"/>
                </a:lnTo>
                <a:moveTo>
                  <a:pt x="67786" y="70214"/>
                </a:moveTo>
                <a:lnTo>
                  <a:pt x="67786" y="70214"/>
                </a:lnTo>
                <a:cubicBezTo>
                  <a:pt x="66786" y="70595"/>
                  <a:pt x="66286" y="71310"/>
                  <a:pt x="66286" y="72357"/>
                </a:cubicBezTo>
                <a:lnTo>
                  <a:pt x="66286" y="72357"/>
                </a:lnTo>
                <a:cubicBezTo>
                  <a:pt x="66286" y="73357"/>
                  <a:pt x="66786" y="74048"/>
                  <a:pt x="67786" y="74429"/>
                </a:cubicBezTo>
                <a:lnTo>
                  <a:pt x="67786" y="74429"/>
                </a:lnTo>
                <a:lnTo>
                  <a:pt x="78357" y="78357"/>
                </a:lnTo>
                <a:lnTo>
                  <a:pt x="82286" y="89071"/>
                </a:lnTo>
                <a:cubicBezTo>
                  <a:pt x="82667" y="89976"/>
                  <a:pt x="83357" y="90429"/>
                  <a:pt x="84357" y="90429"/>
                </a:cubicBezTo>
                <a:lnTo>
                  <a:pt x="84357" y="90429"/>
                </a:lnTo>
                <a:cubicBezTo>
                  <a:pt x="85357" y="90429"/>
                  <a:pt x="86048" y="89976"/>
                  <a:pt x="86429" y="89071"/>
                </a:cubicBezTo>
                <a:lnTo>
                  <a:pt x="86429" y="89071"/>
                </a:lnTo>
                <a:lnTo>
                  <a:pt x="90429" y="78357"/>
                </a:lnTo>
                <a:lnTo>
                  <a:pt x="101143" y="74429"/>
                </a:lnTo>
                <a:cubicBezTo>
                  <a:pt x="102000" y="74048"/>
                  <a:pt x="102429" y="73357"/>
                  <a:pt x="102429" y="72357"/>
                </a:cubicBezTo>
                <a:lnTo>
                  <a:pt x="102429" y="72357"/>
                </a:lnTo>
                <a:cubicBezTo>
                  <a:pt x="102429" y="71310"/>
                  <a:pt x="102000" y="70595"/>
                  <a:pt x="101143" y="70214"/>
                </a:cubicBezTo>
                <a:lnTo>
                  <a:pt x="101143" y="70214"/>
                </a:lnTo>
                <a:lnTo>
                  <a:pt x="90429" y="66286"/>
                </a:lnTo>
                <a:lnTo>
                  <a:pt x="86429" y="55714"/>
                </a:lnTo>
                <a:cubicBezTo>
                  <a:pt x="86048" y="54714"/>
                  <a:pt x="85357" y="54214"/>
                  <a:pt x="84357" y="54214"/>
                </a:cubicBezTo>
                <a:lnTo>
                  <a:pt x="84357" y="54214"/>
                </a:lnTo>
                <a:cubicBezTo>
                  <a:pt x="83357" y="54214"/>
                  <a:pt x="82667" y="54714"/>
                  <a:pt x="82286" y="55714"/>
                </a:cubicBezTo>
                <a:lnTo>
                  <a:pt x="82286" y="55714"/>
                </a:lnTo>
                <a:lnTo>
                  <a:pt x="78357" y="66286"/>
                </a:lnTo>
                <a:lnTo>
                  <a:pt x="67786" y="70214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2653963106-6"/>
          <p:cNvSpPr/>
          <p:nvPr/>
        </p:nvSpPr>
        <p:spPr>
          <a:xfrm>
            <a:off x="7974211" y="149304"/>
            <a:ext cx="769739" cy="20859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-1792653964589-58"/>
          <p:cNvSpPr/>
          <p:nvPr/>
        </p:nvSpPr>
        <p:spPr>
          <a:xfrm>
            <a:off x="8081367" y="226635"/>
            <a:ext cx="112514" cy="625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5667" y="75000"/>
                </a:moveTo>
                <a:lnTo>
                  <a:pt x="65667" y="75000"/>
                </a:lnTo>
                <a:cubicBezTo>
                  <a:pt x="64056" y="75000"/>
                  <a:pt x="62722" y="75857"/>
                  <a:pt x="61667" y="77571"/>
                </a:cubicBezTo>
                <a:lnTo>
                  <a:pt x="61667" y="77571"/>
                </a:lnTo>
                <a:lnTo>
                  <a:pt x="61667" y="77571"/>
                </a:lnTo>
                <a:cubicBezTo>
                  <a:pt x="60667" y="79381"/>
                  <a:pt x="60167" y="81667"/>
                  <a:pt x="60167" y="84429"/>
                </a:cubicBezTo>
                <a:lnTo>
                  <a:pt x="60167" y="84429"/>
                </a:lnTo>
                <a:cubicBezTo>
                  <a:pt x="60167" y="87095"/>
                  <a:pt x="60667" y="89333"/>
                  <a:pt x="61667" y="91143"/>
                </a:cubicBezTo>
                <a:lnTo>
                  <a:pt x="61667" y="91143"/>
                </a:lnTo>
                <a:cubicBezTo>
                  <a:pt x="62722" y="92857"/>
                  <a:pt x="64056" y="93714"/>
                  <a:pt x="65667" y="93714"/>
                </a:cubicBezTo>
                <a:lnTo>
                  <a:pt x="65667" y="93714"/>
                </a:lnTo>
                <a:lnTo>
                  <a:pt x="93000" y="93714"/>
                </a:lnTo>
                <a:cubicBezTo>
                  <a:pt x="94556" y="93714"/>
                  <a:pt x="95861" y="92857"/>
                  <a:pt x="96917" y="91143"/>
                </a:cubicBezTo>
                <a:lnTo>
                  <a:pt x="96917" y="91143"/>
                </a:lnTo>
                <a:cubicBezTo>
                  <a:pt x="97917" y="89333"/>
                  <a:pt x="98417" y="87095"/>
                  <a:pt x="98417" y="84429"/>
                </a:cubicBezTo>
                <a:lnTo>
                  <a:pt x="98417" y="84429"/>
                </a:lnTo>
                <a:lnTo>
                  <a:pt x="98417" y="37571"/>
                </a:lnTo>
                <a:cubicBezTo>
                  <a:pt x="98417" y="34810"/>
                  <a:pt x="97917" y="32524"/>
                  <a:pt x="96917" y="30714"/>
                </a:cubicBezTo>
                <a:lnTo>
                  <a:pt x="96917" y="30714"/>
                </a:lnTo>
                <a:cubicBezTo>
                  <a:pt x="95861" y="29000"/>
                  <a:pt x="94556" y="28143"/>
                  <a:pt x="93000" y="28143"/>
                </a:cubicBezTo>
                <a:lnTo>
                  <a:pt x="93000" y="28143"/>
                </a:lnTo>
                <a:cubicBezTo>
                  <a:pt x="91389" y="28143"/>
                  <a:pt x="90056" y="29000"/>
                  <a:pt x="89000" y="30714"/>
                </a:cubicBezTo>
                <a:lnTo>
                  <a:pt x="89000" y="30714"/>
                </a:lnTo>
                <a:cubicBezTo>
                  <a:pt x="88000" y="32524"/>
                  <a:pt x="87500" y="34810"/>
                  <a:pt x="87500" y="37571"/>
                </a:cubicBezTo>
                <a:lnTo>
                  <a:pt x="87500" y="37571"/>
                </a:lnTo>
                <a:lnTo>
                  <a:pt x="87500" y="61857"/>
                </a:lnTo>
                <a:lnTo>
                  <a:pt x="58583" y="12000"/>
                </a:lnTo>
                <a:cubicBezTo>
                  <a:pt x="57472" y="10286"/>
                  <a:pt x="56167" y="9429"/>
                  <a:pt x="54667" y="9429"/>
                </a:cubicBezTo>
                <a:lnTo>
                  <a:pt x="54667" y="9429"/>
                </a:lnTo>
                <a:cubicBezTo>
                  <a:pt x="53222" y="9429"/>
                  <a:pt x="51917" y="10286"/>
                  <a:pt x="50750" y="12000"/>
                </a:cubicBezTo>
                <a:lnTo>
                  <a:pt x="50750" y="12000"/>
                </a:lnTo>
                <a:lnTo>
                  <a:pt x="32833" y="43000"/>
                </a:lnTo>
                <a:lnTo>
                  <a:pt x="9417" y="2571"/>
                </a:lnTo>
                <a:cubicBezTo>
                  <a:pt x="8250" y="857"/>
                  <a:pt x="6944" y="0"/>
                  <a:pt x="5500" y="0"/>
                </a:cubicBezTo>
                <a:lnTo>
                  <a:pt x="5500" y="0"/>
                </a:lnTo>
                <a:cubicBezTo>
                  <a:pt x="4000" y="0"/>
                  <a:pt x="2667" y="857"/>
                  <a:pt x="1500" y="2571"/>
                </a:cubicBezTo>
                <a:lnTo>
                  <a:pt x="1500" y="2571"/>
                </a:lnTo>
                <a:cubicBezTo>
                  <a:pt x="500" y="4571"/>
                  <a:pt x="0" y="6857"/>
                  <a:pt x="0" y="9429"/>
                </a:cubicBezTo>
                <a:lnTo>
                  <a:pt x="0" y="9429"/>
                </a:lnTo>
                <a:cubicBezTo>
                  <a:pt x="0" y="11905"/>
                  <a:pt x="500" y="14143"/>
                  <a:pt x="1500" y="16143"/>
                </a:cubicBezTo>
                <a:lnTo>
                  <a:pt x="1500" y="16143"/>
                </a:lnTo>
                <a:lnTo>
                  <a:pt x="28917" y="63000"/>
                </a:lnTo>
                <a:cubicBezTo>
                  <a:pt x="30028" y="64714"/>
                  <a:pt x="31333" y="65571"/>
                  <a:pt x="32833" y="65571"/>
                </a:cubicBezTo>
                <a:lnTo>
                  <a:pt x="32833" y="65571"/>
                </a:lnTo>
                <a:cubicBezTo>
                  <a:pt x="34278" y="65571"/>
                  <a:pt x="35583" y="64714"/>
                  <a:pt x="36750" y="63000"/>
                </a:cubicBezTo>
                <a:lnTo>
                  <a:pt x="36750" y="63000"/>
                </a:lnTo>
                <a:lnTo>
                  <a:pt x="54667" y="32000"/>
                </a:lnTo>
                <a:lnTo>
                  <a:pt x="79833" y="75000"/>
                </a:lnTo>
                <a:lnTo>
                  <a:pt x="65667" y="7500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2653964615-59"/>
          <p:cNvSpPr/>
          <p:nvPr/>
        </p:nvSpPr>
        <p:spPr>
          <a:xfrm>
            <a:off x="2366903" y="2721054"/>
            <a:ext cx="85725" cy="1500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6444" y="44188"/>
                </a:moveTo>
                <a:lnTo>
                  <a:pt x="96444" y="44188"/>
                </a:lnTo>
                <a:cubicBezTo>
                  <a:pt x="98815" y="45646"/>
                  <a:pt x="100000" y="47333"/>
                  <a:pt x="100000" y="49250"/>
                </a:cubicBezTo>
                <a:lnTo>
                  <a:pt x="100000" y="49250"/>
                </a:lnTo>
                <a:lnTo>
                  <a:pt x="100000" y="49250"/>
                </a:lnTo>
                <a:cubicBezTo>
                  <a:pt x="100000" y="51125"/>
                  <a:pt x="98815" y="52792"/>
                  <a:pt x="96444" y="54250"/>
                </a:cubicBezTo>
                <a:lnTo>
                  <a:pt x="96444" y="54250"/>
                </a:lnTo>
                <a:lnTo>
                  <a:pt x="21444" y="96438"/>
                </a:lnTo>
                <a:cubicBezTo>
                  <a:pt x="18852" y="97771"/>
                  <a:pt x="15889" y="98438"/>
                  <a:pt x="12556" y="98438"/>
                </a:cubicBezTo>
                <a:lnTo>
                  <a:pt x="12556" y="98438"/>
                </a:lnTo>
                <a:cubicBezTo>
                  <a:pt x="9148" y="98438"/>
                  <a:pt x="6148" y="97771"/>
                  <a:pt x="3556" y="96438"/>
                </a:cubicBezTo>
                <a:lnTo>
                  <a:pt x="3556" y="96438"/>
                </a:lnTo>
                <a:cubicBezTo>
                  <a:pt x="1185" y="94979"/>
                  <a:pt x="0" y="93313"/>
                  <a:pt x="0" y="91438"/>
                </a:cubicBezTo>
                <a:lnTo>
                  <a:pt x="0" y="91438"/>
                </a:lnTo>
                <a:cubicBezTo>
                  <a:pt x="0" y="89521"/>
                  <a:pt x="1185" y="87833"/>
                  <a:pt x="3556" y="86375"/>
                </a:cubicBezTo>
                <a:lnTo>
                  <a:pt x="3556" y="86375"/>
                </a:lnTo>
                <a:lnTo>
                  <a:pt x="69889" y="49250"/>
                </a:lnTo>
                <a:lnTo>
                  <a:pt x="3556" y="12063"/>
                </a:lnTo>
                <a:cubicBezTo>
                  <a:pt x="1185" y="10604"/>
                  <a:pt x="0" y="8938"/>
                  <a:pt x="0" y="7062"/>
                </a:cubicBezTo>
                <a:lnTo>
                  <a:pt x="0" y="7062"/>
                </a:lnTo>
                <a:cubicBezTo>
                  <a:pt x="0" y="5146"/>
                  <a:pt x="1185" y="3458"/>
                  <a:pt x="3556" y="2000"/>
                </a:cubicBezTo>
                <a:lnTo>
                  <a:pt x="3556" y="2000"/>
                </a:lnTo>
                <a:cubicBezTo>
                  <a:pt x="6148" y="667"/>
                  <a:pt x="9148" y="0"/>
                  <a:pt x="12556" y="0"/>
                </a:cubicBezTo>
                <a:lnTo>
                  <a:pt x="12556" y="0"/>
                </a:lnTo>
                <a:cubicBezTo>
                  <a:pt x="15889" y="0"/>
                  <a:pt x="18852" y="667"/>
                  <a:pt x="21444" y="2000"/>
                </a:cubicBezTo>
                <a:lnTo>
                  <a:pt x="21444" y="2000"/>
                </a:lnTo>
                <a:lnTo>
                  <a:pt x="96444" y="44188"/>
                </a:lnTo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2653964631-60"/>
          <p:cNvSpPr/>
          <p:nvPr/>
        </p:nvSpPr>
        <p:spPr>
          <a:xfrm>
            <a:off x="4528959" y="2721054"/>
            <a:ext cx="85725" cy="1500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6444" y="44188"/>
                </a:moveTo>
                <a:lnTo>
                  <a:pt x="96444" y="44188"/>
                </a:lnTo>
                <a:cubicBezTo>
                  <a:pt x="98815" y="45646"/>
                  <a:pt x="100000" y="47333"/>
                  <a:pt x="100000" y="49250"/>
                </a:cubicBezTo>
                <a:lnTo>
                  <a:pt x="100000" y="49250"/>
                </a:lnTo>
                <a:lnTo>
                  <a:pt x="100000" y="49250"/>
                </a:lnTo>
                <a:cubicBezTo>
                  <a:pt x="100000" y="51125"/>
                  <a:pt x="98815" y="52792"/>
                  <a:pt x="96444" y="54250"/>
                </a:cubicBezTo>
                <a:lnTo>
                  <a:pt x="96444" y="54250"/>
                </a:lnTo>
                <a:lnTo>
                  <a:pt x="21444" y="96438"/>
                </a:lnTo>
                <a:cubicBezTo>
                  <a:pt x="18852" y="97771"/>
                  <a:pt x="15889" y="98438"/>
                  <a:pt x="12556" y="98438"/>
                </a:cubicBezTo>
                <a:lnTo>
                  <a:pt x="12556" y="98438"/>
                </a:lnTo>
                <a:cubicBezTo>
                  <a:pt x="9148" y="98438"/>
                  <a:pt x="6148" y="97771"/>
                  <a:pt x="3556" y="96438"/>
                </a:cubicBezTo>
                <a:lnTo>
                  <a:pt x="3556" y="96438"/>
                </a:lnTo>
                <a:cubicBezTo>
                  <a:pt x="1185" y="94979"/>
                  <a:pt x="0" y="93313"/>
                  <a:pt x="0" y="91438"/>
                </a:cubicBezTo>
                <a:lnTo>
                  <a:pt x="0" y="91438"/>
                </a:lnTo>
                <a:cubicBezTo>
                  <a:pt x="0" y="89521"/>
                  <a:pt x="1185" y="87833"/>
                  <a:pt x="3556" y="86375"/>
                </a:cubicBezTo>
                <a:lnTo>
                  <a:pt x="3556" y="86375"/>
                </a:lnTo>
                <a:lnTo>
                  <a:pt x="69889" y="49250"/>
                </a:lnTo>
                <a:lnTo>
                  <a:pt x="3556" y="12063"/>
                </a:lnTo>
                <a:cubicBezTo>
                  <a:pt x="1185" y="10604"/>
                  <a:pt x="0" y="8938"/>
                  <a:pt x="0" y="7062"/>
                </a:cubicBezTo>
                <a:lnTo>
                  <a:pt x="0" y="7062"/>
                </a:lnTo>
                <a:cubicBezTo>
                  <a:pt x="0" y="5146"/>
                  <a:pt x="1185" y="3458"/>
                  <a:pt x="3556" y="2000"/>
                </a:cubicBezTo>
                <a:lnTo>
                  <a:pt x="3556" y="2000"/>
                </a:lnTo>
                <a:cubicBezTo>
                  <a:pt x="6148" y="667"/>
                  <a:pt x="9148" y="0"/>
                  <a:pt x="12556" y="0"/>
                </a:cubicBezTo>
                <a:lnTo>
                  <a:pt x="12556" y="0"/>
                </a:lnTo>
                <a:cubicBezTo>
                  <a:pt x="15889" y="0"/>
                  <a:pt x="18852" y="667"/>
                  <a:pt x="21444" y="2000"/>
                </a:cubicBezTo>
                <a:lnTo>
                  <a:pt x="21444" y="2000"/>
                </a:lnTo>
                <a:lnTo>
                  <a:pt x="96444" y="44188"/>
                </a:lnTo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2653964640-61"/>
          <p:cNvSpPr/>
          <p:nvPr/>
        </p:nvSpPr>
        <p:spPr>
          <a:xfrm>
            <a:off x="6691015" y="2721054"/>
            <a:ext cx="85725" cy="1500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6444" y="44188"/>
                </a:moveTo>
                <a:lnTo>
                  <a:pt x="96444" y="44188"/>
                </a:lnTo>
                <a:cubicBezTo>
                  <a:pt x="98815" y="45646"/>
                  <a:pt x="100000" y="47333"/>
                  <a:pt x="100000" y="49250"/>
                </a:cubicBezTo>
                <a:lnTo>
                  <a:pt x="100000" y="49250"/>
                </a:lnTo>
                <a:lnTo>
                  <a:pt x="100000" y="49250"/>
                </a:lnTo>
                <a:cubicBezTo>
                  <a:pt x="100000" y="51125"/>
                  <a:pt x="98815" y="52792"/>
                  <a:pt x="96444" y="54250"/>
                </a:cubicBezTo>
                <a:lnTo>
                  <a:pt x="96444" y="54250"/>
                </a:lnTo>
                <a:lnTo>
                  <a:pt x="21444" y="96438"/>
                </a:lnTo>
                <a:cubicBezTo>
                  <a:pt x="18852" y="97771"/>
                  <a:pt x="15889" y="98438"/>
                  <a:pt x="12556" y="98438"/>
                </a:cubicBezTo>
                <a:lnTo>
                  <a:pt x="12556" y="98438"/>
                </a:lnTo>
                <a:cubicBezTo>
                  <a:pt x="9148" y="98438"/>
                  <a:pt x="6148" y="97771"/>
                  <a:pt x="3556" y="96438"/>
                </a:cubicBezTo>
                <a:lnTo>
                  <a:pt x="3556" y="96438"/>
                </a:lnTo>
                <a:cubicBezTo>
                  <a:pt x="1185" y="94979"/>
                  <a:pt x="0" y="93313"/>
                  <a:pt x="0" y="91438"/>
                </a:cubicBezTo>
                <a:lnTo>
                  <a:pt x="0" y="91438"/>
                </a:lnTo>
                <a:cubicBezTo>
                  <a:pt x="0" y="89521"/>
                  <a:pt x="1185" y="87833"/>
                  <a:pt x="3556" y="86375"/>
                </a:cubicBezTo>
                <a:lnTo>
                  <a:pt x="3556" y="86375"/>
                </a:lnTo>
                <a:lnTo>
                  <a:pt x="69889" y="49250"/>
                </a:lnTo>
                <a:lnTo>
                  <a:pt x="3556" y="12063"/>
                </a:lnTo>
                <a:cubicBezTo>
                  <a:pt x="1185" y="10604"/>
                  <a:pt x="0" y="8938"/>
                  <a:pt x="0" y="7062"/>
                </a:cubicBezTo>
                <a:lnTo>
                  <a:pt x="0" y="7062"/>
                </a:lnTo>
                <a:cubicBezTo>
                  <a:pt x="0" y="5146"/>
                  <a:pt x="1185" y="3458"/>
                  <a:pt x="3556" y="2000"/>
                </a:cubicBezTo>
                <a:lnTo>
                  <a:pt x="3556" y="2000"/>
                </a:lnTo>
                <a:cubicBezTo>
                  <a:pt x="6148" y="667"/>
                  <a:pt x="9148" y="0"/>
                  <a:pt x="12556" y="0"/>
                </a:cubicBezTo>
                <a:lnTo>
                  <a:pt x="12556" y="0"/>
                </a:lnTo>
                <a:cubicBezTo>
                  <a:pt x="15889" y="0"/>
                  <a:pt x="18852" y="667"/>
                  <a:pt x="21444" y="2000"/>
                </a:cubicBezTo>
                <a:lnTo>
                  <a:pt x="21444" y="2000"/>
                </a:lnTo>
                <a:lnTo>
                  <a:pt x="96444" y="44188"/>
                </a:lnTo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3113-9"/>
          <p:cNvSpPr/>
          <p:nvPr/>
        </p:nvSpPr>
        <p:spPr>
          <a:xfrm>
            <a:off x="400050" y="3870127"/>
            <a:ext cx="8343900" cy="388620"/>
          </a:xfrm>
          <a:prstGeom prst="roundRect">
            <a:avLst>
              <a:gd name="adj" fmla="val 24510"/>
            </a:avLst>
          </a:prstGeom>
          <a:solidFill>
            <a:srgbClr val="F3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2653964558-56"/>
          <p:cNvSpPr/>
          <p:nvPr/>
        </p:nvSpPr>
        <p:spPr>
          <a:xfrm>
            <a:off x="6803128" y="3978700"/>
            <a:ext cx="128675" cy="17147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9643" y="8778"/>
                </a:moveTo>
                <a:lnTo>
                  <a:pt x="79643" y="8778"/>
                </a:lnTo>
                <a:cubicBezTo>
                  <a:pt x="81167" y="5778"/>
                  <a:pt x="80333" y="3241"/>
                  <a:pt x="77143" y="1167"/>
                </a:cubicBezTo>
                <a:lnTo>
                  <a:pt x="77143" y="1167"/>
                </a:lnTo>
                <a:cubicBezTo>
                  <a:pt x="73619" y="-500"/>
                  <a:pt x="70262" y="-370"/>
                  <a:pt x="67071" y="1556"/>
                </a:cubicBezTo>
                <a:lnTo>
                  <a:pt x="67071" y="1556"/>
                </a:lnTo>
                <a:lnTo>
                  <a:pt x="2786" y="45333"/>
                </a:lnTo>
                <a:cubicBezTo>
                  <a:pt x="119" y="47259"/>
                  <a:pt x="-643" y="49537"/>
                  <a:pt x="500" y="52167"/>
                </a:cubicBezTo>
                <a:lnTo>
                  <a:pt x="500" y="52167"/>
                </a:lnTo>
                <a:cubicBezTo>
                  <a:pt x="2024" y="54759"/>
                  <a:pt x="4548" y="56130"/>
                  <a:pt x="8071" y="56278"/>
                </a:cubicBezTo>
                <a:lnTo>
                  <a:pt x="8071" y="56278"/>
                </a:lnTo>
                <a:lnTo>
                  <a:pt x="36214" y="56278"/>
                </a:lnTo>
                <a:lnTo>
                  <a:pt x="16857" y="91222"/>
                </a:lnTo>
                <a:cubicBezTo>
                  <a:pt x="15333" y="94222"/>
                  <a:pt x="16167" y="96759"/>
                  <a:pt x="19357" y="98833"/>
                </a:cubicBezTo>
                <a:lnTo>
                  <a:pt x="19357" y="98833"/>
                </a:lnTo>
                <a:cubicBezTo>
                  <a:pt x="22881" y="100537"/>
                  <a:pt x="26238" y="100407"/>
                  <a:pt x="29429" y="98444"/>
                </a:cubicBezTo>
                <a:lnTo>
                  <a:pt x="29429" y="98444"/>
                </a:lnTo>
                <a:lnTo>
                  <a:pt x="93714" y="54722"/>
                </a:lnTo>
                <a:cubicBezTo>
                  <a:pt x="96381" y="52759"/>
                  <a:pt x="97119" y="50463"/>
                  <a:pt x="95929" y="47833"/>
                </a:cubicBezTo>
                <a:lnTo>
                  <a:pt x="95929" y="47833"/>
                </a:lnTo>
                <a:cubicBezTo>
                  <a:pt x="94595" y="45241"/>
                  <a:pt x="92095" y="43889"/>
                  <a:pt x="88429" y="43778"/>
                </a:cubicBezTo>
                <a:lnTo>
                  <a:pt x="88429" y="43778"/>
                </a:lnTo>
                <a:lnTo>
                  <a:pt x="60571" y="43778"/>
                </a:lnTo>
                <a:lnTo>
                  <a:pt x="79643" y="8778"/>
                </a:lnTo>
              </a:path>
            </a:pathLst>
          </a:cu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5" name="el-1792653963101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92653963119-11"/>
          <p:cNvSpPr txBox="1"/>
          <p:nvPr/>
        </p:nvSpPr>
        <p:spPr>
          <a:xfrm>
            <a:off x="757238" y="139303"/>
            <a:ext cx="26820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案例概述 —— 解决方案</a:t>
            </a:r>
            <a:endParaRPr/>
          </a:p>
        </p:txBody>
      </p:sp>
      <p:sp>
        <p:nvSpPr>
          <p:cNvPr id="17" name="el-1792653963103-5"/>
          <p:cNvSpPr txBox="1"/>
          <p:nvPr/>
        </p:nvSpPr>
        <p:spPr>
          <a:xfrm>
            <a:off x="8081367" y="185023"/>
            <a:ext cx="73259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5377"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效率突破</a:t>
            </a:r>
            <a:endParaRPr/>
          </a:p>
        </p:txBody>
      </p:sp>
      <p:sp>
        <p:nvSpPr>
          <p:cNvPr id="18" name="el-1792653963121-13"/>
          <p:cNvSpPr txBox="1"/>
          <p:nvPr/>
        </p:nvSpPr>
        <p:spPr>
          <a:xfrm>
            <a:off x="2315825" y="3970139"/>
            <a:ext cx="5056704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28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把建模耗时从 </a:t>
            </a:r>
            <a:r>
              <a:rPr sz="990" spc="28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　　　　　　　</a:t>
            </a:r>
            <a:r>
              <a:rPr sz="1120" spc="28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 压缩到 　　　　　，课堂演示效率提升</a:t>
            </a:r>
            <a:endParaRPr/>
          </a:p>
        </p:txBody>
      </p:sp>
      <p:sp>
        <p:nvSpPr>
          <p:cNvPr id="19" name="el-1792653963124-15"/>
          <p:cNvSpPr/>
          <p:nvPr/>
        </p:nvSpPr>
        <p:spPr>
          <a:xfrm>
            <a:off x="3240405" y="3970139"/>
            <a:ext cx="886004" cy="188595"/>
          </a:xfrm>
          <a:prstGeom prst="roundRect">
            <a:avLst>
              <a:gd name="adj" fmla="val 20202"/>
            </a:avLst>
          </a:prstGeom>
          <a:solidFill>
            <a:srgbClr val="E8642C">
              <a:alpha val="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92653963124-15__text"/>
          <p:cNvSpPr txBox="1"/>
          <p:nvPr/>
        </p:nvSpPr>
        <p:spPr>
          <a:xfrm>
            <a:off x="3240405" y="3970139"/>
            <a:ext cx="886004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 spc="28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15-30 分钟</a:t>
            </a:r>
            <a:endParaRPr/>
          </a:p>
        </p:txBody>
      </p:sp>
      <p:sp>
        <p:nvSpPr>
          <p:cNvPr id="21" name="el-1792653963125-16"/>
          <p:cNvSpPr/>
          <p:nvPr/>
        </p:nvSpPr>
        <p:spPr>
          <a:xfrm>
            <a:off x="4657457" y="3970139"/>
            <a:ext cx="702677" cy="188595"/>
          </a:xfrm>
          <a:prstGeom prst="roundRect">
            <a:avLst>
              <a:gd name="adj" fmla="val 20202"/>
            </a:avLst>
          </a:prstGeom>
          <a:solidFill>
            <a:srgbClr val="E8642C">
              <a:alpha val="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2653963125-16__text"/>
          <p:cNvSpPr txBox="1"/>
          <p:nvPr/>
        </p:nvSpPr>
        <p:spPr>
          <a:xfrm>
            <a:off x="4657457" y="3970139"/>
            <a:ext cx="70267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 spc="28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2-3 分钟</a:t>
            </a:r>
            <a:endParaRPr/>
          </a:p>
        </p:txBody>
      </p:sp>
      <p:sp>
        <p:nvSpPr>
          <p:cNvPr id="23" name="el-1792653963122-14"/>
          <p:cNvSpPr txBox="1"/>
          <p:nvPr/>
        </p:nvSpPr>
        <p:spPr>
          <a:xfrm>
            <a:off x="485775" y="4907042"/>
            <a:ext cx="165761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教研成果 · 解决方案</a:t>
            </a:r>
            <a:endParaRPr/>
          </a:p>
        </p:txBody>
      </p:sp>
      <p:sp>
        <p:nvSpPr>
          <p:cNvPr id="24" name="el-1792653963107-7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12</a:t>
            </a:r>
            <a:endParaRPr/>
          </a:p>
        </p:txBody>
      </p:sp>
      <p:sp>
        <p:nvSpPr>
          <p:cNvPr id="25" name="el-1792653963111-8"/>
          <p:cNvSpPr/>
          <p:nvPr/>
        </p:nvSpPr>
        <p:spPr>
          <a:xfrm>
            <a:off x="400050" y="1056203"/>
            <a:ext cx="8343900" cy="6943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199" y="0"/>
                </a:moveTo>
                <a:lnTo>
                  <a:pt x="98801" y="0"/>
                </a:lnTo>
                <a:lnTo>
                  <a:pt x="98919" y="68"/>
                </a:lnTo>
                <a:lnTo>
                  <a:pt x="99035" y="274"/>
                </a:lnTo>
                <a:lnTo>
                  <a:pt x="99150" y="616"/>
                </a:lnTo>
                <a:lnTo>
                  <a:pt x="99260" y="1096"/>
                </a:lnTo>
                <a:lnTo>
                  <a:pt x="99366" y="1699"/>
                </a:lnTo>
                <a:lnTo>
                  <a:pt x="99467" y="2425"/>
                </a:lnTo>
                <a:lnTo>
                  <a:pt x="99562" y="3260"/>
                </a:lnTo>
                <a:lnTo>
                  <a:pt x="99648" y="4219"/>
                </a:lnTo>
                <a:lnTo>
                  <a:pt x="99728" y="5260"/>
                </a:lnTo>
                <a:lnTo>
                  <a:pt x="99798" y="6397"/>
                </a:lnTo>
                <a:lnTo>
                  <a:pt x="99858" y="7603"/>
                </a:lnTo>
                <a:lnTo>
                  <a:pt x="99909" y="8877"/>
                </a:lnTo>
                <a:lnTo>
                  <a:pt x="99949" y="10205"/>
                </a:lnTo>
                <a:lnTo>
                  <a:pt x="99977" y="11575"/>
                </a:lnTo>
                <a:lnTo>
                  <a:pt x="99994" y="12973"/>
                </a:lnTo>
                <a:lnTo>
                  <a:pt x="100000" y="14384"/>
                </a:lnTo>
                <a:lnTo>
                  <a:pt x="100000" y="85616"/>
                </a:lnTo>
                <a:lnTo>
                  <a:pt x="99994" y="87027"/>
                </a:lnTo>
                <a:lnTo>
                  <a:pt x="99977" y="88425"/>
                </a:lnTo>
                <a:lnTo>
                  <a:pt x="99949" y="89795"/>
                </a:lnTo>
                <a:lnTo>
                  <a:pt x="99909" y="91123"/>
                </a:lnTo>
                <a:lnTo>
                  <a:pt x="99858" y="92397"/>
                </a:lnTo>
                <a:lnTo>
                  <a:pt x="99798" y="93603"/>
                </a:lnTo>
                <a:lnTo>
                  <a:pt x="99728" y="94740"/>
                </a:lnTo>
                <a:lnTo>
                  <a:pt x="99648" y="95781"/>
                </a:lnTo>
                <a:lnTo>
                  <a:pt x="99562" y="96740"/>
                </a:lnTo>
                <a:lnTo>
                  <a:pt x="99467" y="97575"/>
                </a:lnTo>
                <a:lnTo>
                  <a:pt x="99366" y="98301"/>
                </a:lnTo>
                <a:lnTo>
                  <a:pt x="99260" y="98904"/>
                </a:lnTo>
                <a:lnTo>
                  <a:pt x="99150" y="99384"/>
                </a:lnTo>
                <a:lnTo>
                  <a:pt x="99035" y="99726"/>
                </a:lnTo>
                <a:lnTo>
                  <a:pt x="98919" y="99932"/>
                </a:lnTo>
                <a:lnTo>
                  <a:pt x="98801" y="100000"/>
                </a:lnTo>
                <a:lnTo>
                  <a:pt x="1199" y="100000"/>
                </a:lnTo>
                <a:lnTo>
                  <a:pt x="1081" y="99932"/>
                </a:lnTo>
                <a:lnTo>
                  <a:pt x="965" y="99726"/>
                </a:lnTo>
                <a:lnTo>
                  <a:pt x="850" y="99384"/>
                </a:lnTo>
                <a:lnTo>
                  <a:pt x="740" y="98904"/>
                </a:lnTo>
                <a:lnTo>
                  <a:pt x="634" y="98301"/>
                </a:lnTo>
                <a:lnTo>
                  <a:pt x="533" y="97575"/>
                </a:lnTo>
                <a:lnTo>
                  <a:pt x="438" y="96740"/>
                </a:lnTo>
                <a:lnTo>
                  <a:pt x="352" y="95781"/>
                </a:lnTo>
                <a:lnTo>
                  <a:pt x="272" y="94740"/>
                </a:lnTo>
                <a:lnTo>
                  <a:pt x="202" y="93603"/>
                </a:lnTo>
                <a:lnTo>
                  <a:pt x="142" y="92397"/>
                </a:lnTo>
                <a:lnTo>
                  <a:pt x="91" y="91123"/>
                </a:lnTo>
                <a:lnTo>
                  <a:pt x="51" y="89795"/>
                </a:lnTo>
                <a:lnTo>
                  <a:pt x="23" y="88425"/>
                </a:lnTo>
                <a:lnTo>
                  <a:pt x="6" y="87027"/>
                </a:lnTo>
                <a:lnTo>
                  <a:pt x="0" y="85616"/>
                </a:lnTo>
                <a:lnTo>
                  <a:pt x="0" y="14384"/>
                </a:lnTo>
                <a:lnTo>
                  <a:pt x="6" y="12973"/>
                </a:lnTo>
                <a:lnTo>
                  <a:pt x="23" y="11575"/>
                </a:lnTo>
                <a:lnTo>
                  <a:pt x="51" y="10205"/>
                </a:lnTo>
                <a:lnTo>
                  <a:pt x="91" y="8877"/>
                </a:lnTo>
                <a:lnTo>
                  <a:pt x="142" y="7603"/>
                </a:lnTo>
                <a:lnTo>
                  <a:pt x="202" y="6397"/>
                </a:lnTo>
                <a:lnTo>
                  <a:pt x="272" y="5260"/>
                </a:lnTo>
                <a:lnTo>
                  <a:pt x="352" y="4219"/>
                </a:lnTo>
                <a:lnTo>
                  <a:pt x="438" y="3260"/>
                </a:lnTo>
                <a:lnTo>
                  <a:pt x="533" y="2425"/>
                </a:lnTo>
                <a:lnTo>
                  <a:pt x="634" y="1699"/>
                </a:lnTo>
                <a:lnTo>
                  <a:pt x="740" y="1096"/>
                </a:lnTo>
                <a:lnTo>
                  <a:pt x="850" y="616"/>
                </a:lnTo>
                <a:lnTo>
                  <a:pt x="965" y="274"/>
                </a:lnTo>
                <a:lnTo>
                  <a:pt x="1081" y="68"/>
                </a:lnTo>
                <a:lnTo>
                  <a:pt x="1199" y="0"/>
                </a:lnTo>
                <a:close/>
              </a:path>
            </a:pathLst>
          </a:cu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2653963115-10"/>
          <p:cNvSpPr/>
          <p:nvPr/>
        </p:nvSpPr>
        <p:spPr>
          <a:xfrm>
            <a:off x="7315200" y="1056203"/>
            <a:ext cx="1428750" cy="6943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2563EB">
                  <a:alpha val="15000"/>
                </a:srgbClr>
              </a:gs>
              <a:gs pos="100000">
                <a:srgbClr val="2563EB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2653964673-63"/>
          <p:cNvSpPr/>
          <p:nvPr/>
        </p:nvSpPr>
        <p:spPr>
          <a:xfrm>
            <a:off x="3838516" y="1331595"/>
            <a:ext cx="257175" cy="160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8259" y="56765"/>
                </a:moveTo>
                <a:lnTo>
                  <a:pt x="98259" y="56765"/>
                </a:lnTo>
                <a:cubicBezTo>
                  <a:pt x="99420" y="54686"/>
                  <a:pt x="100000" y="52314"/>
                  <a:pt x="100000" y="49647"/>
                </a:cubicBezTo>
                <a:lnTo>
                  <a:pt x="100000" y="49647"/>
                </a:lnTo>
                <a:lnTo>
                  <a:pt x="100000" y="49647"/>
                </a:lnTo>
                <a:cubicBezTo>
                  <a:pt x="100000" y="46941"/>
                  <a:pt x="99420" y="44549"/>
                  <a:pt x="98259" y="42471"/>
                </a:cubicBezTo>
                <a:lnTo>
                  <a:pt x="98259" y="42471"/>
                </a:lnTo>
                <a:lnTo>
                  <a:pt x="73259" y="2765"/>
                </a:lnTo>
                <a:cubicBezTo>
                  <a:pt x="71951" y="922"/>
                  <a:pt x="70444" y="0"/>
                  <a:pt x="68741" y="0"/>
                </a:cubicBezTo>
                <a:lnTo>
                  <a:pt x="68741" y="0"/>
                </a:lnTo>
                <a:cubicBezTo>
                  <a:pt x="67062" y="0"/>
                  <a:pt x="65568" y="922"/>
                  <a:pt x="64259" y="2765"/>
                </a:cubicBezTo>
                <a:lnTo>
                  <a:pt x="64259" y="2765"/>
                </a:lnTo>
                <a:cubicBezTo>
                  <a:pt x="63099" y="4843"/>
                  <a:pt x="62519" y="7235"/>
                  <a:pt x="62519" y="9941"/>
                </a:cubicBezTo>
                <a:lnTo>
                  <a:pt x="62519" y="9941"/>
                </a:lnTo>
                <a:cubicBezTo>
                  <a:pt x="62519" y="12608"/>
                  <a:pt x="63099" y="14980"/>
                  <a:pt x="64259" y="17059"/>
                </a:cubicBezTo>
                <a:lnTo>
                  <a:pt x="64259" y="17059"/>
                </a:lnTo>
                <a:lnTo>
                  <a:pt x="78704" y="39706"/>
                </a:lnTo>
                <a:lnTo>
                  <a:pt x="6259" y="39706"/>
                </a:lnTo>
                <a:cubicBezTo>
                  <a:pt x="4432" y="39706"/>
                  <a:pt x="2926" y="40627"/>
                  <a:pt x="1741" y="42471"/>
                </a:cubicBezTo>
                <a:lnTo>
                  <a:pt x="1741" y="42471"/>
                </a:lnTo>
                <a:cubicBezTo>
                  <a:pt x="580" y="44353"/>
                  <a:pt x="0" y="46745"/>
                  <a:pt x="0" y="49647"/>
                </a:cubicBezTo>
                <a:lnTo>
                  <a:pt x="0" y="49647"/>
                </a:lnTo>
                <a:cubicBezTo>
                  <a:pt x="0" y="52549"/>
                  <a:pt x="580" y="54922"/>
                  <a:pt x="1741" y="56765"/>
                </a:cubicBezTo>
                <a:lnTo>
                  <a:pt x="1741" y="56765"/>
                </a:lnTo>
                <a:cubicBezTo>
                  <a:pt x="2926" y="58647"/>
                  <a:pt x="4432" y="59588"/>
                  <a:pt x="6259" y="59588"/>
                </a:cubicBezTo>
                <a:lnTo>
                  <a:pt x="6259" y="59588"/>
                </a:lnTo>
                <a:lnTo>
                  <a:pt x="78704" y="59588"/>
                </a:lnTo>
                <a:lnTo>
                  <a:pt x="64259" y="82176"/>
                </a:lnTo>
                <a:cubicBezTo>
                  <a:pt x="63099" y="84255"/>
                  <a:pt x="62519" y="86647"/>
                  <a:pt x="62519" y="89353"/>
                </a:cubicBezTo>
                <a:lnTo>
                  <a:pt x="62519" y="89353"/>
                </a:lnTo>
                <a:cubicBezTo>
                  <a:pt x="62519" y="92020"/>
                  <a:pt x="63099" y="94392"/>
                  <a:pt x="64259" y="96471"/>
                </a:cubicBezTo>
                <a:lnTo>
                  <a:pt x="64259" y="96471"/>
                </a:lnTo>
                <a:cubicBezTo>
                  <a:pt x="65568" y="98353"/>
                  <a:pt x="67062" y="99294"/>
                  <a:pt x="68741" y="99294"/>
                </a:cubicBezTo>
                <a:lnTo>
                  <a:pt x="68741" y="99294"/>
                </a:lnTo>
                <a:cubicBezTo>
                  <a:pt x="70444" y="99294"/>
                  <a:pt x="71951" y="98353"/>
                  <a:pt x="73259" y="96471"/>
                </a:cubicBezTo>
                <a:lnTo>
                  <a:pt x="73259" y="96471"/>
                </a:lnTo>
                <a:lnTo>
                  <a:pt x="98259" y="56765"/>
                </a:lnTo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92653963133-18"/>
          <p:cNvSpPr/>
          <p:nvPr/>
        </p:nvSpPr>
        <p:spPr>
          <a:xfrm>
            <a:off x="4452878" y="1213366"/>
            <a:ext cx="1064419" cy="3800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696" y="0"/>
                </a:moveTo>
                <a:lnTo>
                  <a:pt x="93304" y="0"/>
                </a:lnTo>
                <a:lnTo>
                  <a:pt x="93964" y="100"/>
                </a:lnTo>
                <a:lnTo>
                  <a:pt x="94607" y="350"/>
                </a:lnTo>
                <a:lnTo>
                  <a:pt x="95250" y="800"/>
                </a:lnTo>
                <a:lnTo>
                  <a:pt x="95866" y="1425"/>
                </a:lnTo>
                <a:lnTo>
                  <a:pt x="96464" y="2225"/>
                </a:lnTo>
                <a:lnTo>
                  <a:pt x="97027" y="3150"/>
                </a:lnTo>
                <a:lnTo>
                  <a:pt x="97554" y="4250"/>
                </a:lnTo>
                <a:lnTo>
                  <a:pt x="98036" y="5500"/>
                </a:lnTo>
                <a:lnTo>
                  <a:pt x="98482" y="6850"/>
                </a:lnTo>
                <a:lnTo>
                  <a:pt x="98875" y="8325"/>
                </a:lnTo>
                <a:lnTo>
                  <a:pt x="99205" y="9900"/>
                </a:lnTo>
                <a:lnTo>
                  <a:pt x="99491" y="11575"/>
                </a:lnTo>
                <a:lnTo>
                  <a:pt x="99714" y="13300"/>
                </a:lnTo>
                <a:lnTo>
                  <a:pt x="99875" y="15100"/>
                </a:lnTo>
                <a:lnTo>
                  <a:pt x="99964" y="16900"/>
                </a:lnTo>
                <a:lnTo>
                  <a:pt x="100000" y="18750"/>
                </a:lnTo>
                <a:lnTo>
                  <a:pt x="100000" y="81250"/>
                </a:lnTo>
                <a:lnTo>
                  <a:pt x="99964" y="83100"/>
                </a:lnTo>
                <a:lnTo>
                  <a:pt x="99875" y="84900"/>
                </a:lnTo>
                <a:lnTo>
                  <a:pt x="99714" y="86700"/>
                </a:lnTo>
                <a:lnTo>
                  <a:pt x="99491" y="88425"/>
                </a:lnTo>
                <a:lnTo>
                  <a:pt x="99205" y="90100"/>
                </a:lnTo>
                <a:lnTo>
                  <a:pt x="98875" y="91675"/>
                </a:lnTo>
                <a:lnTo>
                  <a:pt x="98482" y="93150"/>
                </a:lnTo>
                <a:lnTo>
                  <a:pt x="98036" y="94500"/>
                </a:lnTo>
                <a:lnTo>
                  <a:pt x="97554" y="95750"/>
                </a:lnTo>
                <a:lnTo>
                  <a:pt x="97027" y="96850"/>
                </a:lnTo>
                <a:lnTo>
                  <a:pt x="96464" y="97775"/>
                </a:lnTo>
                <a:lnTo>
                  <a:pt x="95866" y="98575"/>
                </a:lnTo>
                <a:lnTo>
                  <a:pt x="95250" y="99200"/>
                </a:lnTo>
                <a:lnTo>
                  <a:pt x="94607" y="99650"/>
                </a:lnTo>
                <a:lnTo>
                  <a:pt x="93964" y="99900"/>
                </a:lnTo>
                <a:lnTo>
                  <a:pt x="93304" y="100000"/>
                </a:lnTo>
                <a:lnTo>
                  <a:pt x="6696" y="100000"/>
                </a:lnTo>
                <a:lnTo>
                  <a:pt x="6036" y="99900"/>
                </a:lnTo>
                <a:lnTo>
                  <a:pt x="5393" y="99650"/>
                </a:lnTo>
                <a:lnTo>
                  <a:pt x="4750" y="99200"/>
                </a:lnTo>
                <a:lnTo>
                  <a:pt x="4134" y="98575"/>
                </a:lnTo>
                <a:lnTo>
                  <a:pt x="3536" y="97775"/>
                </a:lnTo>
                <a:lnTo>
                  <a:pt x="2973" y="96850"/>
                </a:lnTo>
                <a:lnTo>
                  <a:pt x="2446" y="95750"/>
                </a:lnTo>
                <a:lnTo>
                  <a:pt x="1964" y="94500"/>
                </a:lnTo>
                <a:lnTo>
                  <a:pt x="1518" y="93150"/>
                </a:lnTo>
                <a:lnTo>
                  <a:pt x="1125" y="91675"/>
                </a:lnTo>
                <a:lnTo>
                  <a:pt x="795" y="90100"/>
                </a:lnTo>
                <a:lnTo>
                  <a:pt x="509" y="88425"/>
                </a:lnTo>
                <a:lnTo>
                  <a:pt x="286" y="86700"/>
                </a:lnTo>
                <a:lnTo>
                  <a:pt x="125" y="84900"/>
                </a:lnTo>
                <a:lnTo>
                  <a:pt x="36" y="83100"/>
                </a:lnTo>
                <a:lnTo>
                  <a:pt x="0" y="81250"/>
                </a:lnTo>
                <a:lnTo>
                  <a:pt x="0" y="18750"/>
                </a:lnTo>
                <a:lnTo>
                  <a:pt x="36" y="16900"/>
                </a:lnTo>
                <a:lnTo>
                  <a:pt x="125" y="15100"/>
                </a:lnTo>
                <a:lnTo>
                  <a:pt x="286" y="13300"/>
                </a:lnTo>
                <a:lnTo>
                  <a:pt x="509" y="11575"/>
                </a:lnTo>
                <a:lnTo>
                  <a:pt x="795" y="9900"/>
                </a:lnTo>
                <a:lnTo>
                  <a:pt x="1125" y="8325"/>
                </a:lnTo>
                <a:lnTo>
                  <a:pt x="1518" y="6850"/>
                </a:lnTo>
                <a:lnTo>
                  <a:pt x="1964" y="5500"/>
                </a:lnTo>
                <a:lnTo>
                  <a:pt x="2446" y="4250"/>
                </a:lnTo>
                <a:lnTo>
                  <a:pt x="2973" y="3150"/>
                </a:lnTo>
                <a:lnTo>
                  <a:pt x="3536" y="2225"/>
                </a:lnTo>
                <a:lnTo>
                  <a:pt x="4134" y="1425"/>
                </a:lnTo>
                <a:lnTo>
                  <a:pt x="4750" y="800"/>
                </a:lnTo>
                <a:lnTo>
                  <a:pt x="5393" y="350"/>
                </a:lnTo>
                <a:lnTo>
                  <a:pt x="6036" y="100"/>
                </a:lnTo>
                <a:close/>
              </a:path>
            </a:pathLst>
          </a:custGeom>
          <a:solidFill>
            <a:srgbClr val="E8642C">
              <a:alpha val="20000"/>
            </a:srgbClr>
          </a:solidFill>
          <a:ln w="7144" algn="in">
            <a:solidFill>
              <a:srgbClr val="E8642C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el-1792653964580-57"/>
          <p:cNvSpPr/>
          <p:nvPr/>
        </p:nvSpPr>
        <p:spPr>
          <a:xfrm>
            <a:off x="5945922" y="1346240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214" y="0"/>
                </a:moveTo>
                <a:lnTo>
                  <a:pt x="48214" y="0"/>
                </a:lnTo>
                <a:cubicBezTo>
                  <a:pt x="57024" y="143"/>
                  <a:pt x="65071" y="2286"/>
                  <a:pt x="72357" y="6429"/>
                </a:cubicBezTo>
                <a:lnTo>
                  <a:pt x="72357" y="6429"/>
                </a:lnTo>
                <a:lnTo>
                  <a:pt x="72357" y="6429"/>
                </a:lnTo>
                <a:cubicBezTo>
                  <a:pt x="79595" y="10667"/>
                  <a:pt x="85476" y="16571"/>
                  <a:pt x="90000" y="24143"/>
                </a:cubicBezTo>
                <a:lnTo>
                  <a:pt x="90000" y="24143"/>
                </a:lnTo>
                <a:cubicBezTo>
                  <a:pt x="94286" y="31762"/>
                  <a:pt x="96429" y="39786"/>
                  <a:pt x="96429" y="48214"/>
                </a:cubicBezTo>
                <a:lnTo>
                  <a:pt x="96429" y="48214"/>
                </a:lnTo>
                <a:cubicBezTo>
                  <a:pt x="96429" y="56643"/>
                  <a:pt x="94286" y="64690"/>
                  <a:pt x="90000" y="72357"/>
                </a:cubicBezTo>
                <a:lnTo>
                  <a:pt x="90000" y="72357"/>
                </a:lnTo>
                <a:cubicBezTo>
                  <a:pt x="85476" y="79881"/>
                  <a:pt x="79595" y="85762"/>
                  <a:pt x="72357" y="90000"/>
                </a:cubicBezTo>
                <a:lnTo>
                  <a:pt x="72357" y="90000"/>
                </a:lnTo>
                <a:cubicBezTo>
                  <a:pt x="65071" y="94143"/>
                  <a:pt x="57024" y="96286"/>
                  <a:pt x="48214" y="96429"/>
                </a:cubicBezTo>
                <a:lnTo>
                  <a:pt x="48214" y="96429"/>
                </a:lnTo>
                <a:cubicBezTo>
                  <a:pt x="39405" y="96286"/>
                  <a:pt x="31381" y="94143"/>
                  <a:pt x="24143" y="90000"/>
                </a:cubicBezTo>
                <a:lnTo>
                  <a:pt x="24143" y="90000"/>
                </a:lnTo>
                <a:cubicBezTo>
                  <a:pt x="16857" y="85762"/>
                  <a:pt x="10952" y="79881"/>
                  <a:pt x="6429" y="72357"/>
                </a:cubicBezTo>
                <a:lnTo>
                  <a:pt x="6429" y="72357"/>
                </a:lnTo>
                <a:cubicBezTo>
                  <a:pt x="2143" y="64690"/>
                  <a:pt x="0" y="56643"/>
                  <a:pt x="0" y="48214"/>
                </a:cubicBezTo>
                <a:lnTo>
                  <a:pt x="0" y="48214"/>
                </a:lnTo>
                <a:cubicBezTo>
                  <a:pt x="0" y="39786"/>
                  <a:pt x="2143" y="31762"/>
                  <a:pt x="6429" y="24143"/>
                </a:cubicBezTo>
                <a:lnTo>
                  <a:pt x="6429" y="24143"/>
                </a:lnTo>
                <a:cubicBezTo>
                  <a:pt x="10952" y="16571"/>
                  <a:pt x="16857" y="10667"/>
                  <a:pt x="24143" y="6429"/>
                </a:cubicBezTo>
                <a:lnTo>
                  <a:pt x="24143" y="6429"/>
                </a:lnTo>
                <a:cubicBezTo>
                  <a:pt x="31381" y="2286"/>
                  <a:pt x="39405" y="143"/>
                  <a:pt x="48214" y="0"/>
                </a:cubicBezTo>
                <a:lnTo>
                  <a:pt x="48214" y="0"/>
                </a:lnTo>
                <a:moveTo>
                  <a:pt x="43714" y="22571"/>
                </a:moveTo>
                <a:lnTo>
                  <a:pt x="43714" y="22571"/>
                </a:lnTo>
                <a:lnTo>
                  <a:pt x="43714" y="48214"/>
                </a:lnTo>
                <a:cubicBezTo>
                  <a:pt x="43714" y="49833"/>
                  <a:pt x="44405" y="51095"/>
                  <a:pt x="45786" y="52000"/>
                </a:cubicBezTo>
                <a:lnTo>
                  <a:pt x="45786" y="52000"/>
                </a:lnTo>
                <a:lnTo>
                  <a:pt x="63857" y="64000"/>
                </a:lnTo>
                <a:cubicBezTo>
                  <a:pt x="66238" y="65381"/>
                  <a:pt x="68310" y="64952"/>
                  <a:pt x="70071" y="62714"/>
                </a:cubicBezTo>
                <a:lnTo>
                  <a:pt x="70071" y="62714"/>
                </a:lnTo>
                <a:cubicBezTo>
                  <a:pt x="71452" y="60333"/>
                  <a:pt x="71000" y="58262"/>
                  <a:pt x="68714" y="56500"/>
                </a:cubicBezTo>
                <a:lnTo>
                  <a:pt x="68714" y="56500"/>
                </a:lnTo>
                <a:lnTo>
                  <a:pt x="52714" y="45786"/>
                </a:lnTo>
                <a:lnTo>
                  <a:pt x="52714" y="22571"/>
                </a:lnTo>
                <a:cubicBezTo>
                  <a:pt x="52476" y="19810"/>
                  <a:pt x="50976" y="18310"/>
                  <a:pt x="48214" y="18071"/>
                </a:cubicBezTo>
                <a:lnTo>
                  <a:pt x="48214" y="18071"/>
                </a:lnTo>
                <a:cubicBezTo>
                  <a:pt x="45452" y="18310"/>
                  <a:pt x="43952" y="19810"/>
                  <a:pt x="43714" y="22571"/>
                </a:cubicBezTo>
                <a:lnTo>
                  <a:pt x="43714" y="22571"/>
                </a:lnTo>
              </a:path>
            </a:pathLst>
          </a:cu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92653963168-38"/>
          <p:cNvSpPr/>
          <p:nvPr/>
        </p:nvSpPr>
        <p:spPr>
          <a:xfrm>
            <a:off x="1042988" y="2036326"/>
            <a:ext cx="571500" cy="571500"/>
          </a:xfrm>
          <a:prstGeom prst="ellipse">
            <a:avLst/>
          </a:prstGeom>
          <a:solidFill>
            <a:srgbClr val="FFFFFF"/>
          </a:solidFill>
          <a:ln w="21431" algn="in">
            <a:solidFill>
              <a:srgbClr val="2563EB"/>
            </a:solidFill>
            <a:prstDash val="solid"/>
          </a:ln>
          <a:effectLst>
            <a:outerShdw blurRad="85725" dist="28575" dir="5400000" algn="ctr">
              <a:srgbClr val="2563E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el-1792653964682-64"/>
          <p:cNvSpPr/>
          <p:nvPr/>
        </p:nvSpPr>
        <p:spPr>
          <a:xfrm>
            <a:off x="1259086" y="2224921"/>
            <a:ext cx="139303" cy="1857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6267" y="0"/>
                </a:moveTo>
                <a:lnTo>
                  <a:pt x="16267" y="0"/>
                </a:lnTo>
                <a:cubicBezTo>
                  <a:pt x="11689" y="133"/>
                  <a:pt x="7867" y="1333"/>
                  <a:pt x="4800" y="3600"/>
                </a:cubicBezTo>
                <a:lnTo>
                  <a:pt x="4800" y="3600"/>
                </a:lnTo>
                <a:lnTo>
                  <a:pt x="4800" y="3600"/>
                </a:lnTo>
                <a:cubicBezTo>
                  <a:pt x="1778" y="5900"/>
                  <a:pt x="178" y="8767"/>
                  <a:pt x="0" y="12200"/>
                </a:cubicBezTo>
                <a:lnTo>
                  <a:pt x="0" y="12200"/>
                </a:lnTo>
                <a:lnTo>
                  <a:pt x="0" y="85300"/>
                </a:lnTo>
                <a:cubicBezTo>
                  <a:pt x="178" y="88733"/>
                  <a:pt x="1778" y="91600"/>
                  <a:pt x="4800" y="93900"/>
                </a:cubicBezTo>
                <a:lnTo>
                  <a:pt x="4800" y="93900"/>
                </a:lnTo>
                <a:cubicBezTo>
                  <a:pt x="7867" y="96167"/>
                  <a:pt x="11689" y="97367"/>
                  <a:pt x="16267" y="97500"/>
                </a:cubicBezTo>
                <a:lnTo>
                  <a:pt x="16267" y="97500"/>
                </a:lnTo>
                <a:lnTo>
                  <a:pt x="81267" y="97500"/>
                </a:lnTo>
                <a:cubicBezTo>
                  <a:pt x="85844" y="97367"/>
                  <a:pt x="89644" y="96167"/>
                  <a:pt x="92667" y="93900"/>
                </a:cubicBezTo>
                <a:lnTo>
                  <a:pt x="92667" y="93900"/>
                </a:lnTo>
                <a:cubicBezTo>
                  <a:pt x="95733" y="91600"/>
                  <a:pt x="97356" y="88733"/>
                  <a:pt x="97533" y="85300"/>
                </a:cubicBezTo>
                <a:lnTo>
                  <a:pt x="97533" y="85300"/>
                </a:lnTo>
                <a:lnTo>
                  <a:pt x="97533" y="30450"/>
                </a:lnTo>
                <a:lnTo>
                  <a:pt x="65000" y="30450"/>
                </a:lnTo>
                <a:cubicBezTo>
                  <a:pt x="62644" y="30450"/>
                  <a:pt x="60689" y="29883"/>
                  <a:pt x="59133" y="28750"/>
                </a:cubicBezTo>
                <a:lnTo>
                  <a:pt x="59133" y="28750"/>
                </a:lnTo>
                <a:cubicBezTo>
                  <a:pt x="57622" y="27617"/>
                  <a:pt x="56867" y="26167"/>
                  <a:pt x="56867" y="24400"/>
                </a:cubicBezTo>
                <a:lnTo>
                  <a:pt x="56867" y="24400"/>
                </a:lnTo>
                <a:lnTo>
                  <a:pt x="56867" y="0"/>
                </a:lnTo>
                <a:lnTo>
                  <a:pt x="16267" y="0"/>
                </a:lnTo>
                <a:moveTo>
                  <a:pt x="65000" y="0"/>
                </a:moveTo>
                <a:lnTo>
                  <a:pt x="65000" y="0"/>
                </a:lnTo>
                <a:lnTo>
                  <a:pt x="65000" y="24400"/>
                </a:lnTo>
                <a:lnTo>
                  <a:pt x="97533" y="24400"/>
                </a:lnTo>
                <a:lnTo>
                  <a:pt x="65000" y="0"/>
                </a:lnTo>
                <a:moveTo>
                  <a:pt x="28467" y="48750"/>
                </a:moveTo>
                <a:lnTo>
                  <a:pt x="28467" y="48750"/>
                </a:lnTo>
                <a:lnTo>
                  <a:pt x="69067" y="48750"/>
                </a:lnTo>
                <a:cubicBezTo>
                  <a:pt x="71600" y="48883"/>
                  <a:pt x="72956" y="49900"/>
                  <a:pt x="73133" y="51800"/>
                </a:cubicBezTo>
                <a:lnTo>
                  <a:pt x="73133" y="51800"/>
                </a:lnTo>
                <a:cubicBezTo>
                  <a:pt x="72956" y="53700"/>
                  <a:pt x="71600" y="54717"/>
                  <a:pt x="69067" y="54850"/>
                </a:cubicBezTo>
                <a:lnTo>
                  <a:pt x="69067" y="54850"/>
                </a:lnTo>
                <a:lnTo>
                  <a:pt x="28467" y="54850"/>
                </a:lnTo>
                <a:cubicBezTo>
                  <a:pt x="25889" y="54717"/>
                  <a:pt x="24533" y="53700"/>
                  <a:pt x="24400" y="51800"/>
                </a:cubicBezTo>
                <a:lnTo>
                  <a:pt x="24400" y="51800"/>
                </a:lnTo>
                <a:cubicBezTo>
                  <a:pt x="24533" y="49900"/>
                  <a:pt x="25889" y="48883"/>
                  <a:pt x="28467" y="48750"/>
                </a:cubicBezTo>
                <a:lnTo>
                  <a:pt x="28467" y="48750"/>
                </a:lnTo>
                <a:moveTo>
                  <a:pt x="28467" y="60950"/>
                </a:moveTo>
                <a:lnTo>
                  <a:pt x="28467" y="60950"/>
                </a:lnTo>
                <a:lnTo>
                  <a:pt x="69067" y="60950"/>
                </a:lnTo>
                <a:cubicBezTo>
                  <a:pt x="71600" y="61083"/>
                  <a:pt x="72956" y="62100"/>
                  <a:pt x="73133" y="64000"/>
                </a:cubicBezTo>
                <a:lnTo>
                  <a:pt x="73133" y="64000"/>
                </a:lnTo>
                <a:cubicBezTo>
                  <a:pt x="72956" y="65900"/>
                  <a:pt x="71600" y="66917"/>
                  <a:pt x="69067" y="67050"/>
                </a:cubicBezTo>
                <a:lnTo>
                  <a:pt x="69067" y="67050"/>
                </a:lnTo>
                <a:lnTo>
                  <a:pt x="28467" y="67050"/>
                </a:lnTo>
                <a:cubicBezTo>
                  <a:pt x="25889" y="66917"/>
                  <a:pt x="24533" y="65900"/>
                  <a:pt x="24400" y="64000"/>
                </a:cubicBezTo>
                <a:lnTo>
                  <a:pt x="24400" y="64000"/>
                </a:lnTo>
                <a:cubicBezTo>
                  <a:pt x="24533" y="62100"/>
                  <a:pt x="25889" y="61083"/>
                  <a:pt x="28467" y="60950"/>
                </a:cubicBezTo>
                <a:lnTo>
                  <a:pt x="28467" y="60950"/>
                </a:lnTo>
                <a:moveTo>
                  <a:pt x="28467" y="73150"/>
                </a:moveTo>
                <a:lnTo>
                  <a:pt x="28467" y="73150"/>
                </a:lnTo>
                <a:lnTo>
                  <a:pt x="69067" y="73150"/>
                </a:lnTo>
                <a:cubicBezTo>
                  <a:pt x="71600" y="73250"/>
                  <a:pt x="72956" y="74250"/>
                  <a:pt x="73133" y="76150"/>
                </a:cubicBezTo>
                <a:lnTo>
                  <a:pt x="73133" y="76150"/>
                </a:lnTo>
                <a:cubicBezTo>
                  <a:pt x="72956" y="78083"/>
                  <a:pt x="71600" y="79100"/>
                  <a:pt x="69067" y="79200"/>
                </a:cubicBezTo>
                <a:lnTo>
                  <a:pt x="69067" y="79200"/>
                </a:lnTo>
                <a:lnTo>
                  <a:pt x="28467" y="79200"/>
                </a:lnTo>
                <a:cubicBezTo>
                  <a:pt x="25889" y="79100"/>
                  <a:pt x="24533" y="78083"/>
                  <a:pt x="24400" y="76150"/>
                </a:cubicBezTo>
                <a:lnTo>
                  <a:pt x="24400" y="76150"/>
                </a:lnTo>
                <a:cubicBezTo>
                  <a:pt x="24533" y="74250"/>
                  <a:pt x="25889" y="73250"/>
                  <a:pt x="28467" y="73150"/>
                </a:cubicBezTo>
                <a:lnTo>
                  <a:pt x="28467" y="731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92653963159-26"/>
          <p:cNvSpPr/>
          <p:nvPr/>
        </p:nvSpPr>
        <p:spPr>
          <a:xfrm>
            <a:off x="685800" y="2945011"/>
            <a:ext cx="1285875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 algn="in">
            <a:solidFill>
              <a:srgbClr val="EEF2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el-1792653963169-39"/>
          <p:cNvSpPr/>
          <p:nvPr/>
        </p:nvSpPr>
        <p:spPr>
          <a:xfrm>
            <a:off x="3205043" y="2036326"/>
            <a:ext cx="571500" cy="571500"/>
          </a:xfrm>
          <a:prstGeom prst="ellipse">
            <a:avLst/>
          </a:prstGeom>
          <a:solidFill>
            <a:srgbClr val="FFFFFF"/>
          </a:solidFill>
          <a:ln w="21431" algn="in">
            <a:solidFill>
              <a:srgbClr val="2563EB"/>
            </a:solidFill>
            <a:prstDash val="solid"/>
          </a:ln>
          <a:effectLst>
            <a:outerShdw blurRad="85725" dist="28575" dir="5400000" algn="ctr">
              <a:srgbClr val="2563E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el-1792653964464-53"/>
          <p:cNvSpPr/>
          <p:nvPr/>
        </p:nvSpPr>
        <p:spPr>
          <a:xfrm>
            <a:off x="3397925" y="2224921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5050" y="0"/>
                </a:moveTo>
                <a:lnTo>
                  <a:pt x="35050" y="0"/>
                </a:lnTo>
                <a:cubicBezTo>
                  <a:pt x="38083" y="133"/>
                  <a:pt x="40617" y="1150"/>
                  <a:pt x="42650" y="3050"/>
                </a:cubicBezTo>
                <a:lnTo>
                  <a:pt x="42650" y="3050"/>
                </a:lnTo>
                <a:lnTo>
                  <a:pt x="42650" y="3050"/>
                </a:lnTo>
                <a:cubicBezTo>
                  <a:pt x="44550" y="5083"/>
                  <a:pt x="45567" y="7617"/>
                  <a:pt x="45700" y="10650"/>
                </a:cubicBezTo>
                <a:lnTo>
                  <a:pt x="45700" y="10650"/>
                </a:lnTo>
                <a:lnTo>
                  <a:pt x="45700" y="86850"/>
                </a:lnTo>
                <a:cubicBezTo>
                  <a:pt x="45567" y="89883"/>
                  <a:pt x="44550" y="92417"/>
                  <a:pt x="42650" y="94450"/>
                </a:cubicBezTo>
                <a:lnTo>
                  <a:pt x="42650" y="94450"/>
                </a:lnTo>
                <a:cubicBezTo>
                  <a:pt x="40617" y="96350"/>
                  <a:pt x="38083" y="97367"/>
                  <a:pt x="35050" y="97500"/>
                </a:cubicBezTo>
                <a:lnTo>
                  <a:pt x="35050" y="97500"/>
                </a:lnTo>
                <a:cubicBezTo>
                  <a:pt x="32250" y="97500"/>
                  <a:pt x="29833" y="96617"/>
                  <a:pt x="27800" y="94850"/>
                </a:cubicBezTo>
                <a:lnTo>
                  <a:pt x="27800" y="94850"/>
                </a:lnTo>
                <a:cubicBezTo>
                  <a:pt x="25900" y="93050"/>
                  <a:pt x="24767" y="90767"/>
                  <a:pt x="24400" y="88000"/>
                </a:cubicBezTo>
                <a:lnTo>
                  <a:pt x="24400" y="88000"/>
                </a:lnTo>
                <a:cubicBezTo>
                  <a:pt x="23367" y="88233"/>
                  <a:pt x="22350" y="88350"/>
                  <a:pt x="21350" y="88350"/>
                </a:cubicBezTo>
                <a:lnTo>
                  <a:pt x="21350" y="88350"/>
                </a:lnTo>
                <a:cubicBezTo>
                  <a:pt x="17917" y="88217"/>
                  <a:pt x="15050" y="87017"/>
                  <a:pt x="12750" y="84750"/>
                </a:cubicBezTo>
                <a:lnTo>
                  <a:pt x="12750" y="84750"/>
                </a:lnTo>
                <a:cubicBezTo>
                  <a:pt x="10483" y="82450"/>
                  <a:pt x="9283" y="79583"/>
                  <a:pt x="9150" y="76150"/>
                </a:cubicBezTo>
                <a:lnTo>
                  <a:pt x="9150" y="76150"/>
                </a:lnTo>
                <a:cubicBezTo>
                  <a:pt x="9150" y="74783"/>
                  <a:pt x="9400" y="73450"/>
                  <a:pt x="9900" y="72150"/>
                </a:cubicBezTo>
                <a:lnTo>
                  <a:pt x="9900" y="72150"/>
                </a:lnTo>
                <a:cubicBezTo>
                  <a:pt x="6967" y="71017"/>
                  <a:pt x="4550" y="69183"/>
                  <a:pt x="2650" y="66650"/>
                </a:cubicBezTo>
                <a:lnTo>
                  <a:pt x="2650" y="66650"/>
                </a:lnTo>
                <a:cubicBezTo>
                  <a:pt x="883" y="64117"/>
                  <a:pt x="0" y="61200"/>
                  <a:pt x="0" y="57900"/>
                </a:cubicBezTo>
                <a:lnTo>
                  <a:pt x="0" y="57900"/>
                </a:lnTo>
                <a:cubicBezTo>
                  <a:pt x="0" y="54833"/>
                  <a:pt x="833" y="52100"/>
                  <a:pt x="2500" y="49700"/>
                </a:cubicBezTo>
                <a:lnTo>
                  <a:pt x="2500" y="49700"/>
                </a:lnTo>
                <a:cubicBezTo>
                  <a:pt x="4000" y="47300"/>
                  <a:pt x="6083" y="45467"/>
                  <a:pt x="8750" y="44200"/>
                </a:cubicBezTo>
                <a:lnTo>
                  <a:pt x="8750" y="44200"/>
                </a:lnTo>
                <a:cubicBezTo>
                  <a:pt x="6983" y="42033"/>
                  <a:pt x="6100" y="39483"/>
                  <a:pt x="6100" y="36550"/>
                </a:cubicBezTo>
                <a:lnTo>
                  <a:pt x="6100" y="36550"/>
                </a:lnTo>
                <a:cubicBezTo>
                  <a:pt x="6100" y="33650"/>
                  <a:pt x="6983" y="31117"/>
                  <a:pt x="8750" y="28950"/>
                </a:cubicBezTo>
                <a:lnTo>
                  <a:pt x="8750" y="28950"/>
                </a:lnTo>
                <a:cubicBezTo>
                  <a:pt x="10550" y="26783"/>
                  <a:pt x="12833" y="25317"/>
                  <a:pt x="15600" y="24550"/>
                </a:cubicBezTo>
                <a:lnTo>
                  <a:pt x="15600" y="24550"/>
                </a:lnTo>
                <a:cubicBezTo>
                  <a:pt x="15367" y="23550"/>
                  <a:pt x="15250" y="22483"/>
                  <a:pt x="15250" y="21350"/>
                </a:cubicBezTo>
                <a:lnTo>
                  <a:pt x="15250" y="21350"/>
                </a:lnTo>
                <a:cubicBezTo>
                  <a:pt x="15250" y="18417"/>
                  <a:pt x="16133" y="15867"/>
                  <a:pt x="17900" y="13700"/>
                </a:cubicBezTo>
                <a:lnTo>
                  <a:pt x="17900" y="13700"/>
                </a:lnTo>
                <a:cubicBezTo>
                  <a:pt x="19567" y="11667"/>
                  <a:pt x="21733" y="10267"/>
                  <a:pt x="24400" y="9500"/>
                </a:cubicBezTo>
                <a:lnTo>
                  <a:pt x="24400" y="9500"/>
                </a:lnTo>
                <a:cubicBezTo>
                  <a:pt x="24767" y="6733"/>
                  <a:pt x="25900" y="4450"/>
                  <a:pt x="27800" y="2650"/>
                </a:cubicBezTo>
                <a:lnTo>
                  <a:pt x="27800" y="2650"/>
                </a:lnTo>
                <a:cubicBezTo>
                  <a:pt x="29833" y="883"/>
                  <a:pt x="32250" y="0"/>
                  <a:pt x="35050" y="0"/>
                </a:cubicBezTo>
                <a:lnTo>
                  <a:pt x="35050" y="0"/>
                </a:lnTo>
                <a:moveTo>
                  <a:pt x="62450" y="0"/>
                </a:moveTo>
                <a:lnTo>
                  <a:pt x="62450" y="0"/>
                </a:lnTo>
                <a:cubicBezTo>
                  <a:pt x="65250" y="0"/>
                  <a:pt x="67667" y="883"/>
                  <a:pt x="69700" y="2650"/>
                </a:cubicBezTo>
                <a:lnTo>
                  <a:pt x="69700" y="2650"/>
                </a:lnTo>
                <a:lnTo>
                  <a:pt x="69700" y="2650"/>
                </a:lnTo>
                <a:cubicBezTo>
                  <a:pt x="71600" y="4450"/>
                  <a:pt x="72750" y="6733"/>
                  <a:pt x="73150" y="9500"/>
                </a:cubicBezTo>
                <a:lnTo>
                  <a:pt x="73150" y="9500"/>
                </a:lnTo>
                <a:cubicBezTo>
                  <a:pt x="75783" y="10267"/>
                  <a:pt x="77933" y="11667"/>
                  <a:pt x="79600" y="13700"/>
                </a:cubicBezTo>
                <a:lnTo>
                  <a:pt x="79600" y="13700"/>
                </a:lnTo>
                <a:cubicBezTo>
                  <a:pt x="81367" y="15867"/>
                  <a:pt x="82250" y="18417"/>
                  <a:pt x="82250" y="21350"/>
                </a:cubicBezTo>
                <a:lnTo>
                  <a:pt x="82250" y="21350"/>
                </a:lnTo>
                <a:cubicBezTo>
                  <a:pt x="82250" y="22483"/>
                  <a:pt x="82133" y="23550"/>
                  <a:pt x="81900" y="24550"/>
                </a:cubicBezTo>
                <a:lnTo>
                  <a:pt x="81900" y="24550"/>
                </a:lnTo>
                <a:cubicBezTo>
                  <a:pt x="84667" y="25317"/>
                  <a:pt x="86950" y="26783"/>
                  <a:pt x="88750" y="28950"/>
                </a:cubicBezTo>
                <a:lnTo>
                  <a:pt x="88750" y="28950"/>
                </a:lnTo>
                <a:cubicBezTo>
                  <a:pt x="90517" y="31117"/>
                  <a:pt x="91400" y="33650"/>
                  <a:pt x="91400" y="36550"/>
                </a:cubicBezTo>
                <a:lnTo>
                  <a:pt x="91400" y="36550"/>
                </a:lnTo>
                <a:cubicBezTo>
                  <a:pt x="91400" y="39483"/>
                  <a:pt x="90517" y="42033"/>
                  <a:pt x="88750" y="44200"/>
                </a:cubicBezTo>
                <a:lnTo>
                  <a:pt x="88750" y="44200"/>
                </a:lnTo>
                <a:cubicBezTo>
                  <a:pt x="91417" y="45467"/>
                  <a:pt x="93500" y="47300"/>
                  <a:pt x="95000" y="49700"/>
                </a:cubicBezTo>
                <a:lnTo>
                  <a:pt x="95000" y="49700"/>
                </a:lnTo>
                <a:cubicBezTo>
                  <a:pt x="96667" y="52100"/>
                  <a:pt x="97500" y="54833"/>
                  <a:pt x="97500" y="57900"/>
                </a:cubicBezTo>
                <a:lnTo>
                  <a:pt x="97500" y="57900"/>
                </a:lnTo>
                <a:cubicBezTo>
                  <a:pt x="97500" y="61200"/>
                  <a:pt x="96617" y="64117"/>
                  <a:pt x="94850" y="66650"/>
                </a:cubicBezTo>
                <a:lnTo>
                  <a:pt x="94850" y="66650"/>
                </a:lnTo>
                <a:cubicBezTo>
                  <a:pt x="92950" y="69183"/>
                  <a:pt x="90533" y="71017"/>
                  <a:pt x="87600" y="72150"/>
                </a:cubicBezTo>
                <a:lnTo>
                  <a:pt x="87600" y="72150"/>
                </a:lnTo>
                <a:cubicBezTo>
                  <a:pt x="88100" y="73450"/>
                  <a:pt x="88350" y="74783"/>
                  <a:pt x="88350" y="76150"/>
                </a:cubicBezTo>
                <a:lnTo>
                  <a:pt x="88350" y="76150"/>
                </a:lnTo>
                <a:cubicBezTo>
                  <a:pt x="88217" y="79583"/>
                  <a:pt x="87017" y="82450"/>
                  <a:pt x="84750" y="84750"/>
                </a:cubicBezTo>
                <a:lnTo>
                  <a:pt x="84750" y="84750"/>
                </a:lnTo>
                <a:cubicBezTo>
                  <a:pt x="82450" y="87017"/>
                  <a:pt x="79583" y="88217"/>
                  <a:pt x="76150" y="88350"/>
                </a:cubicBezTo>
                <a:lnTo>
                  <a:pt x="76150" y="88350"/>
                </a:lnTo>
                <a:cubicBezTo>
                  <a:pt x="75150" y="88350"/>
                  <a:pt x="74150" y="88233"/>
                  <a:pt x="73150" y="88000"/>
                </a:cubicBezTo>
                <a:lnTo>
                  <a:pt x="73150" y="88000"/>
                </a:lnTo>
                <a:cubicBezTo>
                  <a:pt x="72750" y="90767"/>
                  <a:pt x="71600" y="93050"/>
                  <a:pt x="69700" y="94850"/>
                </a:cubicBezTo>
                <a:lnTo>
                  <a:pt x="69700" y="94850"/>
                </a:lnTo>
                <a:cubicBezTo>
                  <a:pt x="67667" y="96617"/>
                  <a:pt x="65250" y="97500"/>
                  <a:pt x="62450" y="97500"/>
                </a:cubicBezTo>
                <a:lnTo>
                  <a:pt x="62450" y="97500"/>
                </a:lnTo>
                <a:cubicBezTo>
                  <a:pt x="59417" y="97367"/>
                  <a:pt x="56883" y="96350"/>
                  <a:pt x="54850" y="94450"/>
                </a:cubicBezTo>
                <a:lnTo>
                  <a:pt x="54850" y="94450"/>
                </a:lnTo>
                <a:cubicBezTo>
                  <a:pt x="52950" y="92417"/>
                  <a:pt x="51933" y="89883"/>
                  <a:pt x="51800" y="86850"/>
                </a:cubicBezTo>
                <a:lnTo>
                  <a:pt x="51800" y="86850"/>
                </a:lnTo>
                <a:lnTo>
                  <a:pt x="51800" y="10650"/>
                </a:lnTo>
                <a:cubicBezTo>
                  <a:pt x="51933" y="7617"/>
                  <a:pt x="52950" y="5083"/>
                  <a:pt x="54850" y="3050"/>
                </a:cubicBezTo>
                <a:lnTo>
                  <a:pt x="54850" y="3050"/>
                </a:lnTo>
                <a:cubicBezTo>
                  <a:pt x="56883" y="1150"/>
                  <a:pt x="59417" y="133"/>
                  <a:pt x="62450" y="0"/>
                </a:cubicBezTo>
                <a:lnTo>
                  <a:pt x="62450" y="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l-1792653963154-21"/>
          <p:cNvSpPr/>
          <p:nvPr/>
        </p:nvSpPr>
        <p:spPr>
          <a:xfrm>
            <a:off x="2724894" y="2945011"/>
            <a:ext cx="1531709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 algn="in">
            <a:solidFill>
              <a:srgbClr val="EEF2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el-1792653963170-40"/>
          <p:cNvSpPr/>
          <p:nvPr/>
        </p:nvSpPr>
        <p:spPr>
          <a:xfrm>
            <a:off x="5367099" y="2036326"/>
            <a:ext cx="571500" cy="571500"/>
          </a:xfrm>
          <a:prstGeom prst="ellipse">
            <a:avLst/>
          </a:prstGeom>
          <a:solidFill>
            <a:srgbClr val="FFFFFF"/>
          </a:solidFill>
          <a:ln w="21431" algn="in">
            <a:solidFill>
              <a:srgbClr val="2563EB"/>
            </a:solidFill>
            <a:prstDash val="solid"/>
          </a:ln>
          <a:effectLst>
            <a:outerShdw blurRad="85725" dist="28575" dir="5400000" algn="ctr">
              <a:srgbClr val="2563E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el-1792653964482-54"/>
          <p:cNvSpPr/>
          <p:nvPr/>
        </p:nvSpPr>
        <p:spPr>
          <a:xfrm>
            <a:off x="5536763" y="2224921"/>
            <a:ext cx="232172" cy="1857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2375" y="200"/>
                </a:moveTo>
                <a:lnTo>
                  <a:pt x="62375" y="200"/>
                </a:lnTo>
                <a:cubicBezTo>
                  <a:pt x="60986" y="-200"/>
                  <a:pt x="59667" y="-17"/>
                  <a:pt x="58417" y="750"/>
                </a:cubicBezTo>
                <a:lnTo>
                  <a:pt x="58417" y="750"/>
                </a:lnTo>
                <a:lnTo>
                  <a:pt x="58417" y="750"/>
                </a:lnTo>
                <a:cubicBezTo>
                  <a:pt x="57250" y="1517"/>
                  <a:pt x="56444" y="2733"/>
                  <a:pt x="56000" y="4400"/>
                </a:cubicBezTo>
                <a:lnTo>
                  <a:pt x="56000" y="4400"/>
                </a:lnTo>
                <a:lnTo>
                  <a:pt x="35708" y="89700"/>
                </a:lnTo>
                <a:cubicBezTo>
                  <a:pt x="35403" y="91333"/>
                  <a:pt x="35556" y="92917"/>
                  <a:pt x="36167" y="94450"/>
                </a:cubicBezTo>
                <a:lnTo>
                  <a:pt x="36167" y="94450"/>
                </a:lnTo>
                <a:cubicBezTo>
                  <a:pt x="36806" y="95850"/>
                  <a:pt x="37819" y="96800"/>
                  <a:pt x="39208" y="97300"/>
                </a:cubicBezTo>
                <a:lnTo>
                  <a:pt x="39208" y="97300"/>
                </a:lnTo>
                <a:cubicBezTo>
                  <a:pt x="40569" y="97700"/>
                  <a:pt x="41889" y="97517"/>
                  <a:pt x="43167" y="96750"/>
                </a:cubicBezTo>
                <a:lnTo>
                  <a:pt x="43167" y="96750"/>
                </a:lnTo>
                <a:cubicBezTo>
                  <a:pt x="44333" y="95983"/>
                  <a:pt x="45125" y="94767"/>
                  <a:pt x="45542" y="93100"/>
                </a:cubicBezTo>
                <a:lnTo>
                  <a:pt x="45542" y="93100"/>
                </a:lnTo>
                <a:lnTo>
                  <a:pt x="65875" y="7800"/>
                </a:lnTo>
                <a:cubicBezTo>
                  <a:pt x="66181" y="6167"/>
                  <a:pt x="66014" y="4583"/>
                  <a:pt x="65375" y="3050"/>
                </a:cubicBezTo>
                <a:lnTo>
                  <a:pt x="65375" y="3050"/>
                </a:lnTo>
                <a:cubicBezTo>
                  <a:pt x="64736" y="1650"/>
                  <a:pt x="63736" y="700"/>
                  <a:pt x="62375" y="200"/>
                </a:cubicBezTo>
                <a:lnTo>
                  <a:pt x="62375" y="200"/>
                </a:lnTo>
                <a:moveTo>
                  <a:pt x="75042" y="23050"/>
                </a:moveTo>
                <a:lnTo>
                  <a:pt x="75042" y="23050"/>
                </a:lnTo>
                <a:cubicBezTo>
                  <a:pt x="74097" y="24317"/>
                  <a:pt x="73625" y="25767"/>
                  <a:pt x="73625" y="27400"/>
                </a:cubicBezTo>
                <a:lnTo>
                  <a:pt x="73625" y="27400"/>
                </a:lnTo>
                <a:lnTo>
                  <a:pt x="73625" y="27400"/>
                </a:lnTo>
                <a:cubicBezTo>
                  <a:pt x="73625" y="29067"/>
                  <a:pt x="74097" y="30533"/>
                  <a:pt x="75042" y="31800"/>
                </a:cubicBezTo>
                <a:lnTo>
                  <a:pt x="75042" y="31800"/>
                </a:lnTo>
                <a:lnTo>
                  <a:pt x="89333" y="48750"/>
                </a:lnTo>
                <a:lnTo>
                  <a:pt x="75042" y="65700"/>
                </a:lnTo>
                <a:cubicBezTo>
                  <a:pt x="74097" y="66967"/>
                  <a:pt x="73625" y="68433"/>
                  <a:pt x="73625" y="70100"/>
                </a:cubicBezTo>
                <a:lnTo>
                  <a:pt x="73625" y="70100"/>
                </a:lnTo>
                <a:cubicBezTo>
                  <a:pt x="73625" y="71733"/>
                  <a:pt x="74097" y="73183"/>
                  <a:pt x="75042" y="74450"/>
                </a:cubicBezTo>
                <a:lnTo>
                  <a:pt x="75042" y="74450"/>
                </a:lnTo>
                <a:cubicBezTo>
                  <a:pt x="76125" y="75583"/>
                  <a:pt x="77347" y="76150"/>
                  <a:pt x="78708" y="76150"/>
                </a:cubicBezTo>
                <a:lnTo>
                  <a:pt x="78708" y="76150"/>
                </a:lnTo>
                <a:cubicBezTo>
                  <a:pt x="80097" y="76150"/>
                  <a:pt x="81319" y="75583"/>
                  <a:pt x="82375" y="74450"/>
                </a:cubicBezTo>
                <a:lnTo>
                  <a:pt x="82375" y="74450"/>
                </a:lnTo>
                <a:lnTo>
                  <a:pt x="100125" y="53150"/>
                </a:lnTo>
                <a:cubicBezTo>
                  <a:pt x="101097" y="51883"/>
                  <a:pt x="101583" y="50417"/>
                  <a:pt x="101583" y="48750"/>
                </a:cubicBezTo>
                <a:lnTo>
                  <a:pt x="101583" y="48750"/>
                </a:lnTo>
                <a:cubicBezTo>
                  <a:pt x="101583" y="47083"/>
                  <a:pt x="101097" y="45617"/>
                  <a:pt x="100125" y="44350"/>
                </a:cubicBezTo>
                <a:lnTo>
                  <a:pt x="100125" y="44350"/>
                </a:lnTo>
                <a:lnTo>
                  <a:pt x="82375" y="23050"/>
                </a:lnTo>
                <a:cubicBezTo>
                  <a:pt x="81319" y="21917"/>
                  <a:pt x="80097" y="21350"/>
                  <a:pt x="78708" y="21350"/>
                </a:cubicBezTo>
                <a:lnTo>
                  <a:pt x="78708" y="21350"/>
                </a:lnTo>
                <a:cubicBezTo>
                  <a:pt x="77347" y="21350"/>
                  <a:pt x="76125" y="21917"/>
                  <a:pt x="75042" y="23050"/>
                </a:cubicBezTo>
                <a:lnTo>
                  <a:pt x="75042" y="23050"/>
                </a:lnTo>
                <a:moveTo>
                  <a:pt x="26500" y="23050"/>
                </a:moveTo>
                <a:lnTo>
                  <a:pt x="26500" y="23050"/>
                </a:lnTo>
                <a:cubicBezTo>
                  <a:pt x="25444" y="21917"/>
                  <a:pt x="24222" y="21350"/>
                  <a:pt x="22833" y="21350"/>
                </a:cubicBezTo>
                <a:lnTo>
                  <a:pt x="22833" y="21350"/>
                </a:lnTo>
                <a:lnTo>
                  <a:pt x="22833" y="21350"/>
                </a:lnTo>
                <a:cubicBezTo>
                  <a:pt x="21472" y="21350"/>
                  <a:pt x="20264" y="21917"/>
                  <a:pt x="19208" y="23050"/>
                </a:cubicBezTo>
                <a:lnTo>
                  <a:pt x="19208" y="23050"/>
                </a:lnTo>
                <a:lnTo>
                  <a:pt x="1417" y="44350"/>
                </a:lnTo>
                <a:cubicBezTo>
                  <a:pt x="472" y="45617"/>
                  <a:pt x="0" y="47083"/>
                  <a:pt x="0" y="48750"/>
                </a:cubicBezTo>
                <a:lnTo>
                  <a:pt x="0" y="48750"/>
                </a:lnTo>
                <a:cubicBezTo>
                  <a:pt x="0" y="50417"/>
                  <a:pt x="472" y="51883"/>
                  <a:pt x="1417" y="53150"/>
                </a:cubicBezTo>
                <a:lnTo>
                  <a:pt x="1417" y="53150"/>
                </a:lnTo>
                <a:lnTo>
                  <a:pt x="19208" y="74450"/>
                </a:lnTo>
                <a:cubicBezTo>
                  <a:pt x="20264" y="75583"/>
                  <a:pt x="21472" y="76150"/>
                  <a:pt x="22833" y="76150"/>
                </a:cubicBezTo>
                <a:lnTo>
                  <a:pt x="22833" y="76150"/>
                </a:lnTo>
                <a:cubicBezTo>
                  <a:pt x="24222" y="76150"/>
                  <a:pt x="25444" y="75583"/>
                  <a:pt x="26500" y="74450"/>
                </a:cubicBezTo>
                <a:lnTo>
                  <a:pt x="26500" y="74450"/>
                </a:lnTo>
                <a:cubicBezTo>
                  <a:pt x="27444" y="73183"/>
                  <a:pt x="27917" y="71733"/>
                  <a:pt x="27917" y="70100"/>
                </a:cubicBezTo>
                <a:lnTo>
                  <a:pt x="27917" y="70100"/>
                </a:lnTo>
                <a:cubicBezTo>
                  <a:pt x="27917" y="68433"/>
                  <a:pt x="27444" y="66967"/>
                  <a:pt x="26500" y="65700"/>
                </a:cubicBezTo>
                <a:lnTo>
                  <a:pt x="26500" y="65700"/>
                </a:lnTo>
                <a:lnTo>
                  <a:pt x="12208" y="48750"/>
                </a:lnTo>
                <a:lnTo>
                  <a:pt x="26500" y="31800"/>
                </a:lnTo>
                <a:cubicBezTo>
                  <a:pt x="27444" y="30533"/>
                  <a:pt x="27917" y="29067"/>
                  <a:pt x="27917" y="27400"/>
                </a:cubicBezTo>
                <a:lnTo>
                  <a:pt x="27917" y="27400"/>
                </a:lnTo>
                <a:cubicBezTo>
                  <a:pt x="27917" y="25767"/>
                  <a:pt x="27444" y="24317"/>
                  <a:pt x="26500" y="23050"/>
                </a:cubicBezTo>
                <a:lnTo>
                  <a:pt x="26500" y="230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el-1792653963156-22"/>
          <p:cNvSpPr/>
          <p:nvPr/>
        </p:nvSpPr>
        <p:spPr>
          <a:xfrm>
            <a:off x="4867037" y="2945011"/>
            <a:ext cx="1571625" cy="610791"/>
          </a:xfrm>
          <a:prstGeom prst="roundRect">
            <a:avLst>
              <a:gd name="adj" fmla="val 12476"/>
            </a:avLst>
          </a:prstGeom>
          <a:solidFill>
            <a:srgbClr val="F8FAFC"/>
          </a:solidFill>
          <a:ln w="7144" algn="in">
            <a:solidFill>
              <a:srgbClr val="EEF2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el-1792653963171-41"/>
          <p:cNvSpPr/>
          <p:nvPr/>
        </p:nvSpPr>
        <p:spPr>
          <a:xfrm>
            <a:off x="7529156" y="2036326"/>
            <a:ext cx="571500" cy="571500"/>
          </a:xfrm>
          <a:prstGeom prst="ellipse">
            <a:avLst/>
          </a:prstGeom>
          <a:solidFill>
            <a:srgbClr val="FFFFFF"/>
          </a:solidFill>
          <a:ln w="21431" algn="in">
            <a:solidFill>
              <a:srgbClr val="2563EB"/>
            </a:solidFill>
            <a:prstDash val="solid"/>
          </a:ln>
          <a:effectLst>
            <a:outerShdw blurRad="85725" dist="28575" dir="5400000" algn="ctr">
              <a:srgbClr val="2563E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el-1792653964492-55"/>
          <p:cNvSpPr/>
          <p:nvPr/>
        </p:nvSpPr>
        <p:spPr>
          <a:xfrm>
            <a:off x="7722037" y="2225647"/>
            <a:ext cx="185738" cy="184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4750" y="789"/>
                </a:moveTo>
                <a:lnTo>
                  <a:pt x="44750" y="789"/>
                </a:lnTo>
                <a:cubicBezTo>
                  <a:pt x="47417" y="-263"/>
                  <a:pt x="50150" y="-263"/>
                  <a:pt x="52950" y="789"/>
                </a:cubicBezTo>
                <a:lnTo>
                  <a:pt x="52950" y="789"/>
                </a:lnTo>
                <a:lnTo>
                  <a:pt x="89500" y="14421"/>
                </a:lnTo>
                <a:cubicBezTo>
                  <a:pt x="91900" y="15509"/>
                  <a:pt x="93800" y="17123"/>
                  <a:pt x="95200" y="19263"/>
                </a:cubicBezTo>
                <a:lnTo>
                  <a:pt x="95200" y="19263"/>
                </a:lnTo>
                <a:cubicBezTo>
                  <a:pt x="96733" y="21404"/>
                  <a:pt x="97500" y="23877"/>
                  <a:pt x="97500" y="26684"/>
                </a:cubicBezTo>
                <a:lnTo>
                  <a:pt x="97500" y="26684"/>
                </a:lnTo>
                <a:lnTo>
                  <a:pt x="97500" y="75158"/>
                </a:lnTo>
                <a:cubicBezTo>
                  <a:pt x="97500" y="77965"/>
                  <a:pt x="96733" y="80439"/>
                  <a:pt x="95200" y="82579"/>
                </a:cubicBezTo>
                <a:lnTo>
                  <a:pt x="95200" y="82579"/>
                </a:lnTo>
                <a:cubicBezTo>
                  <a:pt x="93800" y="84719"/>
                  <a:pt x="91900" y="86333"/>
                  <a:pt x="89500" y="87421"/>
                </a:cubicBezTo>
                <a:lnTo>
                  <a:pt x="89500" y="87421"/>
                </a:lnTo>
                <a:lnTo>
                  <a:pt x="52950" y="101053"/>
                </a:lnTo>
                <a:cubicBezTo>
                  <a:pt x="50150" y="102105"/>
                  <a:pt x="47350" y="102105"/>
                  <a:pt x="44550" y="101053"/>
                </a:cubicBezTo>
                <a:lnTo>
                  <a:pt x="44550" y="101053"/>
                </a:lnTo>
                <a:lnTo>
                  <a:pt x="8000" y="87421"/>
                </a:lnTo>
                <a:cubicBezTo>
                  <a:pt x="5600" y="86474"/>
                  <a:pt x="3700" y="84860"/>
                  <a:pt x="2300" y="82579"/>
                </a:cubicBezTo>
                <a:lnTo>
                  <a:pt x="2300" y="82579"/>
                </a:lnTo>
                <a:cubicBezTo>
                  <a:pt x="767" y="80439"/>
                  <a:pt x="0" y="77965"/>
                  <a:pt x="0" y="75158"/>
                </a:cubicBezTo>
                <a:lnTo>
                  <a:pt x="0" y="75158"/>
                </a:lnTo>
                <a:lnTo>
                  <a:pt x="0" y="26684"/>
                </a:lnTo>
                <a:cubicBezTo>
                  <a:pt x="0" y="23877"/>
                  <a:pt x="767" y="21404"/>
                  <a:pt x="2300" y="19263"/>
                </a:cubicBezTo>
                <a:lnTo>
                  <a:pt x="2300" y="19263"/>
                </a:lnTo>
                <a:cubicBezTo>
                  <a:pt x="3700" y="17123"/>
                  <a:pt x="5667" y="15509"/>
                  <a:pt x="8200" y="14421"/>
                </a:cubicBezTo>
                <a:lnTo>
                  <a:pt x="8200" y="14421"/>
                </a:lnTo>
                <a:lnTo>
                  <a:pt x="44750" y="789"/>
                </a:lnTo>
                <a:moveTo>
                  <a:pt x="48750" y="12842"/>
                </a:moveTo>
                <a:lnTo>
                  <a:pt x="48750" y="12842"/>
                </a:lnTo>
                <a:lnTo>
                  <a:pt x="15600" y="25263"/>
                </a:lnTo>
                <a:lnTo>
                  <a:pt x="48750" y="37684"/>
                </a:lnTo>
                <a:lnTo>
                  <a:pt x="81900" y="25263"/>
                </a:lnTo>
                <a:lnTo>
                  <a:pt x="48750" y="12842"/>
                </a:lnTo>
                <a:moveTo>
                  <a:pt x="54850" y="86789"/>
                </a:moveTo>
                <a:lnTo>
                  <a:pt x="54850" y="86789"/>
                </a:lnTo>
                <a:lnTo>
                  <a:pt x="85300" y="75368"/>
                </a:lnTo>
                <a:lnTo>
                  <a:pt x="85300" y="37684"/>
                </a:lnTo>
                <a:lnTo>
                  <a:pt x="54850" y="49105"/>
                </a:lnTo>
                <a:lnTo>
                  <a:pt x="54850" y="86789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-1792653963158-23"/>
          <p:cNvSpPr/>
          <p:nvPr/>
        </p:nvSpPr>
        <p:spPr>
          <a:xfrm>
            <a:off x="7121605" y="2945011"/>
            <a:ext cx="1386602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 algn="in">
            <a:solidFill>
              <a:srgbClr val="EEF2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el-1792653963136-19"/>
          <p:cNvSpPr txBox="1"/>
          <p:nvPr/>
        </p:nvSpPr>
        <p:spPr>
          <a:xfrm>
            <a:off x="2416909" y="1251942"/>
            <a:ext cx="1440180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360" b="1">
                <a:solidFill>
                  <a:srgbClr val="E8642C"/>
                </a:solidFill>
                <a:latin typeface="SimHei"/>
                <a:ea typeface="SimHei"/>
                <a:cs typeface="SimHei"/>
              </a:rPr>
              <a:t>15-30</a:t>
            </a:r>
            <a:endParaRPr/>
          </a:p>
        </p:txBody>
      </p:sp>
      <p:sp>
        <p:nvSpPr>
          <p:cNvPr id="43" name="el-1792653963164-36"/>
          <p:cNvSpPr txBox="1"/>
          <p:nvPr/>
        </p:nvSpPr>
        <p:spPr>
          <a:xfrm>
            <a:off x="3224153" y="1394817"/>
            <a:ext cx="34718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FFFFFF">
                    <a:alpha val="70000"/>
                  </a:srgbClr>
                </a:solidFill>
                <a:latin typeface="SimHei"/>
                <a:ea typeface="SimHei"/>
                <a:cs typeface="SimHei"/>
              </a:rPr>
              <a:t>分钟</a:t>
            </a:r>
            <a:endParaRPr/>
          </a:p>
        </p:txBody>
      </p:sp>
      <p:sp>
        <p:nvSpPr>
          <p:cNvPr id="44" name="el-1792653963137-20"/>
          <p:cNvSpPr txBox="1"/>
          <p:nvPr/>
        </p:nvSpPr>
        <p:spPr>
          <a:xfrm>
            <a:off x="4602897" y="1251942"/>
            <a:ext cx="948119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36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2-3</a:t>
            </a:r>
            <a:endParaRPr/>
          </a:p>
        </p:txBody>
      </p:sp>
      <p:sp>
        <p:nvSpPr>
          <p:cNvPr id="45" name="el-1792653963166-37"/>
          <p:cNvSpPr txBox="1"/>
          <p:nvPr/>
        </p:nvSpPr>
        <p:spPr>
          <a:xfrm>
            <a:off x="5110103" y="1394817"/>
            <a:ext cx="34718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FFFFFF">
                    <a:alpha val="70000"/>
                  </a:srgbClr>
                </a:solidFill>
                <a:latin typeface="SimHei"/>
                <a:ea typeface="SimHei"/>
                <a:cs typeface="SimHei"/>
              </a:rPr>
              <a:t>分钟</a:t>
            </a:r>
            <a:endParaRPr/>
          </a:p>
        </p:txBody>
      </p:sp>
      <p:sp>
        <p:nvSpPr>
          <p:cNvPr id="46" name="el-1792653963120-12"/>
          <p:cNvSpPr txBox="1"/>
          <p:nvPr/>
        </p:nvSpPr>
        <p:spPr>
          <a:xfrm>
            <a:off x="5945922" y="1317665"/>
            <a:ext cx="87109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92881" algn="l">
              <a:lnSpc>
                <a:spcPct val="100000"/>
              </a:lnSpc>
            </a:pPr>
            <a:r>
              <a:rPr sz="1010" spc="56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  <a:cs typeface="Microsoft YaHei"/>
              </a:rPr>
              <a:t>核心突破</a:t>
            </a:r>
            <a:endParaRPr/>
          </a:p>
        </p:txBody>
      </p:sp>
      <p:sp>
        <p:nvSpPr>
          <p:cNvPr id="47" name="el-1792653963158-24"/>
          <p:cNvSpPr txBox="1"/>
          <p:nvPr/>
        </p:nvSpPr>
        <p:spPr>
          <a:xfrm>
            <a:off x="779383" y="2693551"/>
            <a:ext cx="1098709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① 输入题目</a:t>
            </a:r>
            <a:endParaRPr/>
          </a:p>
        </p:txBody>
      </p:sp>
      <p:sp>
        <p:nvSpPr>
          <p:cNvPr id="48" name="el-1792653963158-25"/>
          <p:cNvSpPr txBox="1"/>
          <p:nvPr/>
        </p:nvSpPr>
        <p:spPr>
          <a:xfrm>
            <a:off x="760809" y="3009305"/>
            <a:ext cx="1135856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26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拍照 / 文本输入</a:t>
            </a:r>
            <a:endParaRPr/>
          </a:p>
          <a:p>
            <a:pPr algn="ctr">
              <a:lnSpc>
                <a:spcPts val="126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自动提取题目关键信息</a:t>
            </a:r>
            <a:endParaRPr/>
          </a:p>
        </p:txBody>
      </p:sp>
      <p:sp>
        <p:nvSpPr>
          <p:cNvPr id="49" name="el-1792653963160-27"/>
          <p:cNvSpPr txBox="1"/>
          <p:nvPr/>
        </p:nvSpPr>
        <p:spPr>
          <a:xfrm>
            <a:off x="2838212" y="2693551"/>
            <a:ext cx="1305163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② AI 解析</a:t>
            </a:r>
            <a:endParaRPr/>
          </a:p>
        </p:txBody>
      </p:sp>
      <p:sp>
        <p:nvSpPr>
          <p:cNvPr id="50" name="el-1792653963161-28"/>
          <p:cNvSpPr txBox="1"/>
          <p:nvPr/>
        </p:nvSpPr>
        <p:spPr>
          <a:xfrm>
            <a:off x="2161342" y="3015020"/>
            <a:ext cx="26588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DeepSeek / 豆包</a:t>
            </a:r>
            <a:endParaRPr/>
          </a:p>
        </p:txBody>
      </p:sp>
      <p:sp>
        <p:nvSpPr>
          <p:cNvPr id="51" name="el-1792653963161-29"/>
          <p:cNvSpPr txBox="1"/>
          <p:nvPr/>
        </p:nvSpPr>
        <p:spPr>
          <a:xfrm>
            <a:off x="1831211" y="3175754"/>
            <a:ext cx="331907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 自动理解题意与建模目标</a:t>
            </a:r>
            <a:endParaRPr/>
          </a:p>
        </p:txBody>
      </p:sp>
      <p:sp>
        <p:nvSpPr>
          <p:cNvPr id="52" name="el-1792653963161-30"/>
          <p:cNvSpPr txBox="1"/>
          <p:nvPr/>
        </p:nvSpPr>
        <p:spPr>
          <a:xfrm>
            <a:off x="5103495" y="2693551"/>
            <a:ext cx="1098709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③ 生成脚本</a:t>
            </a:r>
            <a:endParaRPr/>
          </a:p>
        </p:txBody>
      </p:sp>
      <p:sp>
        <p:nvSpPr>
          <p:cNvPr id="53" name="el-1792653963162-31"/>
          <p:cNvSpPr txBox="1"/>
          <p:nvPr/>
        </p:nvSpPr>
        <p:spPr>
          <a:xfrm>
            <a:off x="4511993" y="3015020"/>
            <a:ext cx="228171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结构化 Prompt</a:t>
            </a:r>
            <a:endParaRPr/>
          </a:p>
        </p:txBody>
      </p:sp>
      <p:sp>
        <p:nvSpPr>
          <p:cNvPr id="54" name="el-1792653963162-32"/>
          <p:cNvSpPr txBox="1"/>
          <p:nvPr/>
        </p:nvSpPr>
        <p:spPr>
          <a:xfrm>
            <a:off x="4987230" y="3175754"/>
            <a:ext cx="1331238" cy="3036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26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自动生成 GeoGebra 脚本指令</a:t>
            </a:r>
            <a:endParaRPr/>
          </a:p>
        </p:txBody>
      </p:sp>
      <p:sp>
        <p:nvSpPr>
          <p:cNvPr id="55" name="el-1792653963163-33"/>
          <p:cNvSpPr txBox="1"/>
          <p:nvPr/>
        </p:nvSpPr>
        <p:spPr>
          <a:xfrm>
            <a:off x="7265551" y="2693551"/>
            <a:ext cx="1098709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④ 渲染展示</a:t>
            </a:r>
            <a:endParaRPr/>
          </a:p>
        </p:txBody>
      </p:sp>
      <p:sp>
        <p:nvSpPr>
          <p:cNvPr id="56" name="el-1792653963163-34"/>
          <p:cNvSpPr txBox="1"/>
          <p:nvPr/>
        </p:nvSpPr>
        <p:spPr>
          <a:xfrm>
            <a:off x="6593413" y="3015020"/>
            <a:ext cx="244289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GeoGebra 引擎</a:t>
            </a:r>
            <a:endParaRPr/>
          </a:p>
        </p:txBody>
      </p:sp>
      <p:sp>
        <p:nvSpPr>
          <p:cNvPr id="57" name="el-1792653963163-35"/>
          <p:cNvSpPr txBox="1"/>
          <p:nvPr/>
        </p:nvSpPr>
        <p:spPr>
          <a:xfrm>
            <a:off x="6193631" y="3175754"/>
            <a:ext cx="295036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一键渲染 3D 可视化模型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5284-1"/>
          <p:cNvSpPr/>
          <p:nvPr/>
        </p:nvSpPr>
        <p:spPr>
          <a:xfrm>
            <a:off x="0" y="0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22794"/>
                </a:lnTo>
                <a:cubicBezTo>
                  <a:pt x="100000" y="65434"/>
                  <a:pt x="65434" y="100000"/>
                  <a:pt x="22794" y="100000"/>
                </a:cubicBez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2563EB">
                  <a:alpha val="14000"/>
                </a:srgbClr>
              </a:gs>
              <a:gs pos="72000">
                <a:srgbClr val="2563EB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" name="el-1792653965825-5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4" name="el-1792653965284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92653965300-9"/>
          <p:cNvSpPr/>
          <p:nvPr/>
        </p:nvSpPr>
        <p:spPr>
          <a:xfrm>
            <a:off x="400050" y="12501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el-1792653965777-43"/>
          <p:cNvSpPr/>
          <p:nvPr/>
        </p:nvSpPr>
        <p:spPr>
          <a:xfrm>
            <a:off x="464344" y="189309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3857" y="929"/>
                </a:moveTo>
                <a:lnTo>
                  <a:pt x="43857" y="929"/>
                </a:lnTo>
                <a:cubicBezTo>
                  <a:pt x="46762" y="-310"/>
                  <a:pt x="49714" y="-310"/>
                  <a:pt x="52714" y="929"/>
                </a:cubicBezTo>
                <a:lnTo>
                  <a:pt x="52714" y="929"/>
                </a:lnTo>
                <a:lnTo>
                  <a:pt x="93786" y="19929"/>
                </a:lnTo>
                <a:cubicBezTo>
                  <a:pt x="95405" y="20833"/>
                  <a:pt x="96286" y="22238"/>
                  <a:pt x="96429" y="24143"/>
                </a:cubicBezTo>
                <a:lnTo>
                  <a:pt x="96429" y="24143"/>
                </a:lnTo>
                <a:cubicBezTo>
                  <a:pt x="96286" y="26000"/>
                  <a:pt x="95405" y="27381"/>
                  <a:pt x="93786" y="28286"/>
                </a:cubicBezTo>
                <a:lnTo>
                  <a:pt x="93786" y="28286"/>
                </a:lnTo>
                <a:lnTo>
                  <a:pt x="52571" y="47286"/>
                </a:lnTo>
                <a:cubicBezTo>
                  <a:pt x="49667" y="48524"/>
                  <a:pt x="46714" y="48524"/>
                  <a:pt x="43714" y="47286"/>
                </a:cubicBezTo>
                <a:lnTo>
                  <a:pt x="43714" y="47286"/>
                </a:lnTo>
                <a:lnTo>
                  <a:pt x="2643" y="28286"/>
                </a:lnTo>
                <a:cubicBezTo>
                  <a:pt x="1024" y="27381"/>
                  <a:pt x="143" y="26000"/>
                  <a:pt x="0" y="24143"/>
                </a:cubicBezTo>
                <a:lnTo>
                  <a:pt x="0" y="24143"/>
                </a:lnTo>
                <a:cubicBezTo>
                  <a:pt x="143" y="22238"/>
                  <a:pt x="1024" y="20833"/>
                  <a:pt x="2643" y="19929"/>
                </a:cubicBezTo>
                <a:lnTo>
                  <a:pt x="2643" y="19929"/>
                </a:lnTo>
                <a:lnTo>
                  <a:pt x="43857" y="929"/>
                </a:lnTo>
                <a:moveTo>
                  <a:pt x="83786" y="39571"/>
                </a:moveTo>
                <a:lnTo>
                  <a:pt x="83786" y="39571"/>
                </a:lnTo>
                <a:lnTo>
                  <a:pt x="93786" y="44071"/>
                </a:lnTo>
                <a:cubicBezTo>
                  <a:pt x="95405" y="44929"/>
                  <a:pt x="96286" y="46310"/>
                  <a:pt x="96429" y="48214"/>
                </a:cubicBezTo>
                <a:lnTo>
                  <a:pt x="96429" y="48214"/>
                </a:lnTo>
                <a:cubicBezTo>
                  <a:pt x="96286" y="50119"/>
                  <a:pt x="95405" y="51500"/>
                  <a:pt x="93786" y="52357"/>
                </a:cubicBezTo>
                <a:lnTo>
                  <a:pt x="93786" y="52357"/>
                </a:lnTo>
                <a:lnTo>
                  <a:pt x="52571" y="71357"/>
                </a:lnTo>
                <a:cubicBezTo>
                  <a:pt x="49667" y="72643"/>
                  <a:pt x="46714" y="72643"/>
                  <a:pt x="43714" y="71357"/>
                </a:cubicBezTo>
                <a:lnTo>
                  <a:pt x="43714" y="71357"/>
                </a:lnTo>
                <a:lnTo>
                  <a:pt x="2643" y="52357"/>
                </a:lnTo>
                <a:cubicBezTo>
                  <a:pt x="1024" y="51500"/>
                  <a:pt x="143" y="50119"/>
                  <a:pt x="0" y="48214"/>
                </a:cubicBezTo>
                <a:lnTo>
                  <a:pt x="0" y="48214"/>
                </a:lnTo>
                <a:cubicBezTo>
                  <a:pt x="143" y="46310"/>
                  <a:pt x="1024" y="44929"/>
                  <a:pt x="2643" y="44071"/>
                </a:cubicBezTo>
                <a:lnTo>
                  <a:pt x="2643" y="44071"/>
                </a:lnTo>
                <a:lnTo>
                  <a:pt x="12643" y="39571"/>
                </a:lnTo>
                <a:lnTo>
                  <a:pt x="41214" y="52714"/>
                </a:lnTo>
                <a:cubicBezTo>
                  <a:pt x="45881" y="54714"/>
                  <a:pt x="50548" y="54714"/>
                  <a:pt x="55214" y="52714"/>
                </a:cubicBezTo>
                <a:lnTo>
                  <a:pt x="55214" y="52714"/>
                </a:lnTo>
                <a:lnTo>
                  <a:pt x="83786" y="39571"/>
                </a:lnTo>
                <a:moveTo>
                  <a:pt x="55214" y="76857"/>
                </a:moveTo>
                <a:lnTo>
                  <a:pt x="55214" y="76857"/>
                </a:lnTo>
                <a:lnTo>
                  <a:pt x="83786" y="63643"/>
                </a:lnTo>
                <a:lnTo>
                  <a:pt x="93786" y="68143"/>
                </a:lnTo>
                <a:cubicBezTo>
                  <a:pt x="95405" y="69048"/>
                  <a:pt x="96286" y="70452"/>
                  <a:pt x="96429" y="72357"/>
                </a:cubicBezTo>
                <a:lnTo>
                  <a:pt x="96429" y="72357"/>
                </a:lnTo>
                <a:cubicBezTo>
                  <a:pt x="96286" y="74214"/>
                  <a:pt x="95405" y="75595"/>
                  <a:pt x="93786" y="76500"/>
                </a:cubicBezTo>
                <a:lnTo>
                  <a:pt x="93786" y="76500"/>
                </a:lnTo>
                <a:lnTo>
                  <a:pt x="52571" y="95500"/>
                </a:lnTo>
                <a:cubicBezTo>
                  <a:pt x="49667" y="96738"/>
                  <a:pt x="46714" y="96738"/>
                  <a:pt x="43714" y="95500"/>
                </a:cubicBezTo>
                <a:lnTo>
                  <a:pt x="43714" y="95500"/>
                </a:lnTo>
                <a:lnTo>
                  <a:pt x="2643" y="76500"/>
                </a:lnTo>
                <a:cubicBezTo>
                  <a:pt x="1024" y="75595"/>
                  <a:pt x="143" y="74214"/>
                  <a:pt x="0" y="72357"/>
                </a:cubicBezTo>
                <a:lnTo>
                  <a:pt x="0" y="72357"/>
                </a:lnTo>
                <a:cubicBezTo>
                  <a:pt x="143" y="70452"/>
                  <a:pt x="1024" y="69048"/>
                  <a:pt x="2643" y="68143"/>
                </a:cubicBezTo>
                <a:lnTo>
                  <a:pt x="2643" y="68143"/>
                </a:lnTo>
                <a:lnTo>
                  <a:pt x="12643" y="63643"/>
                </a:lnTo>
                <a:lnTo>
                  <a:pt x="41214" y="76857"/>
                </a:lnTo>
                <a:cubicBezTo>
                  <a:pt x="45881" y="78857"/>
                  <a:pt x="50548" y="78857"/>
                  <a:pt x="55214" y="76857"/>
                </a:cubicBezTo>
                <a:lnTo>
                  <a:pt x="55214" y="76857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5288-5"/>
          <p:cNvSpPr/>
          <p:nvPr/>
        </p:nvSpPr>
        <p:spPr>
          <a:xfrm>
            <a:off x="7974211" y="149304"/>
            <a:ext cx="769739" cy="20859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7144" algn="in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l-1792653965650-38"/>
          <p:cNvSpPr/>
          <p:nvPr/>
        </p:nvSpPr>
        <p:spPr>
          <a:xfrm>
            <a:off x="8081367" y="214134"/>
            <a:ext cx="112514" cy="87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889"/>
                </a:moveTo>
                <a:lnTo>
                  <a:pt x="0" y="10889"/>
                </a:lnTo>
                <a:cubicBezTo>
                  <a:pt x="111" y="7852"/>
                  <a:pt x="917" y="5296"/>
                  <a:pt x="2417" y="3222"/>
                </a:cubicBezTo>
                <a:lnTo>
                  <a:pt x="2417" y="3222"/>
                </a:lnTo>
                <a:lnTo>
                  <a:pt x="2417" y="3222"/>
                </a:lnTo>
                <a:cubicBezTo>
                  <a:pt x="3972" y="1222"/>
                  <a:pt x="5889" y="148"/>
                  <a:pt x="8167" y="0"/>
                </a:cubicBezTo>
                <a:lnTo>
                  <a:pt x="8167" y="0"/>
                </a:lnTo>
                <a:lnTo>
                  <a:pt x="24583" y="0"/>
                </a:lnTo>
                <a:cubicBezTo>
                  <a:pt x="26861" y="148"/>
                  <a:pt x="28806" y="1222"/>
                  <a:pt x="30417" y="3222"/>
                </a:cubicBezTo>
                <a:lnTo>
                  <a:pt x="30417" y="3222"/>
                </a:lnTo>
                <a:cubicBezTo>
                  <a:pt x="31917" y="5296"/>
                  <a:pt x="32722" y="7852"/>
                  <a:pt x="32833" y="10889"/>
                </a:cubicBezTo>
                <a:lnTo>
                  <a:pt x="32833" y="10889"/>
                </a:lnTo>
                <a:lnTo>
                  <a:pt x="32833" y="14556"/>
                </a:lnTo>
                <a:lnTo>
                  <a:pt x="65667" y="14556"/>
                </a:lnTo>
                <a:lnTo>
                  <a:pt x="65667" y="10889"/>
                </a:lnTo>
                <a:cubicBezTo>
                  <a:pt x="65778" y="7852"/>
                  <a:pt x="66556" y="5296"/>
                  <a:pt x="68000" y="3222"/>
                </a:cubicBezTo>
                <a:lnTo>
                  <a:pt x="68000" y="3222"/>
                </a:lnTo>
                <a:cubicBezTo>
                  <a:pt x="69611" y="1222"/>
                  <a:pt x="71556" y="148"/>
                  <a:pt x="73833" y="0"/>
                </a:cubicBezTo>
                <a:lnTo>
                  <a:pt x="73833" y="0"/>
                </a:lnTo>
                <a:lnTo>
                  <a:pt x="90250" y="0"/>
                </a:lnTo>
                <a:cubicBezTo>
                  <a:pt x="92528" y="148"/>
                  <a:pt x="94472" y="1222"/>
                  <a:pt x="96083" y="3222"/>
                </a:cubicBezTo>
                <a:lnTo>
                  <a:pt x="96083" y="3222"/>
                </a:lnTo>
                <a:cubicBezTo>
                  <a:pt x="97528" y="5296"/>
                  <a:pt x="98306" y="7852"/>
                  <a:pt x="98417" y="10889"/>
                </a:cubicBezTo>
                <a:lnTo>
                  <a:pt x="98417" y="10889"/>
                </a:lnTo>
                <a:lnTo>
                  <a:pt x="98417" y="32778"/>
                </a:lnTo>
                <a:cubicBezTo>
                  <a:pt x="98306" y="35815"/>
                  <a:pt x="97528" y="38407"/>
                  <a:pt x="96083" y="40556"/>
                </a:cubicBezTo>
                <a:lnTo>
                  <a:pt x="96083" y="40556"/>
                </a:lnTo>
                <a:cubicBezTo>
                  <a:pt x="94472" y="42556"/>
                  <a:pt x="92528" y="43630"/>
                  <a:pt x="90250" y="43778"/>
                </a:cubicBezTo>
                <a:lnTo>
                  <a:pt x="90250" y="43778"/>
                </a:lnTo>
                <a:lnTo>
                  <a:pt x="73833" y="43778"/>
                </a:lnTo>
                <a:cubicBezTo>
                  <a:pt x="71556" y="43630"/>
                  <a:pt x="69611" y="42556"/>
                  <a:pt x="68000" y="40556"/>
                </a:cubicBezTo>
                <a:lnTo>
                  <a:pt x="68000" y="40556"/>
                </a:lnTo>
                <a:cubicBezTo>
                  <a:pt x="66556" y="38407"/>
                  <a:pt x="65778" y="35815"/>
                  <a:pt x="65667" y="32778"/>
                </a:cubicBezTo>
                <a:lnTo>
                  <a:pt x="65667" y="32778"/>
                </a:lnTo>
                <a:lnTo>
                  <a:pt x="65667" y="29222"/>
                </a:lnTo>
                <a:lnTo>
                  <a:pt x="32833" y="29222"/>
                </a:lnTo>
                <a:lnTo>
                  <a:pt x="32833" y="32778"/>
                </a:lnTo>
                <a:cubicBezTo>
                  <a:pt x="32833" y="33222"/>
                  <a:pt x="32833" y="33630"/>
                  <a:pt x="32833" y="34000"/>
                </a:cubicBezTo>
                <a:lnTo>
                  <a:pt x="32833" y="34000"/>
                </a:lnTo>
                <a:lnTo>
                  <a:pt x="46500" y="58333"/>
                </a:lnTo>
                <a:lnTo>
                  <a:pt x="62917" y="58333"/>
                </a:lnTo>
                <a:cubicBezTo>
                  <a:pt x="65194" y="58481"/>
                  <a:pt x="67111" y="59556"/>
                  <a:pt x="68667" y="61556"/>
                </a:cubicBezTo>
                <a:lnTo>
                  <a:pt x="68667" y="61556"/>
                </a:lnTo>
                <a:cubicBezTo>
                  <a:pt x="70167" y="63630"/>
                  <a:pt x="70972" y="66185"/>
                  <a:pt x="71083" y="69222"/>
                </a:cubicBezTo>
                <a:lnTo>
                  <a:pt x="71083" y="69222"/>
                </a:lnTo>
                <a:lnTo>
                  <a:pt x="71083" y="91111"/>
                </a:lnTo>
                <a:cubicBezTo>
                  <a:pt x="70972" y="94148"/>
                  <a:pt x="70167" y="96741"/>
                  <a:pt x="68667" y="98889"/>
                </a:cubicBezTo>
                <a:lnTo>
                  <a:pt x="68667" y="98889"/>
                </a:lnTo>
                <a:cubicBezTo>
                  <a:pt x="67111" y="100889"/>
                  <a:pt x="65194" y="101963"/>
                  <a:pt x="62917" y="102111"/>
                </a:cubicBezTo>
                <a:lnTo>
                  <a:pt x="62917" y="102111"/>
                </a:lnTo>
                <a:lnTo>
                  <a:pt x="46500" y="102111"/>
                </a:lnTo>
                <a:cubicBezTo>
                  <a:pt x="44222" y="101963"/>
                  <a:pt x="42278" y="100889"/>
                  <a:pt x="40667" y="98889"/>
                </a:cubicBezTo>
                <a:lnTo>
                  <a:pt x="40667" y="98889"/>
                </a:lnTo>
                <a:cubicBezTo>
                  <a:pt x="39167" y="96741"/>
                  <a:pt x="38361" y="94148"/>
                  <a:pt x="38250" y="91111"/>
                </a:cubicBezTo>
                <a:lnTo>
                  <a:pt x="38250" y="91111"/>
                </a:lnTo>
                <a:lnTo>
                  <a:pt x="38250" y="69222"/>
                </a:lnTo>
                <a:cubicBezTo>
                  <a:pt x="38250" y="68778"/>
                  <a:pt x="38250" y="68407"/>
                  <a:pt x="38250" y="68111"/>
                </a:cubicBezTo>
                <a:lnTo>
                  <a:pt x="38250" y="68111"/>
                </a:lnTo>
                <a:lnTo>
                  <a:pt x="24583" y="43778"/>
                </a:lnTo>
                <a:lnTo>
                  <a:pt x="8167" y="43778"/>
                </a:lnTo>
                <a:cubicBezTo>
                  <a:pt x="5889" y="43630"/>
                  <a:pt x="3972" y="42556"/>
                  <a:pt x="2417" y="40556"/>
                </a:cubicBezTo>
                <a:lnTo>
                  <a:pt x="2417" y="40556"/>
                </a:lnTo>
                <a:cubicBezTo>
                  <a:pt x="917" y="38407"/>
                  <a:pt x="111" y="35815"/>
                  <a:pt x="0" y="32778"/>
                </a:cubicBezTo>
                <a:lnTo>
                  <a:pt x="0" y="32778"/>
                </a:lnTo>
                <a:lnTo>
                  <a:pt x="0" y="10889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92653965332-29"/>
          <p:cNvSpPr/>
          <p:nvPr/>
        </p:nvSpPr>
        <p:spPr>
          <a:xfrm>
            <a:off x="400050" y="1446609"/>
            <a:ext cx="42863" cy="142875"/>
          </a:xfrm>
          <a:prstGeom prst="roundRect">
            <a:avLst>
              <a:gd name="adj" fmla="val 50000"/>
            </a:avLst>
          </a:pr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2653965302-10"/>
          <p:cNvSpPr/>
          <p:nvPr/>
        </p:nvSpPr>
        <p:spPr>
          <a:xfrm>
            <a:off x="400050" y="1718072"/>
            <a:ext cx="4000500" cy="350044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28575" dist="14288" dir="5400000" algn="ctr">
              <a:srgbClr val="0B1F3A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el-1792653965309-16"/>
          <p:cNvSpPr/>
          <p:nvPr/>
        </p:nvSpPr>
        <p:spPr>
          <a:xfrm>
            <a:off x="400050" y="1718072"/>
            <a:ext cx="57150" cy="3500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9"/>
                </a:lnTo>
                <a:lnTo>
                  <a:pt x="80491" y="314"/>
                </a:lnTo>
                <a:lnTo>
                  <a:pt x="70972" y="703"/>
                </a:lnTo>
                <a:lnTo>
                  <a:pt x="61732" y="1243"/>
                </a:lnTo>
                <a:lnTo>
                  <a:pt x="52860" y="1928"/>
                </a:lnTo>
                <a:lnTo>
                  <a:pt x="44443" y="2752"/>
                </a:lnTo>
                <a:lnTo>
                  <a:pt x="36561" y="3706"/>
                </a:lnTo>
                <a:lnTo>
                  <a:pt x="29289" y="4782"/>
                </a:lnTo>
                <a:lnTo>
                  <a:pt x="22699" y="5969"/>
                </a:lnTo>
                <a:lnTo>
                  <a:pt x="16853" y="7256"/>
                </a:lnTo>
                <a:lnTo>
                  <a:pt x="11808" y="8630"/>
                </a:lnTo>
                <a:lnTo>
                  <a:pt x="7612" y="10079"/>
                </a:lnTo>
                <a:lnTo>
                  <a:pt x="4306" y="11587"/>
                </a:lnTo>
                <a:lnTo>
                  <a:pt x="1921" y="13141"/>
                </a:lnTo>
                <a:lnTo>
                  <a:pt x="482" y="14726"/>
                </a:lnTo>
                <a:lnTo>
                  <a:pt x="0" y="16327"/>
                </a:lnTo>
                <a:lnTo>
                  <a:pt x="0" y="83673"/>
                </a:lnTo>
                <a:lnTo>
                  <a:pt x="482" y="85274"/>
                </a:lnTo>
                <a:lnTo>
                  <a:pt x="1921" y="86859"/>
                </a:lnTo>
                <a:lnTo>
                  <a:pt x="4306" y="88413"/>
                </a:lnTo>
                <a:lnTo>
                  <a:pt x="7612" y="89921"/>
                </a:lnTo>
                <a:lnTo>
                  <a:pt x="11808" y="91370"/>
                </a:lnTo>
                <a:lnTo>
                  <a:pt x="16853" y="92744"/>
                </a:lnTo>
                <a:lnTo>
                  <a:pt x="22699" y="94031"/>
                </a:lnTo>
                <a:lnTo>
                  <a:pt x="29289" y="95218"/>
                </a:lnTo>
                <a:lnTo>
                  <a:pt x="36561" y="96294"/>
                </a:lnTo>
                <a:lnTo>
                  <a:pt x="44443" y="97248"/>
                </a:lnTo>
                <a:lnTo>
                  <a:pt x="52860" y="98072"/>
                </a:lnTo>
                <a:lnTo>
                  <a:pt x="61732" y="98757"/>
                </a:lnTo>
                <a:lnTo>
                  <a:pt x="70972" y="99297"/>
                </a:lnTo>
                <a:lnTo>
                  <a:pt x="80491" y="99686"/>
                </a:lnTo>
                <a:lnTo>
                  <a:pt x="90198" y="99921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5099" y="99921"/>
                </a:lnTo>
                <a:lnTo>
                  <a:pt x="90245" y="99686"/>
                </a:lnTo>
                <a:lnTo>
                  <a:pt x="85486" y="99297"/>
                </a:lnTo>
                <a:lnTo>
                  <a:pt x="80866" y="98757"/>
                </a:lnTo>
                <a:lnTo>
                  <a:pt x="76430" y="98072"/>
                </a:lnTo>
                <a:lnTo>
                  <a:pt x="72221" y="97248"/>
                </a:lnTo>
                <a:lnTo>
                  <a:pt x="68280" y="96294"/>
                </a:lnTo>
                <a:lnTo>
                  <a:pt x="64645" y="95218"/>
                </a:lnTo>
                <a:lnTo>
                  <a:pt x="61349" y="94031"/>
                </a:lnTo>
                <a:lnTo>
                  <a:pt x="58427" y="92744"/>
                </a:lnTo>
                <a:lnTo>
                  <a:pt x="55904" y="91370"/>
                </a:lnTo>
                <a:lnTo>
                  <a:pt x="53806" y="89921"/>
                </a:lnTo>
                <a:lnTo>
                  <a:pt x="52153" y="88413"/>
                </a:lnTo>
                <a:lnTo>
                  <a:pt x="50961" y="86859"/>
                </a:lnTo>
                <a:lnTo>
                  <a:pt x="50241" y="85274"/>
                </a:lnTo>
                <a:lnTo>
                  <a:pt x="50000" y="83673"/>
                </a:lnTo>
                <a:lnTo>
                  <a:pt x="50000" y="16327"/>
                </a:lnTo>
                <a:lnTo>
                  <a:pt x="50241" y="14726"/>
                </a:lnTo>
                <a:lnTo>
                  <a:pt x="50961" y="13141"/>
                </a:lnTo>
                <a:lnTo>
                  <a:pt x="52153" y="11587"/>
                </a:lnTo>
                <a:lnTo>
                  <a:pt x="53806" y="10079"/>
                </a:lnTo>
                <a:lnTo>
                  <a:pt x="55904" y="8630"/>
                </a:lnTo>
                <a:lnTo>
                  <a:pt x="58427" y="7256"/>
                </a:lnTo>
                <a:lnTo>
                  <a:pt x="61349" y="5969"/>
                </a:lnTo>
                <a:lnTo>
                  <a:pt x="64645" y="4782"/>
                </a:lnTo>
                <a:lnTo>
                  <a:pt x="68280" y="3706"/>
                </a:lnTo>
                <a:lnTo>
                  <a:pt x="72221" y="2752"/>
                </a:lnTo>
                <a:lnTo>
                  <a:pt x="76430" y="1928"/>
                </a:lnTo>
                <a:lnTo>
                  <a:pt x="80866" y="1243"/>
                </a:lnTo>
                <a:lnTo>
                  <a:pt x="85486" y="703"/>
                </a:lnTo>
                <a:lnTo>
                  <a:pt x="90245" y="314"/>
                </a:lnTo>
                <a:lnTo>
                  <a:pt x="95099" y="79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2653965780-44"/>
          <p:cNvSpPr/>
          <p:nvPr/>
        </p:nvSpPr>
        <p:spPr>
          <a:xfrm>
            <a:off x="603647" y="1821656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7091" y="0"/>
                </a:moveTo>
                <a:lnTo>
                  <a:pt x="17091" y="0"/>
                </a:lnTo>
                <a:cubicBezTo>
                  <a:pt x="12242" y="133"/>
                  <a:pt x="8242" y="1378"/>
                  <a:pt x="5091" y="3733"/>
                </a:cubicBezTo>
                <a:lnTo>
                  <a:pt x="5091" y="3733"/>
                </a:lnTo>
                <a:lnTo>
                  <a:pt x="5091" y="3733"/>
                </a:lnTo>
                <a:cubicBezTo>
                  <a:pt x="1879" y="6044"/>
                  <a:pt x="182" y="8978"/>
                  <a:pt x="0" y="12533"/>
                </a:cubicBezTo>
                <a:lnTo>
                  <a:pt x="0" y="12533"/>
                </a:lnTo>
                <a:lnTo>
                  <a:pt x="0" y="87533"/>
                </a:lnTo>
                <a:cubicBezTo>
                  <a:pt x="182" y="91044"/>
                  <a:pt x="1879" y="93956"/>
                  <a:pt x="5091" y="96267"/>
                </a:cubicBezTo>
                <a:lnTo>
                  <a:pt x="5091" y="96267"/>
                </a:lnTo>
                <a:cubicBezTo>
                  <a:pt x="8242" y="98622"/>
                  <a:pt x="12242" y="99867"/>
                  <a:pt x="17091" y="100000"/>
                </a:cubicBezTo>
                <a:lnTo>
                  <a:pt x="17091" y="100000"/>
                </a:lnTo>
                <a:lnTo>
                  <a:pt x="85273" y="100000"/>
                </a:lnTo>
                <a:cubicBezTo>
                  <a:pt x="90061" y="99867"/>
                  <a:pt x="94030" y="98622"/>
                  <a:pt x="97182" y="96267"/>
                </a:cubicBezTo>
                <a:lnTo>
                  <a:pt x="97182" y="96267"/>
                </a:lnTo>
                <a:cubicBezTo>
                  <a:pt x="100394" y="93956"/>
                  <a:pt x="102091" y="91044"/>
                  <a:pt x="102273" y="87533"/>
                </a:cubicBezTo>
                <a:lnTo>
                  <a:pt x="102273" y="87533"/>
                </a:lnTo>
                <a:lnTo>
                  <a:pt x="102273" y="31267"/>
                </a:lnTo>
                <a:lnTo>
                  <a:pt x="68182" y="31267"/>
                </a:lnTo>
                <a:cubicBezTo>
                  <a:pt x="65697" y="31267"/>
                  <a:pt x="63667" y="30667"/>
                  <a:pt x="62091" y="29467"/>
                </a:cubicBezTo>
                <a:lnTo>
                  <a:pt x="62091" y="29467"/>
                </a:lnTo>
                <a:cubicBezTo>
                  <a:pt x="60455" y="28311"/>
                  <a:pt x="59636" y="26822"/>
                  <a:pt x="59636" y="25000"/>
                </a:cubicBezTo>
                <a:lnTo>
                  <a:pt x="59636" y="25000"/>
                </a:lnTo>
                <a:lnTo>
                  <a:pt x="59636" y="0"/>
                </a:lnTo>
                <a:lnTo>
                  <a:pt x="17091" y="0"/>
                </a:lnTo>
                <a:moveTo>
                  <a:pt x="68182" y="0"/>
                </a:moveTo>
                <a:lnTo>
                  <a:pt x="68182" y="0"/>
                </a:lnTo>
                <a:lnTo>
                  <a:pt x="68182" y="25000"/>
                </a:lnTo>
                <a:lnTo>
                  <a:pt x="102273" y="25000"/>
                </a:lnTo>
                <a:lnTo>
                  <a:pt x="68182" y="0"/>
                </a:lnTo>
                <a:moveTo>
                  <a:pt x="40727" y="56467"/>
                </a:moveTo>
                <a:lnTo>
                  <a:pt x="40727" y="56467"/>
                </a:lnTo>
                <a:lnTo>
                  <a:pt x="32455" y="62533"/>
                </a:lnTo>
                <a:lnTo>
                  <a:pt x="40727" y="68533"/>
                </a:lnTo>
                <a:cubicBezTo>
                  <a:pt x="43212" y="70756"/>
                  <a:pt x="43212" y="72978"/>
                  <a:pt x="40727" y="75200"/>
                </a:cubicBezTo>
                <a:lnTo>
                  <a:pt x="40727" y="75200"/>
                </a:lnTo>
                <a:cubicBezTo>
                  <a:pt x="37697" y="77022"/>
                  <a:pt x="34697" y="77022"/>
                  <a:pt x="31727" y="75200"/>
                </a:cubicBezTo>
                <a:lnTo>
                  <a:pt x="31727" y="75200"/>
                </a:lnTo>
                <a:lnTo>
                  <a:pt x="18909" y="65800"/>
                </a:lnTo>
                <a:cubicBezTo>
                  <a:pt x="16424" y="63622"/>
                  <a:pt x="16424" y="61422"/>
                  <a:pt x="18909" y="59200"/>
                </a:cubicBezTo>
                <a:lnTo>
                  <a:pt x="18909" y="59200"/>
                </a:lnTo>
                <a:lnTo>
                  <a:pt x="31727" y="49800"/>
                </a:lnTo>
                <a:cubicBezTo>
                  <a:pt x="34697" y="47978"/>
                  <a:pt x="37697" y="47978"/>
                  <a:pt x="40727" y="49800"/>
                </a:cubicBezTo>
                <a:lnTo>
                  <a:pt x="40727" y="49800"/>
                </a:lnTo>
                <a:cubicBezTo>
                  <a:pt x="43212" y="52022"/>
                  <a:pt x="43212" y="54244"/>
                  <a:pt x="40727" y="56467"/>
                </a:cubicBezTo>
                <a:lnTo>
                  <a:pt x="40727" y="56467"/>
                </a:lnTo>
                <a:moveTo>
                  <a:pt x="70545" y="49800"/>
                </a:moveTo>
                <a:lnTo>
                  <a:pt x="70545" y="49800"/>
                </a:lnTo>
                <a:lnTo>
                  <a:pt x="83364" y="59200"/>
                </a:lnTo>
                <a:cubicBezTo>
                  <a:pt x="85848" y="61422"/>
                  <a:pt x="85848" y="63622"/>
                  <a:pt x="83364" y="65800"/>
                </a:cubicBezTo>
                <a:lnTo>
                  <a:pt x="83364" y="65800"/>
                </a:lnTo>
                <a:lnTo>
                  <a:pt x="70545" y="75200"/>
                </a:lnTo>
                <a:cubicBezTo>
                  <a:pt x="67576" y="77022"/>
                  <a:pt x="64576" y="77022"/>
                  <a:pt x="61545" y="75200"/>
                </a:cubicBezTo>
                <a:lnTo>
                  <a:pt x="61545" y="75200"/>
                </a:lnTo>
                <a:cubicBezTo>
                  <a:pt x="59061" y="72978"/>
                  <a:pt x="59061" y="70756"/>
                  <a:pt x="61545" y="68533"/>
                </a:cubicBezTo>
                <a:lnTo>
                  <a:pt x="61545" y="68533"/>
                </a:lnTo>
                <a:lnTo>
                  <a:pt x="69818" y="62533"/>
                </a:lnTo>
                <a:lnTo>
                  <a:pt x="61545" y="56467"/>
                </a:lnTo>
                <a:cubicBezTo>
                  <a:pt x="59061" y="54244"/>
                  <a:pt x="59061" y="52022"/>
                  <a:pt x="61545" y="49800"/>
                </a:cubicBezTo>
                <a:lnTo>
                  <a:pt x="61545" y="49800"/>
                </a:lnTo>
                <a:cubicBezTo>
                  <a:pt x="64576" y="47978"/>
                  <a:pt x="67576" y="47978"/>
                  <a:pt x="70545" y="49800"/>
                </a:cubicBezTo>
                <a:lnTo>
                  <a:pt x="70545" y="4980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5303-11"/>
          <p:cNvSpPr/>
          <p:nvPr/>
        </p:nvSpPr>
        <p:spPr>
          <a:xfrm>
            <a:off x="400050" y="2168128"/>
            <a:ext cx="4000500" cy="350044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28575" dist="14288" dir="5400000" algn="ctr">
              <a:srgbClr val="0B1F3A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el-1792653965309-17"/>
          <p:cNvSpPr/>
          <p:nvPr/>
        </p:nvSpPr>
        <p:spPr>
          <a:xfrm>
            <a:off x="400050" y="2168128"/>
            <a:ext cx="57150" cy="3500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9"/>
                </a:lnTo>
                <a:lnTo>
                  <a:pt x="80491" y="314"/>
                </a:lnTo>
                <a:lnTo>
                  <a:pt x="70972" y="703"/>
                </a:lnTo>
                <a:lnTo>
                  <a:pt x="61732" y="1243"/>
                </a:lnTo>
                <a:lnTo>
                  <a:pt x="52860" y="1928"/>
                </a:lnTo>
                <a:lnTo>
                  <a:pt x="44443" y="2752"/>
                </a:lnTo>
                <a:lnTo>
                  <a:pt x="36561" y="3706"/>
                </a:lnTo>
                <a:lnTo>
                  <a:pt x="29289" y="4782"/>
                </a:lnTo>
                <a:lnTo>
                  <a:pt x="22699" y="5969"/>
                </a:lnTo>
                <a:lnTo>
                  <a:pt x="16853" y="7256"/>
                </a:lnTo>
                <a:lnTo>
                  <a:pt x="11808" y="8630"/>
                </a:lnTo>
                <a:lnTo>
                  <a:pt x="7612" y="10079"/>
                </a:lnTo>
                <a:lnTo>
                  <a:pt x="4306" y="11587"/>
                </a:lnTo>
                <a:lnTo>
                  <a:pt x="1921" y="13141"/>
                </a:lnTo>
                <a:lnTo>
                  <a:pt x="482" y="14726"/>
                </a:lnTo>
                <a:lnTo>
                  <a:pt x="0" y="16327"/>
                </a:lnTo>
                <a:lnTo>
                  <a:pt x="0" y="83673"/>
                </a:lnTo>
                <a:lnTo>
                  <a:pt x="482" y="85274"/>
                </a:lnTo>
                <a:lnTo>
                  <a:pt x="1921" y="86859"/>
                </a:lnTo>
                <a:lnTo>
                  <a:pt x="4306" y="88413"/>
                </a:lnTo>
                <a:lnTo>
                  <a:pt x="7612" y="89921"/>
                </a:lnTo>
                <a:lnTo>
                  <a:pt x="11808" y="91370"/>
                </a:lnTo>
                <a:lnTo>
                  <a:pt x="16853" y="92744"/>
                </a:lnTo>
                <a:lnTo>
                  <a:pt x="22699" y="94031"/>
                </a:lnTo>
                <a:lnTo>
                  <a:pt x="29289" y="95218"/>
                </a:lnTo>
                <a:lnTo>
                  <a:pt x="36561" y="96294"/>
                </a:lnTo>
                <a:lnTo>
                  <a:pt x="44443" y="97248"/>
                </a:lnTo>
                <a:lnTo>
                  <a:pt x="52860" y="98072"/>
                </a:lnTo>
                <a:lnTo>
                  <a:pt x="61732" y="98757"/>
                </a:lnTo>
                <a:lnTo>
                  <a:pt x="70972" y="99297"/>
                </a:lnTo>
                <a:lnTo>
                  <a:pt x="80491" y="99686"/>
                </a:lnTo>
                <a:lnTo>
                  <a:pt x="90198" y="99921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5099" y="99921"/>
                </a:lnTo>
                <a:lnTo>
                  <a:pt x="90245" y="99686"/>
                </a:lnTo>
                <a:lnTo>
                  <a:pt x="85486" y="99297"/>
                </a:lnTo>
                <a:lnTo>
                  <a:pt x="80866" y="98757"/>
                </a:lnTo>
                <a:lnTo>
                  <a:pt x="76430" y="98072"/>
                </a:lnTo>
                <a:lnTo>
                  <a:pt x="72221" y="97248"/>
                </a:lnTo>
                <a:lnTo>
                  <a:pt x="68280" y="96294"/>
                </a:lnTo>
                <a:lnTo>
                  <a:pt x="64645" y="95218"/>
                </a:lnTo>
                <a:lnTo>
                  <a:pt x="61349" y="94031"/>
                </a:lnTo>
                <a:lnTo>
                  <a:pt x="58427" y="92744"/>
                </a:lnTo>
                <a:lnTo>
                  <a:pt x="55904" y="91370"/>
                </a:lnTo>
                <a:lnTo>
                  <a:pt x="53806" y="89921"/>
                </a:lnTo>
                <a:lnTo>
                  <a:pt x="52153" y="88413"/>
                </a:lnTo>
                <a:lnTo>
                  <a:pt x="50961" y="86859"/>
                </a:lnTo>
                <a:lnTo>
                  <a:pt x="50241" y="85274"/>
                </a:lnTo>
                <a:lnTo>
                  <a:pt x="50000" y="83673"/>
                </a:lnTo>
                <a:lnTo>
                  <a:pt x="50000" y="16327"/>
                </a:lnTo>
                <a:lnTo>
                  <a:pt x="50241" y="14726"/>
                </a:lnTo>
                <a:lnTo>
                  <a:pt x="50961" y="13141"/>
                </a:lnTo>
                <a:lnTo>
                  <a:pt x="52153" y="11587"/>
                </a:lnTo>
                <a:lnTo>
                  <a:pt x="53806" y="10079"/>
                </a:lnTo>
                <a:lnTo>
                  <a:pt x="55904" y="8630"/>
                </a:lnTo>
                <a:lnTo>
                  <a:pt x="58427" y="7256"/>
                </a:lnTo>
                <a:lnTo>
                  <a:pt x="61349" y="5969"/>
                </a:lnTo>
                <a:lnTo>
                  <a:pt x="64645" y="4782"/>
                </a:lnTo>
                <a:lnTo>
                  <a:pt x="68280" y="3706"/>
                </a:lnTo>
                <a:lnTo>
                  <a:pt x="72221" y="2752"/>
                </a:lnTo>
                <a:lnTo>
                  <a:pt x="76430" y="1928"/>
                </a:lnTo>
                <a:lnTo>
                  <a:pt x="80866" y="1243"/>
                </a:lnTo>
                <a:lnTo>
                  <a:pt x="85486" y="703"/>
                </a:lnTo>
                <a:lnTo>
                  <a:pt x="90245" y="314"/>
                </a:lnTo>
                <a:lnTo>
                  <a:pt x="95099" y="79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92653965781-45"/>
          <p:cNvSpPr/>
          <p:nvPr/>
        </p:nvSpPr>
        <p:spPr>
          <a:xfrm>
            <a:off x="594717" y="2280642"/>
            <a:ext cx="125016" cy="1250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1462" y="6077"/>
                </a:moveTo>
                <a:lnTo>
                  <a:pt x="11462" y="6077"/>
                </a:lnTo>
                <a:lnTo>
                  <a:pt x="0" y="28846"/>
                </a:lnTo>
                <a:lnTo>
                  <a:pt x="46846" y="28846"/>
                </a:lnTo>
                <a:lnTo>
                  <a:pt x="46846" y="0"/>
                </a:lnTo>
                <a:lnTo>
                  <a:pt x="21154" y="0"/>
                </a:lnTo>
                <a:cubicBezTo>
                  <a:pt x="16795" y="154"/>
                  <a:pt x="13564" y="2179"/>
                  <a:pt x="11462" y="6077"/>
                </a:cubicBezTo>
                <a:lnTo>
                  <a:pt x="11462" y="6077"/>
                </a:lnTo>
                <a:moveTo>
                  <a:pt x="54077" y="28846"/>
                </a:moveTo>
                <a:lnTo>
                  <a:pt x="54077" y="28846"/>
                </a:lnTo>
                <a:lnTo>
                  <a:pt x="101000" y="28846"/>
                </a:lnTo>
                <a:lnTo>
                  <a:pt x="89462" y="6077"/>
                </a:lnTo>
                <a:cubicBezTo>
                  <a:pt x="87359" y="2179"/>
                  <a:pt x="84128" y="154"/>
                  <a:pt x="79769" y="0"/>
                </a:cubicBezTo>
                <a:lnTo>
                  <a:pt x="79769" y="0"/>
                </a:lnTo>
                <a:lnTo>
                  <a:pt x="54077" y="0"/>
                </a:lnTo>
                <a:lnTo>
                  <a:pt x="54077" y="28846"/>
                </a:lnTo>
                <a:moveTo>
                  <a:pt x="101000" y="36077"/>
                </a:moveTo>
                <a:lnTo>
                  <a:pt x="101000" y="36077"/>
                </a:lnTo>
                <a:lnTo>
                  <a:pt x="0" y="36077"/>
                </a:lnTo>
                <a:lnTo>
                  <a:pt x="0" y="86538"/>
                </a:lnTo>
                <a:cubicBezTo>
                  <a:pt x="154" y="90590"/>
                  <a:pt x="1590" y="93974"/>
                  <a:pt x="4308" y="96692"/>
                </a:cubicBezTo>
                <a:lnTo>
                  <a:pt x="4308" y="96692"/>
                </a:lnTo>
                <a:cubicBezTo>
                  <a:pt x="6974" y="99410"/>
                  <a:pt x="10359" y="100846"/>
                  <a:pt x="14462" y="101000"/>
                </a:cubicBezTo>
                <a:lnTo>
                  <a:pt x="14462" y="101000"/>
                </a:lnTo>
                <a:lnTo>
                  <a:pt x="86538" y="101000"/>
                </a:lnTo>
                <a:cubicBezTo>
                  <a:pt x="90590" y="100846"/>
                  <a:pt x="93974" y="99410"/>
                  <a:pt x="96692" y="96692"/>
                </a:cubicBezTo>
                <a:lnTo>
                  <a:pt x="96692" y="96692"/>
                </a:lnTo>
                <a:cubicBezTo>
                  <a:pt x="99410" y="93974"/>
                  <a:pt x="100846" y="90590"/>
                  <a:pt x="101000" y="86538"/>
                </a:cubicBezTo>
                <a:lnTo>
                  <a:pt x="101000" y="86538"/>
                </a:lnTo>
                <a:lnTo>
                  <a:pt x="101000" y="36077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2653965304-12"/>
          <p:cNvSpPr/>
          <p:nvPr/>
        </p:nvSpPr>
        <p:spPr>
          <a:xfrm>
            <a:off x="400050" y="2618184"/>
            <a:ext cx="4000500" cy="350044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28575" dist="14288" dir="5400000" algn="ctr">
              <a:srgbClr val="0B1F3A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el-1792653965310-18"/>
          <p:cNvSpPr/>
          <p:nvPr/>
        </p:nvSpPr>
        <p:spPr>
          <a:xfrm>
            <a:off x="400050" y="2618184"/>
            <a:ext cx="57150" cy="3500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9"/>
                </a:lnTo>
                <a:lnTo>
                  <a:pt x="80491" y="314"/>
                </a:lnTo>
                <a:lnTo>
                  <a:pt x="70972" y="703"/>
                </a:lnTo>
                <a:lnTo>
                  <a:pt x="61732" y="1243"/>
                </a:lnTo>
                <a:lnTo>
                  <a:pt x="52860" y="1928"/>
                </a:lnTo>
                <a:lnTo>
                  <a:pt x="44443" y="2752"/>
                </a:lnTo>
                <a:lnTo>
                  <a:pt x="36561" y="3706"/>
                </a:lnTo>
                <a:lnTo>
                  <a:pt x="29289" y="4782"/>
                </a:lnTo>
                <a:lnTo>
                  <a:pt x="22699" y="5969"/>
                </a:lnTo>
                <a:lnTo>
                  <a:pt x="16853" y="7256"/>
                </a:lnTo>
                <a:lnTo>
                  <a:pt x="11808" y="8630"/>
                </a:lnTo>
                <a:lnTo>
                  <a:pt x="7612" y="10079"/>
                </a:lnTo>
                <a:lnTo>
                  <a:pt x="4306" y="11587"/>
                </a:lnTo>
                <a:lnTo>
                  <a:pt x="1921" y="13141"/>
                </a:lnTo>
                <a:lnTo>
                  <a:pt x="482" y="14726"/>
                </a:lnTo>
                <a:lnTo>
                  <a:pt x="0" y="16327"/>
                </a:lnTo>
                <a:lnTo>
                  <a:pt x="0" y="83673"/>
                </a:lnTo>
                <a:lnTo>
                  <a:pt x="482" y="85274"/>
                </a:lnTo>
                <a:lnTo>
                  <a:pt x="1921" y="86859"/>
                </a:lnTo>
                <a:lnTo>
                  <a:pt x="4306" y="88413"/>
                </a:lnTo>
                <a:lnTo>
                  <a:pt x="7612" y="89921"/>
                </a:lnTo>
                <a:lnTo>
                  <a:pt x="11808" y="91370"/>
                </a:lnTo>
                <a:lnTo>
                  <a:pt x="16853" y="92744"/>
                </a:lnTo>
                <a:lnTo>
                  <a:pt x="22699" y="94031"/>
                </a:lnTo>
                <a:lnTo>
                  <a:pt x="29289" y="95218"/>
                </a:lnTo>
                <a:lnTo>
                  <a:pt x="36561" y="96294"/>
                </a:lnTo>
                <a:lnTo>
                  <a:pt x="44443" y="97248"/>
                </a:lnTo>
                <a:lnTo>
                  <a:pt x="52860" y="98072"/>
                </a:lnTo>
                <a:lnTo>
                  <a:pt x="61732" y="98757"/>
                </a:lnTo>
                <a:lnTo>
                  <a:pt x="70972" y="99297"/>
                </a:lnTo>
                <a:lnTo>
                  <a:pt x="80491" y="99686"/>
                </a:lnTo>
                <a:lnTo>
                  <a:pt x="90198" y="99921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5099" y="99921"/>
                </a:lnTo>
                <a:lnTo>
                  <a:pt x="90245" y="99686"/>
                </a:lnTo>
                <a:lnTo>
                  <a:pt x="85486" y="99297"/>
                </a:lnTo>
                <a:lnTo>
                  <a:pt x="80866" y="98757"/>
                </a:lnTo>
                <a:lnTo>
                  <a:pt x="76430" y="98072"/>
                </a:lnTo>
                <a:lnTo>
                  <a:pt x="72221" y="97248"/>
                </a:lnTo>
                <a:lnTo>
                  <a:pt x="68280" y="96294"/>
                </a:lnTo>
                <a:lnTo>
                  <a:pt x="64645" y="95218"/>
                </a:lnTo>
                <a:lnTo>
                  <a:pt x="61349" y="94031"/>
                </a:lnTo>
                <a:lnTo>
                  <a:pt x="58427" y="92744"/>
                </a:lnTo>
                <a:lnTo>
                  <a:pt x="55904" y="91370"/>
                </a:lnTo>
                <a:lnTo>
                  <a:pt x="53806" y="89921"/>
                </a:lnTo>
                <a:lnTo>
                  <a:pt x="52153" y="88413"/>
                </a:lnTo>
                <a:lnTo>
                  <a:pt x="50961" y="86859"/>
                </a:lnTo>
                <a:lnTo>
                  <a:pt x="50241" y="85274"/>
                </a:lnTo>
                <a:lnTo>
                  <a:pt x="50000" y="83673"/>
                </a:lnTo>
                <a:lnTo>
                  <a:pt x="50000" y="16327"/>
                </a:lnTo>
                <a:lnTo>
                  <a:pt x="50241" y="14726"/>
                </a:lnTo>
                <a:lnTo>
                  <a:pt x="50961" y="13141"/>
                </a:lnTo>
                <a:lnTo>
                  <a:pt x="52153" y="11587"/>
                </a:lnTo>
                <a:lnTo>
                  <a:pt x="53806" y="10079"/>
                </a:lnTo>
                <a:lnTo>
                  <a:pt x="55904" y="8630"/>
                </a:lnTo>
                <a:lnTo>
                  <a:pt x="58427" y="7256"/>
                </a:lnTo>
                <a:lnTo>
                  <a:pt x="61349" y="5969"/>
                </a:lnTo>
                <a:lnTo>
                  <a:pt x="64645" y="4782"/>
                </a:lnTo>
                <a:lnTo>
                  <a:pt x="68280" y="3706"/>
                </a:lnTo>
                <a:lnTo>
                  <a:pt x="72221" y="2752"/>
                </a:lnTo>
                <a:lnTo>
                  <a:pt x="76430" y="1928"/>
                </a:lnTo>
                <a:lnTo>
                  <a:pt x="80866" y="1243"/>
                </a:lnTo>
                <a:lnTo>
                  <a:pt x="85486" y="703"/>
                </a:lnTo>
                <a:lnTo>
                  <a:pt x="90245" y="314"/>
                </a:lnTo>
                <a:lnTo>
                  <a:pt x="95099" y="79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92653965782-46"/>
          <p:cNvSpPr/>
          <p:nvPr/>
        </p:nvSpPr>
        <p:spPr>
          <a:xfrm>
            <a:off x="585788" y="272176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5933" y="0"/>
                </a:moveTo>
                <a:lnTo>
                  <a:pt x="35933" y="0"/>
                </a:lnTo>
                <a:cubicBezTo>
                  <a:pt x="39044" y="133"/>
                  <a:pt x="41644" y="1178"/>
                  <a:pt x="43733" y="3133"/>
                </a:cubicBezTo>
                <a:lnTo>
                  <a:pt x="43733" y="3133"/>
                </a:lnTo>
                <a:lnTo>
                  <a:pt x="43733" y="3133"/>
                </a:lnTo>
                <a:cubicBezTo>
                  <a:pt x="45689" y="5222"/>
                  <a:pt x="46733" y="7822"/>
                  <a:pt x="46867" y="10933"/>
                </a:cubicBezTo>
                <a:lnTo>
                  <a:pt x="46867" y="10933"/>
                </a:lnTo>
                <a:lnTo>
                  <a:pt x="46867" y="89067"/>
                </a:lnTo>
                <a:cubicBezTo>
                  <a:pt x="46733" y="92178"/>
                  <a:pt x="45689" y="94778"/>
                  <a:pt x="43733" y="96867"/>
                </a:cubicBezTo>
                <a:lnTo>
                  <a:pt x="43733" y="96867"/>
                </a:lnTo>
                <a:cubicBezTo>
                  <a:pt x="41644" y="98822"/>
                  <a:pt x="39044" y="99867"/>
                  <a:pt x="35933" y="100000"/>
                </a:cubicBezTo>
                <a:lnTo>
                  <a:pt x="35933" y="100000"/>
                </a:lnTo>
                <a:cubicBezTo>
                  <a:pt x="33089" y="100000"/>
                  <a:pt x="30622" y="99089"/>
                  <a:pt x="28533" y="97267"/>
                </a:cubicBezTo>
                <a:lnTo>
                  <a:pt x="28533" y="97267"/>
                </a:lnTo>
                <a:cubicBezTo>
                  <a:pt x="26578" y="95444"/>
                  <a:pt x="25400" y="93111"/>
                  <a:pt x="25000" y="90267"/>
                </a:cubicBezTo>
                <a:lnTo>
                  <a:pt x="25000" y="90267"/>
                </a:lnTo>
                <a:cubicBezTo>
                  <a:pt x="23978" y="90489"/>
                  <a:pt x="22933" y="90600"/>
                  <a:pt x="21867" y="90600"/>
                </a:cubicBezTo>
                <a:lnTo>
                  <a:pt x="21867" y="90600"/>
                </a:lnTo>
                <a:cubicBezTo>
                  <a:pt x="18356" y="90467"/>
                  <a:pt x="15422" y="89244"/>
                  <a:pt x="13067" y="86933"/>
                </a:cubicBezTo>
                <a:lnTo>
                  <a:pt x="13067" y="86933"/>
                </a:lnTo>
                <a:cubicBezTo>
                  <a:pt x="10756" y="84578"/>
                  <a:pt x="9533" y="81644"/>
                  <a:pt x="9400" y="78133"/>
                </a:cubicBezTo>
                <a:lnTo>
                  <a:pt x="9400" y="78133"/>
                </a:lnTo>
                <a:cubicBezTo>
                  <a:pt x="9400" y="76711"/>
                  <a:pt x="9644" y="75333"/>
                  <a:pt x="10133" y="74000"/>
                </a:cubicBezTo>
                <a:lnTo>
                  <a:pt x="10133" y="74000"/>
                </a:lnTo>
                <a:cubicBezTo>
                  <a:pt x="7156" y="72844"/>
                  <a:pt x="4689" y="70956"/>
                  <a:pt x="2733" y="68333"/>
                </a:cubicBezTo>
                <a:lnTo>
                  <a:pt x="2733" y="68333"/>
                </a:lnTo>
                <a:cubicBezTo>
                  <a:pt x="911" y="65756"/>
                  <a:pt x="0" y="62778"/>
                  <a:pt x="0" y="59400"/>
                </a:cubicBezTo>
                <a:lnTo>
                  <a:pt x="0" y="59400"/>
                </a:lnTo>
                <a:cubicBezTo>
                  <a:pt x="0" y="56244"/>
                  <a:pt x="844" y="53444"/>
                  <a:pt x="2533" y="51000"/>
                </a:cubicBezTo>
                <a:lnTo>
                  <a:pt x="2533" y="51000"/>
                </a:lnTo>
                <a:cubicBezTo>
                  <a:pt x="4089" y="48511"/>
                  <a:pt x="6244" y="46622"/>
                  <a:pt x="9000" y="45333"/>
                </a:cubicBezTo>
                <a:lnTo>
                  <a:pt x="9000" y="45333"/>
                </a:lnTo>
                <a:cubicBezTo>
                  <a:pt x="7178" y="43111"/>
                  <a:pt x="6267" y="40511"/>
                  <a:pt x="6267" y="37533"/>
                </a:cubicBezTo>
                <a:lnTo>
                  <a:pt x="6267" y="37533"/>
                </a:lnTo>
                <a:cubicBezTo>
                  <a:pt x="6267" y="34511"/>
                  <a:pt x="7178" y="31889"/>
                  <a:pt x="9000" y="29667"/>
                </a:cubicBezTo>
                <a:lnTo>
                  <a:pt x="9000" y="29667"/>
                </a:lnTo>
                <a:cubicBezTo>
                  <a:pt x="10822" y="27489"/>
                  <a:pt x="13156" y="26000"/>
                  <a:pt x="16000" y="25200"/>
                </a:cubicBezTo>
                <a:lnTo>
                  <a:pt x="16000" y="25200"/>
                </a:lnTo>
                <a:cubicBezTo>
                  <a:pt x="15733" y="24133"/>
                  <a:pt x="15600" y="23022"/>
                  <a:pt x="15600" y="21867"/>
                </a:cubicBezTo>
                <a:lnTo>
                  <a:pt x="15600" y="21867"/>
                </a:lnTo>
                <a:cubicBezTo>
                  <a:pt x="15600" y="18889"/>
                  <a:pt x="16511" y="16289"/>
                  <a:pt x="18333" y="14067"/>
                </a:cubicBezTo>
                <a:lnTo>
                  <a:pt x="18333" y="14067"/>
                </a:lnTo>
                <a:cubicBezTo>
                  <a:pt x="20022" y="11978"/>
                  <a:pt x="22244" y="10533"/>
                  <a:pt x="25000" y="9733"/>
                </a:cubicBezTo>
                <a:lnTo>
                  <a:pt x="25000" y="9733"/>
                </a:lnTo>
                <a:cubicBezTo>
                  <a:pt x="25400" y="6889"/>
                  <a:pt x="26578" y="4556"/>
                  <a:pt x="28533" y="2733"/>
                </a:cubicBezTo>
                <a:lnTo>
                  <a:pt x="28533" y="2733"/>
                </a:lnTo>
                <a:cubicBezTo>
                  <a:pt x="30622" y="911"/>
                  <a:pt x="33089" y="0"/>
                  <a:pt x="35933" y="0"/>
                </a:cubicBezTo>
                <a:lnTo>
                  <a:pt x="35933" y="0"/>
                </a:lnTo>
                <a:moveTo>
                  <a:pt x="64067" y="0"/>
                </a:moveTo>
                <a:lnTo>
                  <a:pt x="64067" y="0"/>
                </a:lnTo>
                <a:cubicBezTo>
                  <a:pt x="66911" y="0"/>
                  <a:pt x="69378" y="911"/>
                  <a:pt x="71467" y="2733"/>
                </a:cubicBezTo>
                <a:lnTo>
                  <a:pt x="71467" y="2733"/>
                </a:lnTo>
                <a:lnTo>
                  <a:pt x="71467" y="2733"/>
                </a:lnTo>
                <a:cubicBezTo>
                  <a:pt x="73422" y="4556"/>
                  <a:pt x="74600" y="6889"/>
                  <a:pt x="75000" y="9733"/>
                </a:cubicBezTo>
                <a:lnTo>
                  <a:pt x="75000" y="9733"/>
                </a:lnTo>
                <a:cubicBezTo>
                  <a:pt x="77756" y="10533"/>
                  <a:pt x="79978" y="11978"/>
                  <a:pt x="81667" y="14067"/>
                </a:cubicBezTo>
                <a:lnTo>
                  <a:pt x="81667" y="14067"/>
                </a:lnTo>
                <a:cubicBezTo>
                  <a:pt x="83489" y="16289"/>
                  <a:pt x="84400" y="18889"/>
                  <a:pt x="84400" y="21867"/>
                </a:cubicBezTo>
                <a:lnTo>
                  <a:pt x="84400" y="21867"/>
                </a:lnTo>
                <a:cubicBezTo>
                  <a:pt x="84400" y="23022"/>
                  <a:pt x="84267" y="24133"/>
                  <a:pt x="84000" y="25200"/>
                </a:cubicBezTo>
                <a:lnTo>
                  <a:pt x="84000" y="25200"/>
                </a:lnTo>
                <a:cubicBezTo>
                  <a:pt x="86844" y="26000"/>
                  <a:pt x="89178" y="27489"/>
                  <a:pt x="91000" y="29667"/>
                </a:cubicBezTo>
                <a:lnTo>
                  <a:pt x="91000" y="29667"/>
                </a:lnTo>
                <a:cubicBezTo>
                  <a:pt x="92822" y="31889"/>
                  <a:pt x="93733" y="34511"/>
                  <a:pt x="93733" y="37533"/>
                </a:cubicBezTo>
                <a:lnTo>
                  <a:pt x="93733" y="37533"/>
                </a:lnTo>
                <a:cubicBezTo>
                  <a:pt x="93733" y="40511"/>
                  <a:pt x="92822" y="43111"/>
                  <a:pt x="91000" y="45333"/>
                </a:cubicBezTo>
                <a:lnTo>
                  <a:pt x="91000" y="45333"/>
                </a:lnTo>
                <a:cubicBezTo>
                  <a:pt x="93756" y="46622"/>
                  <a:pt x="95911" y="48511"/>
                  <a:pt x="97467" y="51000"/>
                </a:cubicBezTo>
                <a:lnTo>
                  <a:pt x="97467" y="51000"/>
                </a:lnTo>
                <a:cubicBezTo>
                  <a:pt x="99156" y="53444"/>
                  <a:pt x="100000" y="56244"/>
                  <a:pt x="100000" y="59400"/>
                </a:cubicBezTo>
                <a:lnTo>
                  <a:pt x="100000" y="59400"/>
                </a:lnTo>
                <a:cubicBezTo>
                  <a:pt x="100000" y="62778"/>
                  <a:pt x="99089" y="65756"/>
                  <a:pt x="97267" y="68333"/>
                </a:cubicBezTo>
                <a:lnTo>
                  <a:pt x="97267" y="68333"/>
                </a:lnTo>
                <a:cubicBezTo>
                  <a:pt x="95311" y="70956"/>
                  <a:pt x="92844" y="72844"/>
                  <a:pt x="89867" y="74000"/>
                </a:cubicBezTo>
                <a:lnTo>
                  <a:pt x="89867" y="74000"/>
                </a:lnTo>
                <a:cubicBezTo>
                  <a:pt x="90356" y="75333"/>
                  <a:pt x="90600" y="76711"/>
                  <a:pt x="90600" y="78133"/>
                </a:cubicBezTo>
                <a:lnTo>
                  <a:pt x="90600" y="78133"/>
                </a:lnTo>
                <a:cubicBezTo>
                  <a:pt x="90467" y="81644"/>
                  <a:pt x="89244" y="84578"/>
                  <a:pt x="86933" y="86933"/>
                </a:cubicBezTo>
                <a:lnTo>
                  <a:pt x="86933" y="86933"/>
                </a:lnTo>
                <a:cubicBezTo>
                  <a:pt x="84578" y="89244"/>
                  <a:pt x="81644" y="90467"/>
                  <a:pt x="78133" y="90600"/>
                </a:cubicBezTo>
                <a:lnTo>
                  <a:pt x="78133" y="90600"/>
                </a:lnTo>
                <a:cubicBezTo>
                  <a:pt x="77067" y="90600"/>
                  <a:pt x="76022" y="90489"/>
                  <a:pt x="75000" y="90267"/>
                </a:cubicBezTo>
                <a:lnTo>
                  <a:pt x="75000" y="90267"/>
                </a:lnTo>
                <a:cubicBezTo>
                  <a:pt x="74600" y="93111"/>
                  <a:pt x="73422" y="95444"/>
                  <a:pt x="71467" y="97267"/>
                </a:cubicBezTo>
                <a:lnTo>
                  <a:pt x="71467" y="97267"/>
                </a:lnTo>
                <a:cubicBezTo>
                  <a:pt x="69378" y="99089"/>
                  <a:pt x="66911" y="100000"/>
                  <a:pt x="64067" y="100000"/>
                </a:cubicBezTo>
                <a:lnTo>
                  <a:pt x="64067" y="100000"/>
                </a:lnTo>
                <a:cubicBezTo>
                  <a:pt x="60956" y="99867"/>
                  <a:pt x="58356" y="98822"/>
                  <a:pt x="56267" y="96867"/>
                </a:cubicBezTo>
                <a:lnTo>
                  <a:pt x="56267" y="96867"/>
                </a:lnTo>
                <a:cubicBezTo>
                  <a:pt x="54311" y="94778"/>
                  <a:pt x="53267" y="92178"/>
                  <a:pt x="53133" y="89067"/>
                </a:cubicBezTo>
                <a:lnTo>
                  <a:pt x="53133" y="89067"/>
                </a:lnTo>
                <a:lnTo>
                  <a:pt x="53133" y="10933"/>
                </a:lnTo>
                <a:cubicBezTo>
                  <a:pt x="53267" y="7822"/>
                  <a:pt x="54311" y="5222"/>
                  <a:pt x="56267" y="3133"/>
                </a:cubicBezTo>
                <a:lnTo>
                  <a:pt x="56267" y="3133"/>
                </a:lnTo>
                <a:cubicBezTo>
                  <a:pt x="58356" y="1178"/>
                  <a:pt x="60956" y="133"/>
                  <a:pt x="64067" y="0"/>
                </a:cubicBezTo>
                <a:lnTo>
                  <a:pt x="64067" y="0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92653965305-13"/>
          <p:cNvSpPr/>
          <p:nvPr/>
        </p:nvSpPr>
        <p:spPr>
          <a:xfrm>
            <a:off x="400050" y="3068241"/>
            <a:ext cx="4000500" cy="350044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28575" dist="14288" dir="5400000" algn="ctr">
              <a:srgbClr val="0B1F3A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el-1792653965310-19"/>
          <p:cNvSpPr/>
          <p:nvPr/>
        </p:nvSpPr>
        <p:spPr>
          <a:xfrm>
            <a:off x="400050" y="3068241"/>
            <a:ext cx="57150" cy="3500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9"/>
                </a:lnTo>
                <a:lnTo>
                  <a:pt x="80491" y="314"/>
                </a:lnTo>
                <a:lnTo>
                  <a:pt x="70972" y="703"/>
                </a:lnTo>
                <a:lnTo>
                  <a:pt x="61732" y="1243"/>
                </a:lnTo>
                <a:lnTo>
                  <a:pt x="52860" y="1928"/>
                </a:lnTo>
                <a:lnTo>
                  <a:pt x="44443" y="2752"/>
                </a:lnTo>
                <a:lnTo>
                  <a:pt x="36561" y="3706"/>
                </a:lnTo>
                <a:lnTo>
                  <a:pt x="29289" y="4782"/>
                </a:lnTo>
                <a:lnTo>
                  <a:pt x="22699" y="5969"/>
                </a:lnTo>
                <a:lnTo>
                  <a:pt x="16853" y="7256"/>
                </a:lnTo>
                <a:lnTo>
                  <a:pt x="11808" y="8630"/>
                </a:lnTo>
                <a:lnTo>
                  <a:pt x="7612" y="10079"/>
                </a:lnTo>
                <a:lnTo>
                  <a:pt x="4306" y="11587"/>
                </a:lnTo>
                <a:lnTo>
                  <a:pt x="1921" y="13141"/>
                </a:lnTo>
                <a:lnTo>
                  <a:pt x="482" y="14726"/>
                </a:lnTo>
                <a:lnTo>
                  <a:pt x="0" y="16327"/>
                </a:lnTo>
                <a:lnTo>
                  <a:pt x="0" y="83673"/>
                </a:lnTo>
                <a:lnTo>
                  <a:pt x="482" y="85274"/>
                </a:lnTo>
                <a:lnTo>
                  <a:pt x="1921" y="86859"/>
                </a:lnTo>
                <a:lnTo>
                  <a:pt x="4306" y="88413"/>
                </a:lnTo>
                <a:lnTo>
                  <a:pt x="7612" y="89921"/>
                </a:lnTo>
                <a:lnTo>
                  <a:pt x="11808" y="91370"/>
                </a:lnTo>
                <a:lnTo>
                  <a:pt x="16853" y="92744"/>
                </a:lnTo>
                <a:lnTo>
                  <a:pt x="22699" y="94031"/>
                </a:lnTo>
                <a:lnTo>
                  <a:pt x="29289" y="95218"/>
                </a:lnTo>
                <a:lnTo>
                  <a:pt x="36561" y="96294"/>
                </a:lnTo>
                <a:lnTo>
                  <a:pt x="44443" y="97248"/>
                </a:lnTo>
                <a:lnTo>
                  <a:pt x="52860" y="98072"/>
                </a:lnTo>
                <a:lnTo>
                  <a:pt x="61732" y="98757"/>
                </a:lnTo>
                <a:lnTo>
                  <a:pt x="70972" y="99297"/>
                </a:lnTo>
                <a:lnTo>
                  <a:pt x="80491" y="99686"/>
                </a:lnTo>
                <a:lnTo>
                  <a:pt x="90198" y="99921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5099" y="99921"/>
                </a:lnTo>
                <a:lnTo>
                  <a:pt x="90245" y="99686"/>
                </a:lnTo>
                <a:lnTo>
                  <a:pt x="85486" y="99297"/>
                </a:lnTo>
                <a:lnTo>
                  <a:pt x="80866" y="98757"/>
                </a:lnTo>
                <a:lnTo>
                  <a:pt x="76430" y="98072"/>
                </a:lnTo>
                <a:lnTo>
                  <a:pt x="72221" y="97248"/>
                </a:lnTo>
                <a:lnTo>
                  <a:pt x="68280" y="96294"/>
                </a:lnTo>
                <a:lnTo>
                  <a:pt x="64645" y="95218"/>
                </a:lnTo>
                <a:lnTo>
                  <a:pt x="61349" y="94031"/>
                </a:lnTo>
                <a:lnTo>
                  <a:pt x="58427" y="92744"/>
                </a:lnTo>
                <a:lnTo>
                  <a:pt x="55904" y="91370"/>
                </a:lnTo>
                <a:lnTo>
                  <a:pt x="53806" y="89921"/>
                </a:lnTo>
                <a:lnTo>
                  <a:pt x="52153" y="88413"/>
                </a:lnTo>
                <a:lnTo>
                  <a:pt x="50961" y="86859"/>
                </a:lnTo>
                <a:lnTo>
                  <a:pt x="50241" y="85274"/>
                </a:lnTo>
                <a:lnTo>
                  <a:pt x="50000" y="83673"/>
                </a:lnTo>
                <a:lnTo>
                  <a:pt x="50000" y="16327"/>
                </a:lnTo>
                <a:lnTo>
                  <a:pt x="50241" y="14726"/>
                </a:lnTo>
                <a:lnTo>
                  <a:pt x="50961" y="13141"/>
                </a:lnTo>
                <a:lnTo>
                  <a:pt x="52153" y="11587"/>
                </a:lnTo>
                <a:lnTo>
                  <a:pt x="53806" y="10079"/>
                </a:lnTo>
                <a:lnTo>
                  <a:pt x="55904" y="8630"/>
                </a:lnTo>
                <a:lnTo>
                  <a:pt x="58427" y="7256"/>
                </a:lnTo>
                <a:lnTo>
                  <a:pt x="61349" y="5969"/>
                </a:lnTo>
                <a:lnTo>
                  <a:pt x="64645" y="4782"/>
                </a:lnTo>
                <a:lnTo>
                  <a:pt x="68280" y="3706"/>
                </a:lnTo>
                <a:lnTo>
                  <a:pt x="72221" y="2752"/>
                </a:lnTo>
                <a:lnTo>
                  <a:pt x="76430" y="1928"/>
                </a:lnTo>
                <a:lnTo>
                  <a:pt x="80866" y="1243"/>
                </a:lnTo>
                <a:lnTo>
                  <a:pt x="85486" y="703"/>
                </a:lnTo>
                <a:lnTo>
                  <a:pt x="90245" y="314"/>
                </a:lnTo>
                <a:lnTo>
                  <a:pt x="95099" y="79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2653965783-47"/>
          <p:cNvSpPr/>
          <p:nvPr/>
        </p:nvSpPr>
        <p:spPr>
          <a:xfrm>
            <a:off x="594717" y="317182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8000" y="20333"/>
                </a:moveTo>
                <a:lnTo>
                  <a:pt x="18000" y="20333"/>
                </a:lnTo>
                <a:cubicBezTo>
                  <a:pt x="21333" y="20067"/>
                  <a:pt x="23154" y="18489"/>
                  <a:pt x="23462" y="15600"/>
                </a:cubicBezTo>
                <a:lnTo>
                  <a:pt x="23462" y="15600"/>
                </a:lnTo>
                <a:cubicBezTo>
                  <a:pt x="23154" y="12756"/>
                  <a:pt x="21333" y="11200"/>
                  <a:pt x="18000" y="10933"/>
                </a:cubicBezTo>
                <a:lnTo>
                  <a:pt x="18000" y="10933"/>
                </a:lnTo>
                <a:cubicBezTo>
                  <a:pt x="14718" y="11200"/>
                  <a:pt x="12923" y="12756"/>
                  <a:pt x="12615" y="15600"/>
                </a:cubicBezTo>
                <a:lnTo>
                  <a:pt x="12615" y="15600"/>
                </a:lnTo>
                <a:cubicBezTo>
                  <a:pt x="12923" y="18489"/>
                  <a:pt x="14718" y="20067"/>
                  <a:pt x="18000" y="20333"/>
                </a:cubicBezTo>
                <a:lnTo>
                  <a:pt x="18000" y="20333"/>
                </a:lnTo>
                <a:moveTo>
                  <a:pt x="36077" y="15600"/>
                </a:moveTo>
                <a:lnTo>
                  <a:pt x="36077" y="15600"/>
                </a:lnTo>
                <a:cubicBezTo>
                  <a:pt x="36077" y="18889"/>
                  <a:pt x="35103" y="21756"/>
                  <a:pt x="33154" y="24200"/>
                </a:cubicBezTo>
                <a:lnTo>
                  <a:pt x="33154" y="24200"/>
                </a:lnTo>
                <a:lnTo>
                  <a:pt x="33154" y="24200"/>
                </a:lnTo>
                <a:cubicBezTo>
                  <a:pt x="31205" y="26822"/>
                  <a:pt x="28564" y="28711"/>
                  <a:pt x="25231" y="29867"/>
                </a:cubicBezTo>
                <a:lnTo>
                  <a:pt x="25231" y="29867"/>
                </a:lnTo>
                <a:lnTo>
                  <a:pt x="25231" y="47067"/>
                </a:lnTo>
                <a:cubicBezTo>
                  <a:pt x="29590" y="44844"/>
                  <a:pt x="34410" y="43733"/>
                  <a:pt x="39692" y="43733"/>
                </a:cubicBezTo>
                <a:lnTo>
                  <a:pt x="39692" y="43733"/>
                </a:lnTo>
                <a:lnTo>
                  <a:pt x="61308" y="43733"/>
                </a:lnTo>
                <a:cubicBezTo>
                  <a:pt x="65359" y="43600"/>
                  <a:pt x="68744" y="42378"/>
                  <a:pt x="71462" y="40067"/>
                </a:cubicBezTo>
                <a:lnTo>
                  <a:pt x="71462" y="40067"/>
                </a:lnTo>
                <a:cubicBezTo>
                  <a:pt x="74128" y="37711"/>
                  <a:pt x="75538" y="34778"/>
                  <a:pt x="75692" y="31267"/>
                </a:cubicBezTo>
                <a:lnTo>
                  <a:pt x="75692" y="31267"/>
                </a:lnTo>
                <a:lnTo>
                  <a:pt x="75692" y="29867"/>
                </a:lnTo>
                <a:cubicBezTo>
                  <a:pt x="72410" y="28711"/>
                  <a:pt x="69795" y="26822"/>
                  <a:pt x="67846" y="24200"/>
                </a:cubicBezTo>
                <a:lnTo>
                  <a:pt x="67846" y="24200"/>
                </a:lnTo>
                <a:cubicBezTo>
                  <a:pt x="65897" y="21756"/>
                  <a:pt x="64923" y="18889"/>
                  <a:pt x="64923" y="15600"/>
                </a:cubicBezTo>
                <a:lnTo>
                  <a:pt x="64923" y="15600"/>
                </a:lnTo>
                <a:cubicBezTo>
                  <a:pt x="65077" y="11200"/>
                  <a:pt x="66795" y="7489"/>
                  <a:pt x="70077" y="4467"/>
                </a:cubicBezTo>
                <a:lnTo>
                  <a:pt x="70077" y="4467"/>
                </a:lnTo>
                <a:cubicBezTo>
                  <a:pt x="73564" y="1622"/>
                  <a:pt x="77846" y="133"/>
                  <a:pt x="82923" y="0"/>
                </a:cubicBezTo>
                <a:lnTo>
                  <a:pt x="82923" y="0"/>
                </a:lnTo>
                <a:cubicBezTo>
                  <a:pt x="88051" y="133"/>
                  <a:pt x="92333" y="1622"/>
                  <a:pt x="95769" y="4467"/>
                </a:cubicBezTo>
                <a:lnTo>
                  <a:pt x="95769" y="4467"/>
                </a:lnTo>
                <a:cubicBezTo>
                  <a:pt x="99103" y="7489"/>
                  <a:pt x="100846" y="11200"/>
                  <a:pt x="101000" y="15600"/>
                </a:cubicBezTo>
                <a:lnTo>
                  <a:pt x="101000" y="15600"/>
                </a:lnTo>
                <a:cubicBezTo>
                  <a:pt x="101000" y="18889"/>
                  <a:pt x="100000" y="21756"/>
                  <a:pt x="98000" y="24200"/>
                </a:cubicBezTo>
                <a:lnTo>
                  <a:pt x="98000" y="24200"/>
                </a:lnTo>
                <a:cubicBezTo>
                  <a:pt x="96051" y="26822"/>
                  <a:pt x="93436" y="28711"/>
                  <a:pt x="90154" y="29867"/>
                </a:cubicBezTo>
                <a:lnTo>
                  <a:pt x="90154" y="29867"/>
                </a:lnTo>
                <a:lnTo>
                  <a:pt x="90154" y="31267"/>
                </a:lnTo>
                <a:cubicBezTo>
                  <a:pt x="90000" y="38289"/>
                  <a:pt x="87205" y="44200"/>
                  <a:pt x="81769" y="49000"/>
                </a:cubicBezTo>
                <a:lnTo>
                  <a:pt x="81769" y="49000"/>
                </a:lnTo>
                <a:cubicBezTo>
                  <a:pt x="76231" y="53711"/>
                  <a:pt x="69410" y="56133"/>
                  <a:pt x="61308" y="56267"/>
                </a:cubicBezTo>
                <a:lnTo>
                  <a:pt x="61308" y="56267"/>
                </a:lnTo>
                <a:lnTo>
                  <a:pt x="39692" y="56267"/>
                </a:lnTo>
                <a:cubicBezTo>
                  <a:pt x="35641" y="56400"/>
                  <a:pt x="32256" y="57622"/>
                  <a:pt x="29538" y="59933"/>
                </a:cubicBezTo>
                <a:lnTo>
                  <a:pt x="29538" y="59933"/>
                </a:lnTo>
                <a:cubicBezTo>
                  <a:pt x="26821" y="62289"/>
                  <a:pt x="25385" y="65222"/>
                  <a:pt x="25231" y="68733"/>
                </a:cubicBezTo>
                <a:lnTo>
                  <a:pt x="25231" y="68733"/>
                </a:lnTo>
                <a:lnTo>
                  <a:pt x="25231" y="70133"/>
                </a:lnTo>
                <a:cubicBezTo>
                  <a:pt x="28564" y="71289"/>
                  <a:pt x="31205" y="73178"/>
                  <a:pt x="33154" y="75800"/>
                </a:cubicBezTo>
                <a:lnTo>
                  <a:pt x="33154" y="75800"/>
                </a:lnTo>
                <a:cubicBezTo>
                  <a:pt x="35103" y="78244"/>
                  <a:pt x="36077" y="81111"/>
                  <a:pt x="36077" y="84400"/>
                </a:cubicBezTo>
                <a:lnTo>
                  <a:pt x="36077" y="84400"/>
                </a:lnTo>
                <a:cubicBezTo>
                  <a:pt x="35923" y="88800"/>
                  <a:pt x="34179" y="92511"/>
                  <a:pt x="30846" y="95533"/>
                </a:cubicBezTo>
                <a:lnTo>
                  <a:pt x="30846" y="95533"/>
                </a:lnTo>
                <a:cubicBezTo>
                  <a:pt x="27410" y="98378"/>
                  <a:pt x="23128" y="99867"/>
                  <a:pt x="18000" y="100000"/>
                </a:cubicBezTo>
                <a:lnTo>
                  <a:pt x="18000" y="100000"/>
                </a:lnTo>
                <a:cubicBezTo>
                  <a:pt x="12923" y="99867"/>
                  <a:pt x="8641" y="98378"/>
                  <a:pt x="5154" y="95533"/>
                </a:cubicBezTo>
                <a:lnTo>
                  <a:pt x="5154" y="95533"/>
                </a:lnTo>
                <a:cubicBezTo>
                  <a:pt x="1872" y="92511"/>
                  <a:pt x="154" y="88800"/>
                  <a:pt x="0" y="84400"/>
                </a:cubicBezTo>
                <a:lnTo>
                  <a:pt x="0" y="84400"/>
                </a:lnTo>
                <a:cubicBezTo>
                  <a:pt x="0" y="81111"/>
                  <a:pt x="974" y="78244"/>
                  <a:pt x="2923" y="75800"/>
                </a:cubicBezTo>
                <a:lnTo>
                  <a:pt x="2923" y="75800"/>
                </a:lnTo>
                <a:cubicBezTo>
                  <a:pt x="4872" y="73178"/>
                  <a:pt x="7513" y="71289"/>
                  <a:pt x="10846" y="70133"/>
                </a:cubicBezTo>
                <a:lnTo>
                  <a:pt x="10846" y="70133"/>
                </a:lnTo>
                <a:lnTo>
                  <a:pt x="10846" y="68733"/>
                </a:lnTo>
                <a:lnTo>
                  <a:pt x="10846" y="29867"/>
                </a:lnTo>
                <a:cubicBezTo>
                  <a:pt x="7513" y="28711"/>
                  <a:pt x="4872" y="26822"/>
                  <a:pt x="2923" y="24200"/>
                </a:cubicBezTo>
                <a:lnTo>
                  <a:pt x="2923" y="24200"/>
                </a:lnTo>
                <a:cubicBezTo>
                  <a:pt x="974" y="21756"/>
                  <a:pt x="0" y="18889"/>
                  <a:pt x="0" y="15600"/>
                </a:cubicBezTo>
                <a:lnTo>
                  <a:pt x="0" y="15600"/>
                </a:lnTo>
                <a:cubicBezTo>
                  <a:pt x="154" y="11200"/>
                  <a:pt x="1872" y="7489"/>
                  <a:pt x="5154" y="4467"/>
                </a:cubicBezTo>
                <a:lnTo>
                  <a:pt x="5154" y="4467"/>
                </a:lnTo>
                <a:cubicBezTo>
                  <a:pt x="8641" y="1622"/>
                  <a:pt x="12923" y="133"/>
                  <a:pt x="18000" y="0"/>
                </a:cubicBezTo>
                <a:lnTo>
                  <a:pt x="18000" y="0"/>
                </a:lnTo>
                <a:cubicBezTo>
                  <a:pt x="23128" y="133"/>
                  <a:pt x="27410" y="1622"/>
                  <a:pt x="30846" y="4467"/>
                </a:cubicBezTo>
                <a:lnTo>
                  <a:pt x="30846" y="4467"/>
                </a:lnTo>
                <a:cubicBezTo>
                  <a:pt x="34179" y="7489"/>
                  <a:pt x="35923" y="11200"/>
                  <a:pt x="36077" y="15600"/>
                </a:cubicBezTo>
                <a:lnTo>
                  <a:pt x="36077" y="15600"/>
                </a:lnTo>
                <a:moveTo>
                  <a:pt x="88308" y="15600"/>
                </a:moveTo>
                <a:lnTo>
                  <a:pt x="88308" y="15600"/>
                </a:lnTo>
                <a:cubicBezTo>
                  <a:pt x="88051" y="12756"/>
                  <a:pt x="86256" y="11200"/>
                  <a:pt x="82923" y="10933"/>
                </a:cubicBezTo>
                <a:lnTo>
                  <a:pt x="82923" y="10933"/>
                </a:lnTo>
                <a:cubicBezTo>
                  <a:pt x="79641" y="11200"/>
                  <a:pt x="77846" y="12756"/>
                  <a:pt x="77538" y="15600"/>
                </a:cubicBezTo>
                <a:lnTo>
                  <a:pt x="77538" y="15600"/>
                </a:lnTo>
                <a:cubicBezTo>
                  <a:pt x="77846" y="18489"/>
                  <a:pt x="79641" y="20067"/>
                  <a:pt x="82923" y="20333"/>
                </a:cubicBezTo>
                <a:lnTo>
                  <a:pt x="82923" y="20333"/>
                </a:lnTo>
                <a:cubicBezTo>
                  <a:pt x="86256" y="20067"/>
                  <a:pt x="88051" y="18489"/>
                  <a:pt x="88308" y="15600"/>
                </a:cubicBezTo>
                <a:lnTo>
                  <a:pt x="88308" y="15600"/>
                </a:lnTo>
                <a:moveTo>
                  <a:pt x="18000" y="89067"/>
                </a:moveTo>
                <a:lnTo>
                  <a:pt x="18000" y="89067"/>
                </a:lnTo>
                <a:cubicBezTo>
                  <a:pt x="21333" y="88800"/>
                  <a:pt x="23154" y="87244"/>
                  <a:pt x="23462" y="84400"/>
                </a:cubicBezTo>
                <a:lnTo>
                  <a:pt x="23462" y="84400"/>
                </a:lnTo>
                <a:cubicBezTo>
                  <a:pt x="23154" y="81511"/>
                  <a:pt x="21333" y="79933"/>
                  <a:pt x="18000" y="79667"/>
                </a:cubicBezTo>
                <a:lnTo>
                  <a:pt x="18000" y="79667"/>
                </a:lnTo>
                <a:cubicBezTo>
                  <a:pt x="14718" y="79933"/>
                  <a:pt x="12923" y="81511"/>
                  <a:pt x="12615" y="84400"/>
                </a:cubicBezTo>
                <a:lnTo>
                  <a:pt x="12615" y="84400"/>
                </a:lnTo>
                <a:cubicBezTo>
                  <a:pt x="12923" y="87244"/>
                  <a:pt x="14718" y="88800"/>
                  <a:pt x="18000" y="89067"/>
                </a:cubicBezTo>
                <a:lnTo>
                  <a:pt x="18000" y="89067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2653965306-14"/>
          <p:cNvSpPr/>
          <p:nvPr/>
        </p:nvSpPr>
        <p:spPr>
          <a:xfrm>
            <a:off x="400050" y="3518297"/>
            <a:ext cx="4000500" cy="350044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28575" dist="14288" dir="5400000" algn="ctr">
              <a:srgbClr val="0B1F3A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el-1792653965311-20"/>
          <p:cNvSpPr/>
          <p:nvPr/>
        </p:nvSpPr>
        <p:spPr>
          <a:xfrm>
            <a:off x="400050" y="3518297"/>
            <a:ext cx="57150" cy="3500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9"/>
                </a:lnTo>
                <a:lnTo>
                  <a:pt x="80491" y="314"/>
                </a:lnTo>
                <a:lnTo>
                  <a:pt x="70972" y="703"/>
                </a:lnTo>
                <a:lnTo>
                  <a:pt x="61732" y="1243"/>
                </a:lnTo>
                <a:lnTo>
                  <a:pt x="52860" y="1928"/>
                </a:lnTo>
                <a:lnTo>
                  <a:pt x="44443" y="2752"/>
                </a:lnTo>
                <a:lnTo>
                  <a:pt x="36561" y="3706"/>
                </a:lnTo>
                <a:lnTo>
                  <a:pt x="29289" y="4782"/>
                </a:lnTo>
                <a:lnTo>
                  <a:pt x="22699" y="5969"/>
                </a:lnTo>
                <a:lnTo>
                  <a:pt x="16853" y="7256"/>
                </a:lnTo>
                <a:lnTo>
                  <a:pt x="11808" y="8630"/>
                </a:lnTo>
                <a:lnTo>
                  <a:pt x="7612" y="10079"/>
                </a:lnTo>
                <a:lnTo>
                  <a:pt x="4306" y="11587"/>
                </a:lnTo>
                <a:lnTo>
                  <a:pt x="1921" y="13141"/>
                </a:lnTo>
                <a:lnTo>
                  <a:pt x="482" y="14726"/>
                </a:lnTo>
                <a:lnTo>
                  <a:pt x="0" y="16327"/>
                </a:lnTo>
                <a:lnTo>
                  <a:pt x="0" y="83673"/>
                </a:lnTo>
                <a:lnTo>
                  <a:pt x="482" y="85274"/>
                </a:lnTo>
                <a:lnTo>
                  <a:pt x="1921" y="86859"/>
                </a:lnTo>
                <a:lnTo>
                  <a:pt x="4306" y="88413"/>
                </a:lnTo>
                <a:lnTo>
                  <a:pt x="7612" y="89921"/>
                </a:lnTo>
                <a:lnTo>
                  <a:pt x="11808" y="91370"/>
                </a:lnTo>
                <a:lnTo>
                  <a:pt x="16853" y="92744"/>
                </a:lnTo>
                <a:lnTo>
                  <a:pt x="22699" y="94031"/>
                </a:lnTo>
                <a:lnTo>
                  <a:pt x="29289" y="95218"/>
                </a:lnTo>
                <a:lnTo>
                  <a:pt x="36561" y="96294"/>
                </a:lnTo>
                <a:lnTo>
                  <a:pt x="44443" y="97248"/>
                </a:lnTo>
                <a:lnTo>
                  <a:pt x="52860" y="98072"/>
                </a:lnTo>
                <a:lnTo>
                  <a:pt x="61732" y="98757"/>
                </a:lnTo>
                <a:lnTo>
                  <a:pt x="70972" y="99297"/>
                </a:lnTo>
                <a:lnTo>
                  <a:pt x="80491" y="99686"/>
                </a:lnTo>
                <a:lnTo>
                  <a:pt x="90198" y="99921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5099" y="99921"/>
                </a:lnTo>
                <a:lnTo>
                  <a:pt x="90245" y="99686"/>
                </a:lnTo>
                <a:lnTo>
                  <a:pt x="85486" y="99297"/>
                </a:lnTo>
                <a:lnTo>
                  <a:pt x="80866" y="98757"/>
                </a:lnTo>
                <a:lnTo>
                  <a:pt x="76430" y="98072"/>
                </a:lnTo>
                <a:lnTo>
                  <a:pt x="72221" y="97248"/>
                </a:lnTo>
                <a:lnTo>
                  <a:pt x="68280" y="96294"/>
                </a:lnTo>
                <a:lnTo>
                  <a:pt x="64645" y="95218"/>
                </a:lnTo>
                <a:lnTo>
                  <a:pt x="61349" y="94031"/>
                </a:lnTo>
                <a:lnTo>
                  <a:pt x="58427" y="92744"/>
                </a:lnTo>
                <a:lnTo>
                  <a:pt x="55904" y="91370"/>
                </a:lnTo>
                <a:lnTo>
                  <a:pt x="53806" y="89921"/>
                </a:lnTo>
                <a:lnTo>
                  <a:pt x="52153" y="88413"/>
                </a:lnTo>
                <a:lnTo>
                  <a:pt x="50961" y="86859"/>
                </a:lnTo>
                <a:lnTo>
                  <a:pt x="50241" y="85274"/>
                </a:lnTo>
                <a:lnTo>
                  <a:pt x="50000" y="83673"/>
                </a:lnTo>
                <a:lnTo>
                  <a:pt x="50000" y="16327"/>
                </a:lnTo>
                <a:lnTo>
                  <a:pt x="50241" y="14726"/>
                </a:lnTo>
                <a:lnTo>
                  <a:pt x="50961" y="13141"/>
                </a:lnTo>
                <a:lnTo>
                  <a:pt x="52153" y="11587"/>
                </a:lnTo>
                <a:lnTo>
                  <a:pt x="53806" y="10079"/>
                </a:lnTo>
                <a:lnTo>
                  <a:pt x="55904" y="8630"/>
                </a:lnTo>
                <a:lnTo>
                  <a:pt x="58427" y="7256"/>
                </a:lnTo>
                <a:lnTo>
                  <a:pt x="61349" y="5969"/>
                </a:lnTo>
                <a:lnTo>
                  <a:pt x="64645" y="4782"/>
                </a:lnTo>
                <a:lnTo>
                  <a:pt x="68280" y="3706"/>
                </a:lnTo>
                <a:lnTo>
                  <a:pt x="72221" y="2752"/>
                </a:lnTo>
                <a:lnTo>
                  <a:pt x="76430" y="1928"/>
                </a:lnTo>
                <a:lnTo>
                  <a:pt x="80866" y="1243"/>
                </a:lnTo>
                <a:lnTo>
                  <a:pt x="85486" y="703"/>
                </a:lnTo>
                <a:lnTo>
                  <a:pt x="90245" y="314"/>
                </a:lnTo>
                <a:lnTo>
                  <a:pt x="95099" y="79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92653965784-48"/>
          <p:cNvSpPr/>
          <p:nvPr/>
        </p:nvSpPr>
        <p:spPr>
          <a:xfrm>
            <a:off x="590238" y="3622300"/>
            <a:ext cx="133975" cy="1420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214" y="0"/>
                </a:moveTo>
                <a:lnTo>
                  <a:pt x="50214" y="0"/>
                </a:lnTo>
                <a:cubicBezTo>
                  <a:pt x="51214" y="0"/>
                  <a:pt x="52119" y="200"/>
                  <a:pt x="52929" y="600"/>
                </a:cubicBezTo>
                <a:lnTo>
                  <a:pt x="52929" y="600"/>
                </a:lnTo>
                <a:lnTo>
                  <a:pt x="92500" y="16200"/>
                </a:lnTo>
                <a:cubicBezTo>
                  <a:pt x="94881" y="17133"/>
                  <a:pt x="96762" y="18578"/>
                  <a:pt x="98143" y="20533"/>
                </a:cubicBezTo>
                <a:lnTo>
                  <a:pt x="98143" y="20533"/>
                </a:lnTo>
                <a:cubicBezTo>
                  <a:pt x="99667" y="22489"/>
                  <a:pt x="100429" y="24756"/>
                  <a:pt x="100429" y="27333"/>
                </a:cubicBezTo>
                <a:lnTo>
                  <a:pt x="100429" y="27333"/>
                </a:lnTo>
                <a:cubicBezTo>
                  <a:pt x="100571" y="34000"/>
                  <a:pt x="99405" y="41822"/>
                  <a:pt x="96929" y="50800"/>
                </a:cubicBezTo>
                <a:lnTo>
                  <a:pt x="96929" y="50800"/>
                </a:lnTo>
                <a:cubicBezTo>
                  <a:pt x="94405" y="59778"/>
                  <a:pt x="89857" y="68489"/>
                  <a:pt x="83286" y="76933"/>
                </a:cubicBezTo>
                <a:lnTo>
                  <a:pt x="83286" y="76933"/>
                </a:lnTo>
                <a:cubicBezTo>
                  <a:pt x="76857" y="85556"/>
                  <a:pt x="67643" y="92667"/>
                  <a:pt x="55643" y="98267"/>
                </a:cubicBezTo>
                <a:lnTo>
                  <a:pt x="55643" y="98267"/>
                </a:lnTo>
                <a:cubicBezTo>
                  <a:pt x="52024" y="99822"/>
                  <a:pt x="48405" y="99822"/>
                  <a:pt x="44786" y="98267"/>
                </a:cubicBezTo>
                <a:lnTo>
                  <a:pt x="44786" y="98267"/>
                </a:lnTo>
                <a:cubicBezTo>
                  <a:pt x="32786" y="92667"/>
                  <a:pt x="23571" y="85556"/>
                  <a:pt x="17143" y="76933"/>
                </a:cubicBezTo>
                <a:lnTo>
                  <a:pt x="17143" y="76933"/>
                </a:lnTo>
                <a:cubicBezTo>
                  <a:pt x="10619" y="68489"/>
                  <a:pt x="6095" y="59778"/>
                  <a:pt x="3571" y="50800"/>
                </a:cubicBezTo>
                <a:lnTo>
                  <a:pt x="3571" y="50800"/>
                </a:lnTo>
                <a:cubicBezTo>
                  <a:pt x="1048" y="41822"/>
                  <a:pt x="-143" y="34000"/>
                  <a:pt x="0" y="27333"/>
                </a:cubicBezTo>
                <a:lnTo>
                  <a:pt x="0" y="27333"/>
                </a:lnTo>
                <a:cubicBezTo>
                  <a:pt x="0" y="24756"/>
                  <a:pt x="762" y="22489"/>
                  <a:pt x="2286" y="20533"/>
                </a:cubicBezTo>
                <a:lnTo>
                  <a:pt x="2286" y="20533"/>
                </a:lnTo>
                <a:cubicBezTo>
                  <a:pt x="3714" y="18578"/>
                  <a:pt x="5595" y="17133"/>
                  <a:pt x="7929" y="16200"/>
                </a:cubicBezTo>
                <a:lnTo>
                  <a:pt x="7929" y="16200"/>
                </a:lnTo>
                <a:lnTo>
                  <a:pt x="47500" y="600"/>
                </a:lnTo>
                <a:cubicBezTo>
                  <a:pt x="48357" y="200"/>
                  <a:pt x="49262" y="0"/>
                  <a:pt x="50214" y="0"/>
                </a:cubicBezTo>
                <a:lnTo>
                  <a:pt x="50214" y="0"/>
                </a:lnTo>
                <a:moveTo>
                  <a:pt x="50214" y="13067"/>
                </a:moveTo>
                <a:lnTo>
                  <a:pt x="50214" y="13067"/>
                </a:lnTo>
                <a:lnTo>
                  <a:pt x="50214" y="86933"/>
                </a:lnTo>
                <a:cubicBezTo>
                  <a:pt x="59690" y="82356"/>
                  <a:pt x="67167" y="76556"/>
                  <a:pt x="72643" y="69533"/>
                </a:cubicBezTo>
                <a:lnTo>
                  <a:pt x="72643" y="69533"/>
                </a:lnTo>
                <a:cubicBezTo>
                  <a:pt x="77929" y="62511"/>
                  <a:pt x="81690" y="55289"/>
                  <a:pt x="83929" y="47867"/>
                </a:cubicBezTo>
                <a:lnTo>
                  <a:pt x="83929" y="47867"/>
                </a:lnTo>
                <a:cubicBezTo>
                  <a:pt x="86024" y="40311"/>
                  <a:pt x="87071" y="33533"/>
                  <a:pt x="87071" y="27533"/>
                </a:cubicBezTo>
                <a:lnTo>
                  <a:pt x="87071" y="27533"/>
                </a:lnTo>
                <a:lnTo>
                  <a:pt x="50214" y="13067"/>
                </a:lnTo>
                <a:lnTo>
                  <a:pt x="50214" y="13067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2653965333-30"/>
          <p:cNvSpPr/>
          <p:nvPr/>
        </p:nvSpPr>
        <p:spPr>
          <a:xfrm>
            <a:off x="4743450" y="1317665"/>
            <a:ext cx="42863" cy="1428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2653965307-15"/>
          <p:cNvSpPr/>
          <p:nvPr/>
        </p:nvSpPr>
        <p:spPr>
          <a:xfrm>
            <a:off x="4743450" y="1574840"/>
            <a:ext cx="4000500" cy="2165271"/>
          </a:xfrm>
          <a:prstGeom prst="roundRect">
            <a:avLst>
              <a:gd name="adj" fmla="val 5279"/>
            </a:avLst>
          </a:pr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el-1792653965339-31"/>
          <p:cNvSpPr/>
          <p:nvPr/>
        </p:nvSpPr>
        <p:spPr>
          <a:xfrm>
            <a:off x="4907756" y="1830943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8642C">
              <a:alpha val="10000"/>
            </a:srgbClr>
          </a:solidFill>
          <a:ln w="7144" algn="in">
            <a:solidFill>
              <a:srgbClr val="FDBA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el-1792653965787-51"/>
          <p:cNvSpPr/>
          <p:nvPr/>
        </p:nvSpPr>
        <p:spPr>
          <a:xfrm>
            <a:off x="4975622" y="1916668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9368" y="0"/>
                </a:moveTo>
                <a:lnTo>
                  <a:pt x="49368" y="0"/>
                </a:lnTo>
                <a:cubicBezTo>
                  <a:pt x="50807" y="0"/>
                  <a:pt x="51982" y="578"/>
                  <a:pt x="52895" y="1733"/>
                </a:cubicBezTo>
                <a:lnTo>
                  <a:pt x="52895" y="1733"/>
                </a:lnTo>
                <a:lnTo>
                  <a:pt x="52895" y="1733"/>
                </a:lnTo>
                <a:cubicBezTo>
                  <a:pt x="53807" y="2933"/>
                  <a:pt x="54263" y="4444"/>
                  <a:pt x="54263" y="6267"/>
                </a:cubicBezTo>
                <a:lnTo>
                  <a:pt x="54263" y="6267"/>
                </a:lnTo>
                <a:lnTo>
                  <a:pt x="54263" y="18733"/>
                </a:lnTo>
                <a:lnTo>
                  <a:pt x="72789" y="18733"/>
                </a:lnTo>
                <a:cubicBezTo>
                  <a:pt x="75982" y="18867"/>
                  <a:pt x="78596" y="20244"/>
                  <a:pt x="80632" y="22867"/>
                </a:cubicBezTo>
                <a:lnTo>
                  <a:pt x="80632" y="22867"/>
                </a:lnTo>
                <a:cubicBezTo>
                  <a:pt x="82702" y="25444"/>
                  <a:pt x="83789" y="28756"/>
                  <a:pt x="83895" y="32800"/>
                </a:cubicBezTo>
                <a:lnTo>
                  <a:pt x="83895" y="32800"/>
                </a:lnTo>
                <a:lnTo>
                  <a:pt x="83895" y="85933"/>
                </a:lnTo>
                <a:cubicBezTo>
                  <a:pt x="83789" y="89978"/>
                  <a:pt x="82702" y="93289"/>
                  <a:pt x="80632" y="95867"/>
                </a:cubicBezTo>
                <a:lnTo>
                  <a:pt x="80632" y="95867"/>
                </a:lnTo>
                <a:cubicBezTo>
                  <a:pt x="78596" y="98489"/>
                  <a:pt x="75982" y="99867"/>
                  <a:pt x="72789" y="100000"/>
                </a:cubicBezTo>
                <a:lnTo>
                  <a:pt x="72789" y="100000"/>
                </a:lnTo>
                <a:lnTo>
                  <a:pt x="25895" y="100000"/>
                </a:lnTo>
                <a:cubicBezTo>
                  <a:pt x="22702" y="99867"/>
                  <a:pt x="20088" y="98489"/>
                  <a:pt x="18053" y="95867"/>
                </a:cubicBezTo>
                <a:lnTo>
                  <a:pt x="18053" y="95867"/>
                </a:lnTo>
                <a:cubicBezTo>
                  <a:pt x="15982" y="93289"/>
                  <a:pt x="14895" y="89978"/>
                  <a:pt x="14789" y="85933"/>
                </a:cubicBezTo>
                <a:lnTo>
                  <a:pt x="14789" y="85933"/>
                </a:lnTo>
                <a:lnTo>
                  <a:pt x="14789" y="32800"/>
                </a:lnTo>
                <a:cubicBezTo>
                  <a:pt x="14895" y="28756"/>
                  <a:pt x="15982" y="25444"/>
                  <a:pt x="18053" y="22867"/>
                </a:cubicBezTo>
                <a:lnTo>
                  <a:pt x="18053" y="22867"/>
                </a:lnTo>
                <a:cubicBezTo>
                  <a:pt x="20088" y="20244"/>
                  <a:pt x="22702" y="18867"/>
                  <a:pt x="25895" y="18733"/>
                </a:cubicBezTo>
                <a:lnTo>
                  <a:pt x="25895" y="18733"/>
                </a:lnTo>
                <a:lnTo>
                  <a:pt x="44421" y="18733"/>
                </a:lnTo>
                <a:lnTo>
                  <a:pt x="44421" y="6267"/>
                </a:lnTo>
                <a:cubicBezTo>
                  <a:pt x="44421" y="4444"/>
                  <a:pt x="44877" y="2933"/>
                  <a:pt x="45789" y="1733"/>
                </a:cubicBezTo>
                <a:lnTo>
                  <a:pt x="45789" y="1733"/>
                </a:lnTo>
                <a:cubicBezTo>
                  <a:pt x="46702" y="578"/>
                  <a:pt x="47895" y="0"/>
                  <a:pt x="49368" y="0"/>
                </a:cubicBezTo>
                <a:lnTo>
                  <a:pt x="49368" y="0"/>
                </a:lnTo>
                <a:moveTo>
                  <a:pt x="32053" y="75000"/>
                </a:moveTo>
                <a:lnTo>
                  <a:pt x="32053" y="75000"/>
                </a:lnTo>
                <a:cubicBezTo>
                  <a:pt x="30509" y="75133"/>
                  <a:pt x="29702" y="76178"/>
                  <a:pt x="29632" y="78133"/>
                </a:cubicBezTo>
                <a:lnTo>
                  <a:pt x="29632" y="78133"/>
                </a:lnTo>
                <a:cubicBezTo>
                  <a:pt x="29702" y="80089"/>
                  <a:pt x="30509" y="81133"/>
                  <a:pt x="32053" y="81267"/>
                </a:cubicBezTo>
                <a:lnTo>
                  <a:pt x="32053" y="81267"/>
                </a:lnTo>
                <a:lnTo>
                  <a:pt x="37000" y="81267"/>
                </a:lnTo>
                <a:cubicBezTo>
                  <a:pt x="38544" y="81133"/>
                  <a:pt x="39368" y="80089"/>
                  <a:pt x="39474" y="78133"/>
                </a:cubicBezTo>
                <a:lnTo>
                  <a:pt x="39474" y="78133"/>
                </a:lnTo>
                <a:cubicBezTo>
                  <a:pt x="39368" y="76178"/>
                  <a:pt x="38544" y="75133"/>
                  <a:pt x="37000" y="75000"/>
                </a:cubicBezTo>
                <a:lnTo>
                  <a:pt x="37000" y="75000"/>
                </a:lnTo>
                <a:lnTo>
                  <a:pt x="32053" y="75000"/>
                </a:lnTo>
                <a:moveTo>
                  <a:pt x="46895" y="75000"/>
                </a:moveTo>
                <a:lnTo>
                  <a:pt x="46895" y="75000"/>
                </a:lnTo>
                <a:cubicBezTo>
                  <a:pt x="45351" y="75133"/>
                  <a:pt x="44526" y="76178"/>
                  <a:pt x="44421" y="78133"/>
                </a:cubicBezTo>
                <a:lnTo>
                  <a:pt x="44421" y="78133"/>
                </a:lnTo>
                <a:cubicBezTo>
                  <a:pt x="44526" y="80089"/>
                  <a:pt x="45351" y="81133"/>
                  <a:pt x="46895" y="81267"/>
                </a:cubicBezTo>
                <a:lnTo>
                  <a:pt x="46895" y="81267"/>
                </a:lnTo>
                <a:lnTo>
                  <a:pt x="51789" y="81267"/>
                </a:lnTo>
                <a:cubicBezTo>
                  <a:pt x="53333" y="81133"/>
                  <a:pt x="54158" y="80089"/>
                  <a:pt x="54263" y="78133"/>
                </a:cubicBezTo>
                <a:lnTo>
                  <a:pt x="54263" y="78133"/>
                </a:lnTo>
                <a:cubicBezTo>
                  <a:pt x="54158" y="76178"/>
                  <a:pt x="53333" y="75133"/>
                  <a:pt x="51789" y="75000"/>
                </a:cubicBezTo>
                <a:lnTo>
                  <a:pt x="51789" y="75000"/>
                </a:lnTo>
                <a:lnTo>
                  <a:pt x="46895" y="75000"/>
                </a:lnTo>
                <a:moveTo>
                  <a:pt x="61684" y="75000"/>
                </a:moveTo>
                <a:lnTo>
                  <a:pt x="61684" y="75000"/>
                </a:lnTo>
                <a:cubicBezTo>
                  <a:pt x="60140" y="75133"/>
                  <a:pt x="59316" y="76178"/>
                  <a:pt x="59211" y="78133"/>
                </a:cubicBezTo>
                <a:lnTo>
                  <a:pt x="59211" y="78133"/>
                </a:lnTo>
                <a:cubicBezTo>
                  <a:pt x="59316" y="80089"/>
                  <a:pt x="60140" y="81133"/>
                  <a:pt x="61684" y="81267"/>
                </a:cubicBezTo>
                <a:lnTo>
                  <a:pt x="61684" y="81267"/>
                </a:lnTo>
                <a:lnTo>
                  <a:pt x="66632" y="81267"/>
                </a:lnTo>
                <a:cubicBezTo>
                  <a:pt x="68175" y="81133"/>
                  <a:pt x="69000" y="80089"/>
                  <a:pt x="69105" y="78133"/>
                </a:cubicBezTo>
                <a:lnTo>
                  <a:pt x="69105" y="78133"/>
                </a:lnTo>
                <a:cubicBezTo>
                  <a:pt x="69000" y="76178"/>
                  <a:pt x="68175" y="75133"/>
                  <a:pt x="66632" y="75000"/>
                </a:cubicBezTo>
                <a:lnTo>
                  <a:pt x="66632" y="75000"/>
                </a:lnTo>
                <a:lnTo>
                  <a:pt x="61684" y="75000"/>
                </a:lnTo>
                <a:moveTo>
                  <a:pt x="40684" y="50000"/>
                </a:moveTo>
                <a:lnTo>
                  <a:pt x="40684" y="50000"/>
                </a:lnTo>
                <a:cubicBezTo>
                  <a:pt x="40614" y="47022"/>
                  <a:pt x="39596" y="44733"/>
                  <a:pt x="37632" y="43133"/>
                </a:cubicBezTo>
                <a:lnTo>
                  <a:pt x="37632" y="43133"/>
                </a:lnTo>
                <a:cubicBezTo>
                  <a:pt x="35561" y="41844"/>
                  <a:pt x="33509" y="41844"/>
                  <a:pt x="31474" y="43133"/>
                </a:cubicBezTo>
                <a:lnTo>
                  <a:pt x="31474" y="43133"/>
                </a:lnTo>
                <a:cubicBezTo>
                  <a:pt x="29509" y="44733"/>
                  <a:pt x="28474" y="47022"/>
                  <a:pt x="28368" y="50000"/>
                </a:cubicBezTo>
                <a:lnTo>
                  <a:pt x="28368" y="50000"/>
                </a:lnTo>
                <a:cubicBezTo>
                  <a:pt x="28474" y="52978"/>
                  <a:pt x="29509" y="55267"/>
                  <a:pt x="31474" y="56867"/>
                </a:cubicBezTo>
                <a:lnTo>
                  <a:pt x="31474" y="56867"/>
                </a:lnTo>
                <a:cubicBezTo>
                  <a:pt x="33509" y="58156"/>
                  <a:pt x="35561" y="58156"/>
                  <a:pt x="37632" y="56867"/>
                </a:cubicBezTo>
                <a:lnTo>
                  <a:pt x="37632" y="56867"/>
                </a:lnTo>
                <a:cubicBezTo>
                  <a:pt x="39596" y="55267"/>
                  <a:pt x="40614" y="52978"/>
                  <a:pt x="40684" y="50000"/>
                </a:cubicBezTo>
                <a:lnTo>
                  <a:pt x="40684" y="50000"/>
                </a:lnTo>
                <a:moveTo>
                  <a:pt x="64158" y="57800"/>
                </a:moveTo>
                <a:lnTo>
                  <a:pt x="64158" y="57800"/>
                </a:lnTo>
                <a:cubicBezTo>
                  <a:pt x="66509" y="57667"/>
                  <a:pt x="68298" y="56378"/>
                  <a:pt x="69526" y="53933"/>
                </a:cubicBezTo>
                <a:lnTo>
                  <a:pt x="69526" y="53933"/>
                </a:lnTo>
                <a:cubicBezTo>
                  <a:pt x="70579" y="51311"/>
                  <a:pt x="70579" y="48689"/>
                  <a:pt x="69526" y="46067"/>
                </a:cubicBezTo>
                <a:lnTo>
                  <a:pt x="69526" y="46067"/>
                </a:lnTo>
                <a:cubicBezTo>
                  <a:pt x="68298" y="43622"/>
                  <a:pt x="66509" y="42333"/>
                  <a:pt x="64158" y="42200"/>
                </a:cubicBezTo>
                <a:lnTo>
                  <a:pt x="64158" y="42200"/>
                </a:lnTo>
                <a:cubicBezTo>
                  <a:pt x="61772" y="42333"/>
                  <a:pt x="59965" y="43622"/>
                  <a:pt x="58737" y="46067"/>
                </a:cubicBezTo>
                <a:lnTo>
                  <a:pt x="58737" y="46067"/>
                </a:lnTo>
                <a:cubicBezTo>
                  <a:pt x="57719" y="48689"/>
                  <a:pt x="57719" y="51311"/>
                  <a:pt x="58737" y="53933"/>
                </a:cubicBezTo>
                <a:lnTo>
                  <a:pt x="58737" y="53933"/>
                </a:lnTo>
                <a:cubicBezTo>
                  <a:pt x="59965" y="56378"/>
                  <a:pt x="61772" y="57667"/>
                  <a:pt x="64158" y="57800"/>
                </a:cubicBezTo>
                <a:lnTo>
                  <a:pt x="64158" y="57800"/>
                </a:lnTo>
                <a:moveTo>
                  <a:pt x="7421" y="43733"/>
                </a:moveTo>
                <a:lnTo>
                  <a:pt x="7421" y="43733"/>
                </a:lnTo>
                <a:lnTo>
                  <a:pt x="9895" y="43733"/>
                </a:lnTo>
                <a:lnTo>
                  <a:pt x="9895" y="81267"/>
                </a:lnTo>
                <a:lnTo>
                  <a:pt x="7421" y="81267"/>
                </a:lnTo>
                <a:cubicBezTo>
                  <a:pt x="5351" y="81133"/>
                  <a:pt x="3596" y="80222"/>
                  <a:pt x="2158" y="78533"/>
                </a:cubicBezTo>
                <a:lnTo>
                  <a:pt x="2158" y="78533"/>
                </a:lnTo>
                <a:cubicBezTo>
                  <a:pt x="825" y="76711"/>
                  <a:pt x="105" y="74489"/>
                  <a:pt x="0" y="71867"/>
                </a:cubicBezTo>
                <a:lnTo>
                  <a:pt x="0" y="71867"/>
                </a:lnTo>
                <a:lnTo>
                  <a:pt x="0" y="53133"/>
                </a:lnTo>
                <a:cubicBezTo>
                  <a:pt x="105" y="50511"/>
                  <a:pt x="825" y="48289"/>
                  <a:pt x="2158" y="46467"/>
                </a:cubicBezTo>
                <a:lnTo>
                  <a:pt x="2158" y="46467"/>
                </a:lnTo>
                <a:cubicBezTo>
                  <a:pt x="3596" y="44778"/>
                  <a:pt x="5351" y="43867"/>
                  <a:pt x="7421" y="43733"/>
                </a:cubicBezTo>
                <a:lnTo>
                  <a:pt x="7421" y="43733"/>
                </a:lnTo>
                <a:moveTo>
                  <a:pt x="91263" y="43733"/>
                </a:moveTo>
                <a:lnTo>
                  <a:pt x="91263" y="43733"/>
                </a:lnTo>
                <a:cubicBezTo>
                  <a:pt x="93333" y="43867"/>
                  <a:pt x="95088" y="44778"/>
                  <a:pt x="96526" y="46467"/>
                </a:cubicBezTo>
                <a:lnTo>
                  <a:pt x="96526" y="46467"/>
                </a:lnTo>
                <a:lnTo>
                  <a:pt x="96526" y="46467"/>
                </a:lnTo>
                <a:cubicBezTo>
                  <a:pt x="97860" y="48289"/>
                  <a:pt x="98579" y="50511"/>
                  <a:pt x="98684" y="53133"/>
                </a:cubicBezTo>
                <a:lnTo>
                  <a:pt x="98684" y="53133"/>
                </a:lnTo>
                <a:lnTo>
                  <a:pt x="98684" y="71867"/>
                </a:lnTo>
                <a:cubicBezTo>
                  <a:pt x="98579" y="74489"/>
                  <a:pt x="97860" y="76711"/>
                  <a:pt x="96526" y="78533"/>
                </a:cubicBezTo>
                <a:lnTo>
                  <a:pt x="96526" y="78533"/>
                </a:lnTo>
                <a:cubicBezTo>
                  <a:pt x="95088" y="80222"/>
                  <a:pt x="93333" y="81133"/>
                  <a:pt x="91263" y="81267"/>
                </a:cubicBezTo>
                <a:lnTo>
                  <a:pt x="91263" y="81267"/>
                </a:lnTo>
                <a:lnTo>
                  <a:pt x="88842" y="81267"/>
                </a:lnTo>
                <a:lnTo>
                  <a:pt x="88842" y="43733"/>
                </a:lnTo>
                <a:lnTo>
                  <a:pt x="91263" y="43733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92653965785-49"/>
          <p:cNvSpPr/>
          <p:nvPr/>
        </p:nvSpPr>
        <p:spPr>
          <a:xfrm>
            <a:off x="6700838" y="2272784"/>
            <a:ext cx="85725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4000" y="93545"/>
                </a:moveTo>
                <a:lnTo>
                  <a:pt x="44000" y="93545"/>
                </a:lnTo>
                <a:cubicBezTo>
                  <a:pt x="45778" y="94818"/>
                  <a:pt x="47778" y="95455"/>
                  <a:pt x="50000" y="95455"/>
                </a:cubicBezTo>
                <a:lnTo>
                  <a:pt x="50000" y="95455"/>
                </a:lnTo>
                <a:lnTo>
                  <a:pt x="50000" y="95455"/>
                </a:lnTo>
                <a:cubicBezTo>
                  <a:pt x="52222" y="95455"/>
                  <a:pt x="54222" y="94818"/>
                  <a:pt x="56000" y="93545"/>
                </a:cubicBezTo>
                <a:lnTo>
                  <a:pt x="56000" y="93545"/>
                </a:lnTo>
                <a:lnTo>
                  <a:pt x="97667" y="59455"/>
                </a:lnTo>
                <a:cubicBezTo>
                  <a:pt x="99222" y="58000"/>
                  <a:pt x="100000" y="56364"/>
                  <a:pt x="100000" y="54545"/>
                </a:cubicBezTo>
                <a:lnTo>
                  <a:pt x="100000" y="54545"/>
                </a:lnTo>
                <a:cubicBezTo>
                  <a:pt x="100000" y="52727"/>
                  <a:pt x="99222" y="51091"/>
                  <a:pt x="97667" y="49636"/>
                </a:cubicBezTo>
                <a:lnTo>
                  <a:pt x="97667" y="49636"/>
                </a:lnTo>
                <a:cubicBezTo>
                  <a:pt x="95889" y="48364"/>
                  <a:pt x="93889" y="47727"/>
                  <a:pt x="91667" y="47727"/>
                </a:cubicBezTo>
                <a:lnTo>
                  <a:pt x="91667" y="47727"/>
                </a:lnTo>
                <a:cubicBezTo>
                  <a:pt x="89444" y="47727"/>
                  <a:pt x="87444" y="48364"/>
                  <a:pt x="85667" y="49636"/>
                </a:cubicBezTo>
                <a:lnTo>
                  <a:pt x="85667" y="49636"/>
                </a:lnTo>
                <a:lnTo>
                  <a:pt x="58333" y="72273"/>
                </a:lnTo>
                <a:lnTo>
                  <a:pt x="58333" y="6818"/>
                </a:lnTo>
                <a:cubicBezTo>
                  <a:pt x="58333" y="4818"/>
                  <a:pt x="57556" y="3182"/>
                  <a:pt x="56000" y="1909"/>
                </a:cubicBezTo>
                <a:lnTo>
                  <a:pt x="56000" y="1909"/>
                </a:lnTo>
                <a:cubicBezTo>
                  <a:pt x="54444" y="636"/>
                  <a:pt x="52444" y="0"/>
                  <a:pt x="50000" y="0"/>
                </a:cubicBezTo>
                <a:lnTo>
                  <a:pt x="50000" y="0"/>
                </a:lnTo>
                <a:cubicBezTo>
                  <a:pt x="47556" y="0"/>
                  <a:pt x="45556" y="636"/>
                  <a:pt x="44000" y="1909"/>
                </a:cubicBezTo>
                <a:lnTo>
                  <a:pt x="44000" y="1909"/>
                </a:lnTo>
                <a:cubicBezTo>
                  <a:pt x="42444" y="3182"/>
                  <a:pt x="41667" y="4818"/>
                  <a:pt x="41667" y="6818"/>
                </a:cubicBezTo>
                <a:lnTo>
                  <a:pt x="41667" y="6818"/>
                </a:lnTo>
                <a:lnTo>
                  <a:pt x="41667" y="72273"/>
                </a:lnTo>
                <a:lnTo>
                  <a:pt x="14333" y="49636"/>
                </a:lnTo>
                <a:cubicBezTo>
                  <a:pt x="12556" y="48364"/>
                  <a:pt x="10556" y="47727"/>
                  <a:pt x="8333" y="47727"/>
                </a:cubicBezTo>
                <a:lnTo>
                  <a:pt x="8333" y="47727"/>
                </a:lnTo>
                <a:cubicBezTo>
                  <a:pt x="6111" y="47727"/>
                  <a:pt x="4111" y="48364"/>
                  <a:pt x="2333" y="49636"/>
                </a:cubicBezTo>
                <a:lnTo>
                  <a:pt x="2333" y="49636"/>
                </a:lnTo>
                <a:cubicBezTo>
                  <a:pt x="778" y="51091"/>
                  <a:pt x="0" y="52727"/>
                  <a:pt x="0" y="54545"/>
                </a:cubicBezTo>
                <a:lnTo>
                  <a:pt x="0" y="54545"/>
                </a:lnTo>
                <a:cubicBezTo>
                  <a:pt x="0" y="56364"/>
                  <a:pt x="778" y="58000"/>
                  <a:pt x="2333" y="59455"/>
                </a:cubicBezTo>
                <a:lnTo>
                  <a:pt x="2333" y="59455"/>
                </a:lnTo>
                <a:lnTo>
                  <a:pt x="44000" y="93545"/>
                </a:lnTo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92653965340-32"/>
          <p:cNvSpPr/>
          <p:nvPr/>
        </p:nvSpPr>
        <p:spPr>
          <a:xfrm>
            <a:off x="4907756" y="2500313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0B1F3A">
              <a:alpha val="6000"/>
            </a:srgbClr>
          </a:solidFill>
          <a:ln w="7144" algn="in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el-1792653965788-52"/>
          <p:cNvSpPr/>
          <p:nvPr/>
        </p:nvSpPr>
        <p:spPr>
          <a:xfrm>
            <a:off x="4977231" y="2587633"/>
            <a:ext cx="175376" cy="13968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9556" y="24800"/>
                </a:moveTo>
                <a:lnTo>
                  <a:pt x="49722" y="24800"/>
                </a:lnTo>
                <a:cubicBezTo>
                  <a:pt x="50907" y="23511"/>
                  <a:pt x="51241" y="21889"/>
                  <a:pt x="50722" y="19933"/>
                </a:cubicBezTo>
                <a:lnTo>
                  <a:pt x="50722" y="19933"/>
                </a:lnTo>
                <a:cubicBezTo>
                  <a:pt x="50278" y="18867"/>
                  <a:pt x="49833" y="17889"/>
                  <a:pt x="49389" y="17000"/>
                </a:cubicBezTo>
                <a:lnTo>
                  <a:pt x="49389" y="17000"/>
                </a:lnTo>
                <a:lnTo>
                  <a:pt x="48889" y="15800"/>
                </a:lnTo>
                <a:cubicBezTo>
                  <a:pt x="48370" y="14911"/>
                  <a:pt x="47833" y="14000"/>
                  <a:pt x="47278" y="13067"/>
                </a:cubicBezTo>
                <a:lnTo>
                  <a:pt x="47278" y="13067"/>
                </a:lnTo>
                <a:cubicBezTo>
                  <a:pt x="46204" y="11511"/>
                  <a:pt x="44907" y="11067"/>
                  <a:pt x="43389" y="11733"/>
                </a:cubicBezTo>
                <a:lnTo>
                  <a:pt x="43389" y="11733"/>
                </a:lnTo>
                <a:lnTo>
                  <a:pt x="38667" y="13467"/>
                </a:lnTo>
                <a:cubicBezTo>
                  <a:pt x="36926" y="11778"/>
                  <a:pt x="34963" y="10422"/>
                  <a:pt x="32778" y="9400"/>
                </a:cubicBezTo>
                <a:lnTo>
                  <a:pt x="32778" y="9400"/>
                </a:lnTo>
                <a:lnTo>
                  <a:pt x="31833" y="3733"/>
                </a:lnTo>
                <a:cubicBezTo>
                  <a:pt x="31389" y="1778"/>
                  <a:pt x="30407" y="600"/>
                  <a:pt x="28889" y="200"/>
                </a:cubicBezTo>
                <a:lnTo>
                  <a:pt x="28889" y="200"/>
                </a:lnTo>
                <a:cubicBezTo>
                  <a:pt x="27815" y="67"/>
                  <a:pt x="26667" y="0"/>
                  <a:pt x="25444" y="0"/>
                </a:cubicBezTo>
                <a:lnTo>
                  <a:pt x="25444" y="0"/>
                </a:lnTo>
                <a:lnTo>
                  <a:pt x="25444" y="0"/>
                </a:lnTo>
                <a:cubicBezTo>
                  <a:pt x="24370" y="0"/>
                  <a:pt x="23296" y="67"/>
                  <a:pt x="22222" y="200"/>
                </a:cubicBezTo>
                <a:lnTo>
                  <a:pt x="22222" y="200"/>
                </a:lnTo>
                <a:cubicBezTo>
                  <a:pt x="20593" y="600"/>
                  <a:pt x="19556" y="1778"/>
                  <a:pt x="19111" y="3733"/>
                </a:cubicBezTo>
                <a:lnTo>
                  <a:pt x="19111" y="3733"/>
                </a:lnTo>
                <a:lnTo>
                  <a:pt x="18167" y="9400"/>
                </a:lnTo>
                <a:cubicBezTo>
                  <a:pt x="15981" y="10422"/>
                  <a:pt x="14019" y="11778"/>
                  <a:pt x="12278" y="13467"/>
                </a:cubicBezTo>
                <a:lnTo>
                  <a:pt x="12278" y="13467"/>
                </a:lnTo>
                <a:lnTo>
                  <a:pt x="7722" y="11733"/>
                </a:lnTo>
                <a:cubicBezTo>
                  <a:pt x="6093" y="11067"/>
                  <a:pt x="4741" y="11511"/>
                  <a:pt x="3667" y="13067"/>
                </a:cubicBezTo>
                <a:lnTo>
                  <a:pt x="3667" y="13067"/>
                </a:lnTo>
                <a:cubicBezTo>
                  <a:pt x="3111" y="14000"/>
                  <a:pt x="2574" y="14978"/>
                  <a:pt x="2056" y="16000"/>
                </a:cubicBezTo>
                <a:lnTo>
                  <a:pt x="2056" y="16000"/>
                </a:lnTo>
                <a:lnTo>
                  <a:pt x="1556" y="17000"/>
                </a:lnTo>
                <a:cubicBezTo>
                  <a:pt x="1111" y="17889"/>
                  <a:pt x="667" y="18867"/>
                  <a:pt x="222" y="19933"/>
                </a:cubicBezTo>
                <a:lnTo>
                  <a:pt x="222" y="19933"/>
                </a:lnTo>
                <a:cubicBezTo>
                  <a:pt x="-296" y="21889"/>
                  <a:pt x="93" y="23511"/>
                  <a:pt x="1389" y="24800"/>
                </a:cubicBezTo>
                <a:lnTo>
                  <a:pt x="1389" y="24800"/>
                </a:lnTo>
                <a:lnTo>
                  <a:pt x="4944" y="28733"/>
                </a:lnTo>
                <a:cubicBezTo>
                  <a:pt x="4722" y="30022"/>
                  <a:pt x="4611" y="31378"/>
                  <a:pt x="4611" y="32800"/>
                </a:cubicBezTo>
                <a:lnTo>
                  <a:pt x="4611" y="32800"/>
                </a:lnTo>
                <a:cubicBezTo>
                  <a:pt x="4611" y="34222"/>
                  <a:pt x="4722" y="35600"/>
                  <a:pt x="4944" y="36933"/>
                </a:cubicBezTo>
                <a:lnTo>
                  <a:pt x="4944" y="36933"/>
                </a:lnTo>
                <a:lnTo>
                  <a:pt x="1389" y="40800"/>
                </a:lnTo>
                <a:cubicBezTo>
                  <a:pt x="93" y="42133"/>
                  <a:pt x="-296" y="43778"/>
                  <a:pt x="222" y="45733"/>
                </a:cubicBezTo>
                <a:lnTo>
                  <a:pt x="222" y="45733"/>
                </a:lnTo>
                <a:cubicBezTo>
                  <a:pt x="667" y="46756"/>
                  <a:pt x="1111" y="47711"/>
                  <a:pt x="1556" y="48600"/>
                </a:cubicBezTo>
                <a:lnTo>
                  <a:pt x="1556" y="48600"/>
                </a:lnTo>
                <a:lnTo>
                  <a:pt x="2056" y="49800"/>
                </a:lnTo>
                <a:cubicBezTo>
                  <a:pt x="2463" y="50733"/>
                  <a:pt x="3000" y="51644"/>
                  <a:pt x="3667" y="52533"/>
                </a:cubicBezTo>
                <a:lnTo>
                  <a:pt x="3667" y="52533"/>
                </a:lnTo>
                <a:cubicBezTo>
                  <a:pt x="4741" y="54089"/>
                  <a:pt x="6093" y="54556"/>
                  <a:pt x="7722" y="53933"/>
                </a:cubicBezTo>
                <a:lnTo>
                  <a:pt x="7722" y="53933"/>
                </a:lnTo>
                <a:lnTo>
                  <a:pt x="12278" y="52133"/>
                </a:lnTo>
                <a:cubicBezTo>
                  <a:pt x="14019" y="53822"/>
                  <a:pt x="15981" y="55200"/>
                  <a:pt x="18167" y="56267"/>
                </a:cubicBezTo>
                <a:lnTo>
                  <a:pt x="18167" y="56267"/>
                </a:lnTo>
                <a:lnTo>
                  <a:pt x="19111" y="61933"/>
                </a:lnTo>
                <a:cubicBezTo>
                  <a:pt x="19556" y="63889"/>
                  <a:pt x="20593" y="65044"/>
                  <a:pt x="22222" y="65400"/>
                </a:cubicBezTo>
                <a:lnTo>
                  <a:pt x="22222" y="65400"/>
                </a:lnTo>
                <a:cubicBezTo>
                  <a:pt x="23296" y="65533"/>
                  <a:pt x="24370" y="65600"/>
                  <a:pt x="25444" y="65600"/>
                </a:cubicBezTo>
                <a:lnTo>
                  <a:pt x="25444" y="65600"/>
                </a:lnTo>
                <a:cubicBezTo>
                  <a:pt x="26556" y="65600"/>
                  <a:pt x="27648" y="65533"/>
                  <a:pt x="28722" y="65400"/>
                </a:cubicBezTo>
                <a:lnTo>
                  <a:pt x="28722" y="65400"/>
                </a:lnTo>
                <a:cubicBezTo>
                  <a:pt x="30352" y="65044"/>
                  <a:pt x="31389" y="63889"/>
                  <a:pt x="31833" y="61933"/>
                </a:cubicBezTo>
                <a:lnTo>
                  <a:pt x="31833" y="61933"/>
                </a:lnTo>
                <a:lnTo>
                  <a:pt x="32778" y="56267"/>
                </a:lnTo>
                <a:cubicBezTo>
                  <a:pt x="34963" y="55200"/>
                  <a:pt x="36926" y="53822"/>
                  <a:pt x="38667" y="52133"/>
                </a:cubicBezTo>
                <a:lnTo>
                  <a:pt x="38667" y="52133"/>
                </a:lnTo>
                <a:lnTo>
                  <a:pt x="43222" y="53933"/>
                </a:lnTo>
                <a:cubicBezTo>
                  <a:pt x="44852" y="54556"/>
                  <a:pt x="46204" y="54089"/>
                  <a:pt x="47278" y="52533"/>
                </a:cubicBezTo>
                <a:lnTo>
                  <a:pt x="47278" y="52533"/>
                </a:lnTo>
                <a:cubicBezTo>
                  <a:pt x="47833" y="51644"/>
                  <a:pt x="48370" y="50733"/>
                  <a:pt x="48889" y="49800"/>
                </a:cubicBezTo>
                <a:lnTo>
                  <a:pt x="48889" y="49800"/>
                </a:lnTo>
                <a:lnTo>
                  <a:pt x="49389" y="48600"/>
                </a:lnTo>
                <a:cubicBezTo>
                  <a:pt x="49833" y="47711"/>
                  <a:pt x="50278" y="46756"/>
                  <a:pt x="50722" y="45733"/>
                </a:cubicBezTo>
                <a:lnTo>
                  <a:pt x="50722" y="45733"/>
                </a:lnTo>
                <a:cubicBezTo>
                  <a:pt x="51241" y="43778"/>
                  <a:pt x="50852" y="42133"/>
                  <a:pt x="49556" y="40800"/>
                </a:cubicBezTo>
                <a:lnTo>
                  <a:pt x="49556" y="40800"/>
                </a:lnTo>
                <a:lnTo>
                  <a:pt x="46000" y="36933"/>
                </a:lnTo>
                <a:cubicBezTo>
                  <a:pt x="46185" y="35600"/>
                  <a:pt x="46278" y="34222"/>
                  <a:pt x="46278" y="32800"/>
                </a:cubicBezTo>
                <a:lnTo>
                  <a:pt x="46278" y="32800"/>
                </a:lnTo>
                <a:cubicBezTo>
                  <a:pt x="46278" y="31378"/>
                  <a:pt x="46185" y="30022"/>
                  <a:pt x="46000" y="28733"/>
                </a:cubicBezTo>
                <a:lnTo>
                  <a:pt x="46000" y="28733"/>
                </a:lnTo>
                <a:lnTo>
                  <a:pt x="49556" y="24800"/>
                </a:lnTo>
                <a:moveTo>
                  <a:pt x="17667" y="32800"/>
                </a:moveTo>
                <a:lnTo>
                  <a:pt x="17667" y="32800"/>
                </a:lnTo>
                <a:cubicBezTo>
                  <a:pt x="17778" y="29289"/>
                  <a:pt x="19074" y="26556"/>
                  <a:pt x="21556" y="24600"/>
                </a:cubicBezTo>
                <a:lnTo>
                  <a:pt x="21556" y="24600"/>
                </a:lnTo>
                <a:cubicBezTo>
                  <a:pt x="24148" y="23044"/>
                  <a:pt x="26759" y="23044"/>
                  <a:pt x="29389" y="24600"/>
                </a:cubicBezTo>
                <a:lnTo>
                  <a:pt x="29389" y="24600"/>
                </a:lnTo>
                <a:cubicBezTo>
                  <a:pt x="31870" y="26556"/>
                  <a:pt x="33167" y="29289"/>
                  <a:pt x="33278" y="32800"/>
                </a:cubicBezTo>
                <a:lnTo>
                  <a:pt x="33278" y="32800"/>
                </a:lnTo>
                <a:cubicBezTo>
                  <a:pt x="33167" y="36311"/>
                  <a:pt x="31870" y="39044"/>
                  <a:pt x="29389" y="41000"/>
                </a:cubicBezTo>
                <a:lnTo>
                  <a:pt x="29389" y="41000"/>
                </a:lnTo>
                <a:cubicBezTo>
                  <a:pt x="26759" y="42556"/>
                  <a:pt x="24148" y="42556"/>
                  <a:pt x="21556" y="41000"/>
                </a:cubicBezTo>
                <a:lnTo>
                  <a:pt x="21556" y="41000"/>
                </a:lnTo>
                <a:cubicBezTo>
                  <a:pt x="19074" y="39044"/>
                  <a:pt x="17778" y="36311"/>
                  <a:pt x="17667" y="32800"/>
                </a:cubicBezTo>
                <a:lnTo>
                  <a:pt x="17667" y="32800"/>
                </a:lnTo>
                <a:moveTo>
                  <a:pt x="81611" y="96067"/>
                </a:moveTo>
                <a:lnTo>
                  <a:pt x="81611" y="96267"/>
                </a:lnTo>
                <a:cubicBezTo>
                  <a:pt x="82685" y="97733"/>
                  <a:pt x="84037" y="98133"/>
                  <a:pt x="85667" y="97467"/>
                </a:cubicBezTo>
                <a:lnTo>
                  <a:pt x="85667" y="97467"/>
                </a:lnTo>
                <a:cubicBezTo>
                  <a:pt x="86556" y="96933"/>
                  <a:pt x="87370" y="96400"/>
                  <a:pt x="88111" y="95867"/>
                </a:cubicBezTo>
                <a:lnTo>
                  <a:pt x="88111" y="95867"/>
                </a:lnTo>
                <a:lnTo>
                  <a:pt x="89111" y="95333"/>
                </a:lnTo>
                <a:cubicBezTo>
                  <a:pt x="89852" y="94667"/>
                  <a:pt x="90611" y="94000"/>
                  <a:pt x="91389" y="93333"/>
                </a:cubicBezTo>
                <a:lnTo>
                  <a:pt x="91389" y="93333"/>
                </a:lnTo>
                <a:cubicBezTo>
                  <a:pt x="92685" y="92044"/>
                  <a:pt x="93056" y="90489"/>
                  <a:pt x="92500" y="88667"/>
                </a:cubicBezTo>
                <a:lnTo>
                  <a:pt x="92500" y="88667"/>
                </a:lnTo>
                <a:lnTo>
                  <a:pt x="91056" y="83000"/>
                </a:lnTo>
                <a:cubicBezTo>
                  <a:pt x="92463" y="80911"/>
                  <a:pt x="93611" y="78578"/>
                  <a:pt x="94500" y="76000"/>
                </a:cubicBezTo>
                <a:lnTo>
                  <a:pt x="94500" y="76000"/>
                </a:lnTo>
                <a:lnTo>
                  <a:pt x="99222" y="74800"/>
                </a:lnTo>
                <a:cubicBezTo>
                  <a:pt x="100852" y="74267"/>
                  <a:pt x="101815" y="73022"/>
                  <a:pt x="102111" y="71067"/>
                </a:cubicBezTo>
                <a:lnTo>
                  <a:pt x="102111" y="71067"/>
                </a:lnTo>
                <a:cubicBezTo>
                  <a:pt x="102222" y="69778"/>
                  <a:pt x="102278" y="68489"/>
                  <a:pt x="102278" y="67200"/>
                </a:cubicBezTo>
                <a:lnTo>
                  <a:pt x="102278" y="67200"/>
                </a:lnTo>
                <a:cubicBezTo>
                  <a:pt x="102278" y="65911"/>
                  <a:pt x="102222" y="64600"/>
                  <a:pt x="102111" y="63267"/>
                </a:cubicBezTo>
                <a:lnTo>
                  <a:pt x="102111" y="63267"/>
                </a:lnTo>
                <a:cubicBezTo>
                  <a:pt x="101815" y="61311"/>
                  <a:pt x="100852" y="60089"/>
                  <a:pt x="99222" y="59600"/>
                </a:cubicBezTo>
                <a:lnTo>
                  <a:pt x="99222" y="59600"/>
                </a:lnTo>
                <a:lnTo>
                  <a:pt x="94500" y="58400"/>
                </a:lnTo>
                <a:cubicBezTo>
                  <a:pt x="93611" y="55778"/>
                  <a:pt x="92463" y="53444"/>
                  <a:pt x="91056" y="51400"/>
                </a:cubicBezTo>
                <a:lnTo>
                  <a:pt x="91056" y="51400"/>
                </a:lnTo>
                <a:lnTo>
                  <a:pt x="92500" y="45867"/>
                </a:lnTo>
                <a:cubicBezTo>
                  <a:pt x="93056" y="43956"/>
                  <a:pt x="92685" y="42333"/>
                  <a:pt x="91389" y="41000"/>
                </a:cubicBezTo>
                <a:lnTo>
                  <a:pt x="91389" y="41000"/>
                </a:lnTo>
                <a:cubicBezTo>
                  <a:pt x="90611" y="40378"/>
                  <a:pt x="89852" y="39733"/>
                  <a:pt x="89111" y="39067"/>
                </a:cubicBezTo>
                <a:lnTo>
                  <a:pt x="89111" y="39067"/>
                </a:lnTo>
                <a:lnTo>
                  <a:pt x="88111" y="38467"/>
                </a:lnTo>
                <a:cubicBezTo>
                  <a:pt x="87370" y="37933"/>
                  <a:pt x="86556" y="37422"/>
                  <a:pt x="85667" y="36933"/>
                </a:cubicBezTo>
                <a:lnTo>
                  <a:pt x="85667" y="36933"/>
                </a:lnTo>
                <a:cubicBezTo>
                  <a:pt x="84037" y="36267"/>
                  <a:pt x="82685" y="36711"/>
                  <a:pt x="81611" y="38267"/>
                </a:cubicBezTo>
                <a:lnTo>
                  <a:pt x="81611" y="38267"/>
                </a:lnTo>
                <a:lnTo>
                  <a:pt x="78389" y="42600"/>
                </a:lnTo>
                <a:cubicBezTo>
                  <a:pt x="77278" y="42333"/>
                  <a:pt x="76130" y="42200"/>
                  <a:pt x="74944" y="42200"/>
                </a:cubicBezTo>
                <a:lnTo>
                  <a:pt x="74944" y="42200"/>
                </a:lnTo>
                <a:cubicBezTo>
                  <a:pt x="73759" y="42200"/>
                  <a:pt x="72630" y="42333"/>
                  <a:pt x="71556" y="42600"/>
                </a:cubicBezTo>
                <a:lnTo>
                  <a:pt x="71556" y="42600"/>
                </a:lnTo>
                <a:lnTo>
                  <a:pt x="68278" y="38267"/>
                </a:lnTo>
                <a:cubicBezTo>
                  <a:pt x="67204" y="36711"/>
                  <a:pt x="65852" y="36267"/>
                  <a:pt x="64222" y="36933"/>
                </a:cubicBezTo>
                <a:lnTo>
                  <a:pt x="64222" y="36933"/>
                </a:lnTo>
                <a:cubicBezTo>
                  <a:pt x="63333" y="37422"/>
                  <a:pt x="62519" y="37933"/>
                  <a:pt x="61778" y="38467"/>
                </a:cubicBezTo>
                <a:lnTo>
                  <a:pt x="61778" y="38467"/>
                </a:lnTo>
                <a:lnTo>
                  <a:pt x="60944" y="39067"/>
                </a:lnTo>
                <a:cubicBezTo>
                  <a:pt x="60093" y="39733"/>
                  <a:pt x="59278" y="40378"/>
                  <a:pt x="58500" y="41000"/>
                </a:cubicBezTo>
                <a:lnTo>
                  <a:pt x="58500" y="41000"/>
                </a:lnTo>
                <a:cubicBezTo>
                  <a:pt x="57204" y="42333"/>
                  <a:pt x="56833" y="43956"/>
                  <a:pt x="57389" y="45867"/>
                </a:cubicBezTo>
                <a:lnTo>
                  <a:pt x="57389" y="45867"/>
                </a:lnTo>
                <a:lnTo>
                  <a:pt x="58833" y="51400"/>
                </a:lnTo>
                <a:cubicBezTo>
                  <a:pt x="57426" y="53444"/>
                  <a:pt x="56278" y="55778"/>
                  <a:pt x="55389" y="58400"/>
                </a:cubicBezTo>
                <a:lnTo>
                  <a:pt x="55389" y="58400"/>
                </a:lnTo>
                <a:lnTo>
                  <a:pt x="50722" y="59600"/>
                </a:lnTo>
                <a:cubicBezTo>
                  <a:pt x="49093" y="60089"/>
                  <a:pt x="48111" y="61311"/>
                  <a:pt x="47778" y="63267"/>
                </a:cubicBezTo>
                <a:lnTo>
                  <a:pt x="47778" y="63267"/>
                </a:lnTo>
                <a:cubicBezTo>
                  <a:pt x="47667" y="64600"/>
                  <a:pt x="47611" y="65911"/>
                  <a:pt x="47611" y="67200"/>
                </a:cubicBezTo>
                <a:lnTo>
                  <a:pt x="47611" y="67200"/>
                </a:lnTo>
                <a:cubicBezTo>
                  <a:pt x="47611" y="68489"/>
                  <a:pt x="47667" y="69778"/>
                  <a:pt x="47778" y="71067"/>
                </a:cubicBezTo>
                <a:lnTo>
                  <a:pt x="47778" y="71067"/>
                </a:lnTo>
                <a:cubicBezTo>
                  <a:pt x="48111" y="73022"/>
                  <a:pt x="49093" y="74267"/>
                  <a:pt x="50722" y="74800"/>
                </a:cubicBezTo>
                <a:lnTo>
                  <a:pt x="50722" y="74800"/>
                </a:lnTo>
                <a:lnTo>
                  <a:pt x="55389" y="76000"/>
                </a:lnTo>
                <a:cubicBezTo>
                  <a:pt x="56278" y="78578"/>
                  <a:pt x="57426" y="80911"/>
                  <a:pt x="58833" y="83000"/>
                </a:cubicBezTo>
                <a:lnTo>
                  <a:pt x="58833" y="83000"/>
                </a:lnTo>
                <a:lnTo>
                  <a:pt x="57389" y="88467"/>
                </a:lnTo>
                <a:cubicBezTo>
                  <a:pt x="56833" y="90422"/>
                  <a:pt x="57204" y="92044"/>
                  <a:pt x="58500" y="93333"/>
                </a:cubicBezTo>
                <a:lnTo>
                  <a:pt x="58500" y="93333"/>
                </a:lnTo>
                <a:cubicBezTo>
                  <a:pt x="59278" y="94000"/>
                  <a:pt x="60093" y="94667"/>
                  <a:pt x="60944" y="95333"/>
                </a:cubicBezTo>
                <a:lnTo>
                  <a:pt x="60944" y="95333"/>
                </a:lnTo>
                <a:lnTo>
                  <a:pt x="61778" y="95867"/>
                </a:lnTo>
                <a:cubicBezTo>
                  <a:pt x="62519" y="96400"/>
                  <a:pt x="63333" y="96933"/>
                  <a:pt x="64222" y="97467"/>
                </a:cubicBezTo>
                <a:lnTo>
                  <a:pt x="64222" y="97467"/>
                </a:lnTo>
                <a:cubicBezTo>
                  <a:pt x="65852" y="98133"/>
                  <a:pt x="67204" y="97667"/>
                  <a:pt x="68278" y="96067"/>
                </a:cubicBezTo>
                <a:lnTo>
                  <a:pt x="68278" y="96067"/>
                </a:lnTo>
                <a:lnTo>
                  <a:pt x="71556" y="91800"/>
                </a:lnTo>
                <a:cubicBezTo>
                  <a:pt x="72630" y="92067"/>
                  <a:pt x="73759" y="92200"/>
                  <a:pt x="74944" y="92200"/>
                </a:cubicBezTo>
                <a:lnTo>
                  <a:pt x="74944" y="92200"/>
                </a:lnTo>
                <a:cubicBezTo>
                  <a:pt x="76130" y="92200"/>
                  <a:pt x="77278" y="92067"/>
                  <a:pt x="78389" y="91800"/>
                </a:cubicBezTo>
                <a:lnTo>
                  <a:pt x="78389" y="91800"/>
                </a:lnTo>
                <a:lnTo>
                  <a:pt x="81611" y="96067"/>
                </a:lnTo>
                <a:moveTo>
                  <a:pt x="74944" y="57800"/>
                </a:moveTo>
                <a:lnTo>
                  <a:pt x="74944" y="57800"/>
                </a:lnTo>
                <a:cubicBezTo>
                  <a:pt x="77870" y="57933"/>
                  <a:pt x="80148" y="59511"/>
                  <a:pt x="81778" y="62533"/>
                </a:cubicBezTo>
                <a:lnTo>
                  <a:pt x="81778" y="62533"/>
                </a:lnTo>
                <a:cubicBezTo>
                  <a:pt x="83074" y="65644"/>
                  <a:pt x="83074" y="68756"/>
                  <a:pt x="81778" y="71867"/>
                </a:cubicBezTo>
                <a:lnTo>
                  <a:pt x="81778" y="71867"/>
                </a:lnTo>
                <a:cubicBezTo>
                  <a:pt x="80148" y="74889"/>
                  <a:pt x="77870" y="76444"/>
                  <a:pt x="74944" y="76533"/>
                </a:cubicBezTo>
                <a:lnTo>
                  <a:pt x="74944" y="76533"/>
                </a:lnTo>
                <a:cubicBezTo>
                  <a:pt x="72019" y="76444"/>
                  <a:pt x="69741" y="74889"/>
                  <a:pt x="68111" y="71867"/>
                </a:cubicBezTo>
                <a:lnTo>
                  <a:pt x="68111" y="71867"/>
                </a:lnTo>
                <a:cubicBezTo>
                  <a:pt x="66815" y="68756"/>
                  <a:pt x="66815" y="65644"/>
                  <a:pt x="68111" y="62533"/>
                </a:cubicBezTo>
                <a:lnTo>
                  <a:pt x="68111" y="62533"/>
                </a:lnTo>
                <a:cubicBezTo>
                  <a:pt x="69741" y="59511"/>
                  <a:pt x="72019" y="57933"/>
                  <a:pt x="74944" y="57800"/>
                </a:cubicBezTo>
                <a:lnTo>
                  <a:pt x="74944" y="57800"/>
                </a:lnTo>
              </a:path>
            </a:pathLst>
          </a:cu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92653965786-50"/>
          <p:cNvSpPr/>
          <p:nvPr/>
        </p:nvSpPr>
        <p:spPr>
          <a:xfrm>
            <a:off x="6700838" y="2942153"/>
            <a:ext cx="85725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4000" y="93545"/>
                </a:moveTo>
                <a:lnTo>
                  <a:pt x="44000" y="93545"/>
                </a:lnTo>
                <a:cubicBezTo>
                  <a:pt x="45778" y="94818"/>
                  <a:pt x="47778" y="95455"/>
                  <a:pt x="50000" y="95455"/>
                </a:cubicBezTo>
                <a:lnTo>
                  <a:pt x="50000" y="95455"/>
                </a:lnTo>
                <a:lnTo>
                  <a:pt x="50000" y="95455"/>
                </a:lnTo>
                <a:cubicBezTo>
                  <a:pt x="52222" y="95455"/>
                  <a:pt x="54222" y="94818"/>
                  <a:pt x="56000" y="93545"/>
                </a:cubicBezTo>
                <a:lnTo>
                  <a:pt x="56000" y="93545"/>
                </a:lnTo>
                <a:lnTo>
                  <a:pt x="97667" y="59455"/>
                </a:lnTo>
                <a:cubicBezTo>
                  <a:pt x="99222" y="58000"/>
                  <a:pt x="100000" y="56364"/>
                  <a:pt x="100000" y="54545"/>
                </a:cubicBezTo>
                <a:lnTo>
                  <a:pt x="100000" y="54545"/>
                </a:lnTo>
                <a:cubicBezTo>
                  <a:pt x="100000" y="52727"/>
                  <a:pt x="99222" y="51091"/>
                  <a:pt x="97667" y="49636"/>
                </a:cubicBezTo>
                <a:lnTo>
                  <a:pt x="97667" y="49636"/>
                </a:lnTo>
                <a:cubicBezTo>
                  <a:pt x="95889" y="48364"/>
                  <a:pt x="93889" y="47727"/>
                  <a:pt x="91667" y="47727"/>
                </a:cubicBezTo>
                <a:lnTo>
                  <a:pt x="91667" y="47727"/>
                </a:lnTo>
                <a:cubicBezTo>
                  <a:pt x="89444" y="47727"/>
                  <a:pt x="87444" y="48364"/>
                  <a:pt x="85667" y="49636"/>
                </a:cubicBezTo>
                <a:lnTo>
                  <a:pt x="85667" y="49636"/>
                </a:lnTo>
                <a:lnTo>
                  <a:pt x="58333" y="72273"/>
                </a:lnTo>
                <a:lnTo>
                  <a:pt x="58333" y="6818"/>
                </a:lnTo>
                <a:cubicBezTo>
                  <a:pt x="58333" y="4818"/>
                  <a:pt x="57556" y="3182"/>
                  <a:pt x="56000" y="1909"/>
                </a:cubicBezTo>
                <a:lnTo>
                  <a:pt x="56000" y="1909"/>
                </a:lnTo>
                <a:cubicBezTo>
                  <a:pt x="54444" y="636"/>
                  <a:pt x="52444" y="0"/>
                  <a:pt x="50000" y="0"/>
                </a:cubicBezTo>
                <a:lnTo>
                  <a:pt x="50000" y="0"/>
                </a:lnTo>
                <a:cubicBezTo>
                  <a:pt x="47556" y="0"/>
                  <a:pt x="45556" y="636"/>
                  <a:pt x="44000" y="1909"/>
                </a:cubicBezTo>
                <a:lnTo>
                  <a:pt x="44000" y="1909"/>
                </a:lnTo>
                <a:cubicBezTo>
                  <a:pt x="42444" y="3182"/>
                  <a:pt x="41667" y="4818"/>
                  <a:pt x="41667" y="6818"/>
                </a:cubicBezTo>
                <a:lnTo>
                  <a:pt x="41667" y="6818"/>
                </a:lnTo>
                <a:lnTo>
                  <a:pt x="41667" y="72273"/>
                </a:lnTo>
                <a:lnTo>
                  <a:pt x="14333" y="49636"/>
                </a:lnTo>
                <a:cubicBezTo>
                  <a:pt x="12556" y="48364"/>
                  <a:pt x="10556" y="47727"/>
                  <a:pt x="8333" y="47727"/>
                </a:cubicBezTo>
                <a:lnTo>
                  <a:pt x="8333" y="47727"/>
                </a:lnTo>
                <a:cubicBezTo>
                  <a:pt x="6111" y="47727"/>
                  <a:pt x="4111" y="48364"/>
                  <a:pt x="2333" y="49636"/>
                </a:cubicBezTo>
                <a:lnTo>
                  <a:pt x="2333" y="49636"/>
                </a:lnTo>
                <a:cubicBezTo>
                  <a:pt x="778" y="51091"/>
                  <a:pt x="0" y="52727"/>
                  <a:pt x="0" y="54545"/>
                </a:cubicBezTo>
                <a:lnTo>
                  <a:pt x="0" y="54545"/>
                </a:lnTo>
                <a:cubicBezTo>
                  <a:pt x="0" y="56364"/>
                  <a:pt x="778" y="58000"/>
                  <a:pt x="2333" y="59455"/>
                </a:cubicBezTo>
                <a:lnTo>
                  <a:pt x="2333" y="59455"/>
                </a:lnTo>
                <a:lnTo>
                  <a:pt x="44000" y="93545"/>
                </a:lnTo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el-1792653965342-33"/>
          <p:cNvSpPr/>
          <p:nvPr/>
        </p:nvSpPr>
        <p:spPr>
          <a:xfrm>
            <a:off x="4907756" y="3169682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FF6FF"/>
          </a:solidFill>
          <a:ln w="7144" algn="in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el-1792653965789-53"/>
          <p:cNvSpPr/>
          <p:nvPr/>
        </p:nvSpPr>
        <p:spPr>
          <a:xfrm>
            <a:off x="4993481" y="3255965"/>
            <a:ext cx="142875" cy="14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5867" y="800"/>
                </a:moveTo>
                <a:lnTo>
                  <a:pt x="45867" y="800"/>
                </a:lnTo>
                <a:cubicBezTo>
                  <a:pt x="48622" y="-267"/>
                  <a:pt x="51422" y="-267"/>
                  <a:pt x="54267" y="800"/>
                </a:cubicBezTo>
                <a:lnTo>
                  <a:pt x="54267" y="800"/>
                </a:lnTo>
                <a:lnTo>
                  <a:pt x="91800" y="14067"/>
                </a:lnTo>
                <a:cubicBezTo>
                  <a:pt x="94289" y="15089"/>
                  <a:pt x="96244" y="16644"/>
                  <a:pt x="97667" y="18733"/>
                </a:cubicBezTo>
                <a:lnTo>
                  <a:pt x="97667" y="18733"/>
                </a:lnTo>
                <a:cubicBezTo>
                  <a:pt x="99222" y="20822"/>
                  <a:pt x="100000" y="23244"/>
                  <a:pt x="100000" y="26000"/>
                </a:cubicBezTo>
                <a:lnTo>
                  <a:pt x="100000" y="26000"/>
                </a:lnTo>
                <a:lnTo>
                  <a:pt x="100000" y="73267"/>
                </a:lnTo>
                <a:cubicBezTo>
                  <a:pt x="100000" y="75978"/>
                  <a:pt x="99222" y="78378"/>
                  <a:pt x="97667" y="80467"/>
                </a:cubicBezTo>
                <a:lnTo>
                  <a:pt x="97667" y="80467"/>
                </a:lnTo>
                <a:cubicBezTo>
                  <a:pt x="96244" y="82556"/>
                  <a:pt x="94289" y="84111"/>
                  <a:pt x="91800" y="85133"/>
                </a:cubicBezTo>
                <a:lnTo>
                  <a:pt x="91800" y="85133"/>
                </a:lnTo>
                <a:lnTo>
                  <a:pt x="54267" y="98467"/>
                </a:lnTo>
                <a:cubicBezTo>
                  <a:pt x="51422" y="99489"/>
                  <a:pt x="48578" y="99489"/>
                  <a:pt x="45733" y="98467"/>
                </a:cubicBezTo>
                <a:lnTo>
                  <a:pt x="45733" y="98467"/>
                </a:lnTo>
                <a:lnTo>
                  <a:pt x="8200" y="85133"/>
                </a:lnTo>
                <a:cubicBezTo>
                  <a:pt x="5711" y="84244"/>
                  <a:pt x="3756" y="82689"/>
                  <a:pt x="2333" y="80467"/>
                </a:cubicBezTo>
                <a:lnTo>
                  <a:pt x="2333" y="80467"/>
                </a:lnTo>
                <a:cubicBezTo>
                  <a:pt x="778" y="78378"/>
                  <a:pt x="0" y="75978"/>
                  <a:pt x="0" y="73267"/>
                </a:cubicBezTo>
                <a:lnTo>
                  <a:pt x="0" y="73267"/>
                </a:lnTo>
                <a:lnTo>
                  <a:pt x="0" y="26000"/>
                </a:lnTo>
                <a:cubicBezTo>
                  <a:pt x="0" y="23244"/>
                  <a:pt x="778" y="20822"/>
                  <a:pt x="2333" y="18733"/>
                </a:cubicBezTo>
                <a:lnTo>
                  <a:pt x="2333" y="18733"/>
                </a:lnTo>
                <a:cubicBezTo>
                  <a:pt x="3756" y="16644"/>
                  <a:pt x="5778" y="15089"/>
                  <a:pt x="8400" y="14067"/>
                </a:cubicBezTo>
                <a:lnTo>
                  <a:pt x="8400" y="14067"/>
                </a:lnTo>
                <a:lnTo>
                  <a:pt x="45867" y="800"/>
                </a:lnTo>
                <a:moveTo>
                  <a:pt x="50000" y="12533"/>
                </a:moveTo>
                <a:lnTo>
                  <a:pt x="50000" y="12533"/>
                </a:lnTo>
                <a:lnTo>
                  <a:pt x="16000" y="24600"/>
                </a:lnTo>
                <a:lnTo>
                  <a:pt x="50000" y="36733"/>
                </a:lnTo>
                <a:lnTo>
                  <a:pt x="84000" y="24600"/>
                </a:lnTo>
                <a:lnTo>
                  <a:pt x="50000" y="12533"/>
                </a:lnTo>
                <a:moveTo>
                  <a:pt x="56267" y="84600"/>
                </a:moveTo>
                <a:lnTo>
                  <a:pt x="56267" y="84600"/>
                </a:lnTo>
                <a:lnTo>
                  <a:pt x="87533" y="73467"/>
                </a:lnTo>
                <a:lnTo>
                  <a:pt x="87533" y="36733"/>
                </a:lnTo>
                <a:lnTo>
                  <a:pt x="56267" y="47867"/>
                </a:lnTo>
                <a:lnTo>
                  <a:pt x="56267" y="8460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l-1792653965776-42"/>
          <p:cNvSpPr/>
          <p:nvPr/>
        </p:nvSpPr>
        <p:spPr>
          <a:xfrm>
            <a:off x="4772025" y="3872270"/>
            <a:ext cx="107156" cy="10715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1182" y="102273"/>
                </a:moveTo>
                <a:lnTo>
                  <a:pt x="51182" y="102273"/>
                </a:lnTo>
                <a:cubicBezTo>
                  <a:pt x="60455" y="102152"/>
                  <a:pt x="68970" y="99879"/>
                  <a:pt x="76727" y="95455"/>
                </a:cubicBezTo>
                <a:lnTo>
                  <a:pt x="76727" y="95455"/>
                </a:lnTo>
                <a:lnTo>
                  <a:pt x="76727" y="95455"/>
                </a:lnTo>
                <a:cubicBezTo>
                  <a:pt x="84424" y="90970"/>
                  <a:pt x="90667" y="84727"/>
                  <a:pt x="95455" y="76727"/>
                </a:cubicBezTo>
                <a:lnTo>
                  <a:pt x="95455" y="76727"/>
                </a:lnTo>
                <a:cubicBezTo>
                  <a:pt x="100000" y="68606"/>
                  <a:pt x="102273" y="60091"/>
                  <a:pt x="102273" y="51182"/>
                </a:cubicBezTo>
                <a:lnTo>
                  <a:pt x="102273" y="51182"/>
                </a:lnTo>
                <a:cubicBezTo>
                  <a:pt x="102273" y="42212"/>
                  <a:pt x="100000" y="33667"/>
                  <a:pt x="95455" y="25545"/>
                </a:cubicBezTo>
                <a:lnTo>
                  <a:pt x="95455" y="25545"/>
                </a:lnTo>
                <a:cubicBezTo>
                  <a:pt x="90667" y="17545"/>
                  <a:pt x="84424" y="11303"/>
                  <a:pt x="76727" y="6818"/>
                </a:cubicBezTo>
                <a:lnTo>
                  <a:pt x="76727" y="6818"/>
                </a:lnTo>
                <a:cubicBezTo>
                  <a:pt x="68970" y="2394"/>
                  <a:pt x="60455" y="121"/>
                  <a:pt x="51182" y="0"/>
                </a:cubicBezTo>
                <a:lnTo>
                  <a:pt x="51182" y="0"/>
                </a:lnTo>
                <a:cubicBezTo>
                  <a:pt x="41848" y="121"/>
                  <a:pt x="33303" y="2394"/>
                  <a:pt x="25545" y="6818"/>
                </a:cubicBezTo>
                <a:lnTo>
                  <a:pt x="25545" y="6818"/>
                </a:lnTo>
                <a:cubicBezTo>
                  <a:pt x="17848" y="11303"/>
                  <a:pt x="11606" y="17545"/>
                  <a:pt x="6818" y="25545"/>
                </a:cubicBezTo>
                <a:lnTo>
                  <a:pt x="6818" y="25545"/>
                </a:lnTo>
                <a:cubicBezTo>
                  <a:pt x="2273" y="33667"/>
                  <a:pt x="0" y="42212"/>
                  <a:pt x="0" y="51182"/>
                </a:cubicBezTo>
                <a:lnTo>
                  <a:pt x="0" y="51182"/>
                </a:lnTo>
                <a:cubicBezTo>
                  <a:pt x="0" y="60091"/>
                  <a:pt x="2273" y="68606"/>
                  <a:pt x="6818" y="76727"/>
                </a:cubicBezTo>
                <a:lnTo>
                  <a:pt x="6818" y="76727"/>
                </a:lnTo>
                <a:cubicBezTo>
                  <a:pt x="11606" y="84727"/>
                  <a:pt x="17848" y="90970"/>
                  <a:pt x="25545" y="95455"/>
                </a:cubicBezTo>
                <a:lnTo>
                  <a:pt x="25545" y="95455"/>
                </a:lnTo>
                <a:cubicBezTo>
                  <a:pt x="33303" y="99879"/>
                  <a:pt x="41848" y="102152"/>
                  <a:pt x="51182" y="102273"/>
                </a:cubicBezTo>
                <a:lnTo>
                  <a:pt x="51182" y="102273"/>
                </a:lnTo>
                <a:moveTo>
                  <a:pt x="73727" y="41727"/>
                </a:moveTo>
                <a:lnTo>
                  <a:pt x="73727" y="41727"/>
                </a:lnTo>
                <a:lnTo>
                  <a:pt x="48182" y="67273"/>
                </a:lnTo>
                <a:cubicBezTo>
                  <a:pt x="45879" y="69152"/>
                  <a:pt x="43606" y="69152"/>
                  <a:pt x="41364" y="67273"/>
                </a:cubicBezTo>
                <a:lnTo>
                  <a:pt x="41364" y="67273"/>
                </a:lnTo>
                <a:lnTo>
                  <a:pt x="28545" y="54545"/>
                </a:lnTo>
                <a:cubicBezTo>
                  <a:pt x="26667" y="52303"/>
                  <a:pt x="26667" y="50030"/>
                  <a:pt x="28545" y="47727"/>
                </a:cubicBezTo>
                <a:lnTo>
                  <a:pt x="28545" y="47727"/>
                </a:lnTo>
                <a:cubicBezTo>
                  <a:pt x="30848" y="45848"/>
                  <a:pt x="33121" y="45848"/>
                  <a:pt x="35364" y="47727"/>
                </a:cubicBezTo>
                <a:lnTo>
                  <a:pt x="35364" y="47727"/>
                </a:lnTo>
                <a:lnTo>
                  <a:pt x="44727" y="57091"/>
                </a:lnTo>
                <a:lnTo>
                  <a:pt x="66909" y="35000"/>
                </a:lnTo>
                <a:cubicBezTo>
                  <a:pt x="69152" y="33121"/>
                  <a:pt x="71424" y="33121"/>
                  <a:pt x="73727" y="35000"/>
                </a:cubicBezTo>
                <a:lnTo>
                  <a:pt x="73727" y="35000"/>
                </a:lnTo>
                <a:cubicBezTo>
                  <a:pt x="75606" y="37242"/>
                  <a:pt x="75606" y="39485"/>
                  <a:pt x="73727" y="41727"/>
                </a:cubicBezTo>
                <a:lnTo>
                  <a:pt x="73727" y="41727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6" name="el-1792653965285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-1792653965771-41"/>
          <p:cNvSpPr/>
          <p:nvPr/>
        </p:nvSpPr>
        <p:spPr>
          <a:xfrm>
            <a:off x="401337" y="4919749"/>
            <a:ext cx="140301" cy="11174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600" y="24833"/>
                </a:moveTo>
                <a:lnTo>
                  <a:pt x="47733" y="24833"/>
                </a:lnTo>
                <a:cubicBezTo>
                  <a:pt x="48889" y="23500"/>
                  <a:pt x="49200" y="21861"/>
                  <a:pt x="48667" y="19917"/>
                </a:cubicBezTo>
                <a:lnTo>
                  <a:pt x="48667" y="19917"/>
                </a:lnTo>
                <a:cubicBezTo>
                  <a:pt x="48267" y="18861"/>
                  <a:pt x="47844" y="17889"/>
                  <a:pt x="47400" y="17000"/>
                </a:cubicBezTo>
                <a:lnTo>
                  <a:pt x="47400" y="17000"/>
                </a:lnTo>
                <a:lnTo>
                  <a:pt x="46933" y="15833"/>
                </a:lnTo>
                <a:cubicBezTo>
                  <a:pt x="46444" y="14889"/>
                  <a:pt x="45933" y="13972"/>
                  <a:pt x="45400" y="13083"/>
                </a:cubicBezTo>
                <a:lnTo>
                  <a:pt x="45400" y="13083"/>
                </a:lnTo>
                <a:cubicBezTo>
                  <a:pt x="44333" y="11528"/>
                  <a:pt x="43089" y="11083"/>
                  <a:pt x="41667" y="11750"/>
                </a:cubicBezTo>
                <a:lnTo>
                  <a:pt x="41667" y="11750"/>
                </a:lnTo>
                <a:lnTo>
                  <a:pt x="37133" y="13500"/>
                </a:lnTo>
                <a:cubicBezTo>
                  <a:pt x="35444" y="11778"/>
                  <a:pt x="33556" y="10417"/>
                  <a:pt x="31467" y="9417"/>
                </a:cubicBezTo>
                <a:lnTo>
                  <a:pt x="31467" y="9417"/>
                </a:lnTo>
                <a:lnTo>
                  <a:pt x="30533" y="3750"/>
                </a:lnTo>
                <a:cubicBezTo>
                  <a:pt x="30133" y="1750"/>
                  <a:pt x="29200" y="556"/>
                  <a:pt x="27733" y="167"/>
                </a:cubicBezTo>
                <a:lnTo>
                  <a:pt x="27733" y="167"/>
                </a:lnTo>
                <a:cubicBezTo>
                  <a:pt x="26711" y="56"/>
                  <a:pt x="25622" y="0"/>
                  <a:pt x="24467" y="0"/>
                </a:cubicBezTo>
                <a:lnTo>
                  <a:pt x="24467" y="0"/>
                </a:lnTo>
                <a:lnTo>
                  <a:pt x="24467" y="0"/>
                </a:lnTo>
                <a:cubicBezTo>
                  <a:pt x="23400" y="0"/>
                  <a:pt x="22356" y="56"/>
                  <a:pt x="21333" y="167"/>
                </a:cubicBezTo>
                <a:lnTo>
                  <a:pt x="21333" y="167"/>
                </a:lnTo>
                <a:cubicBezTo>
                  <a:pt x="19778" y="556"/>
                  <a:pt x="18778" y="1750"/>
                  <a:pt x="18333" y="3750"/>
                </a:cubicBezTo>
                <a:lnTo>
                  <a:pt x="18333" y="3750"/>
                </a:lnTo>
                <a:lnTo>
                  <a:pt x="17400" y="9417"/>
                </a:lnTo>
                <a:cubicBezTo>
                  <a:pt x="15311" y="10417"/>
                  <a:pt x="13444" y="11778"/>
                  <a:pt x="11800" y="13500"/>
                </a:cubicBezTo>
                <a:lnTo>
                  <a:pt x="11800" y="13500"/>
                </a:lnTo>
                <a:lnTo>
                  <a:pt x="7400" y="11750"/>
                </a:lnTo>
                <a:cubicBezTo>
                  <a:pt x="5844" y="11083"/>
                  <a:pt x="4556" y="11528"/>
                  <a:pt x="3533" y="13083"/>
                </a:cubicBezTo>
                <a:lnTo>
                  <a:pt x="3533" y="13083"/>
                </a:lnTo>
                <a:cubicBezTo>
                  <a:pt x="3000" y="13972"/>
                  <a:pt x="2467" y="14944"/>
                  <a:pt x="1933" y="16000"/>
                </a:cubicBezTo>
                <a:lnTo>
                  <a:pt x="1933" y="16000"/>
                </a:lnTo>
                <a:lnTo>
                  <a:pt x="1467" y="17000"/>
                </a:lnTo>
                <a:cubicBezTo>
                  <a:pt x="1067" y="17889"/>
                  <a:pt x="644" y="18861"/>
                  <a:pt x="200" y="19917"/>
                </a:cubicBezTo>
                <a:lnTo>
                  <a:pt x="200" y="19917"/>
                </a:lnTo>
                <a:cubicBezTo>
                  <a:pt x="-289" y="21861"/>
                  <a:pt x="89" y="23500"/>
                  <a:pt x="1333" y="24833"/>
                </a:cubicBezTo>
                <a:lnTo>
                  <a:pt x="1333" y="24833"/>
                </a:lnTo>
                <a:lnTo>
                  <a:pt x="4733" y="28750"/>
                </a:lnTo>
                <a:cubicBezTo>
                  <a:pt x="4556" y="30028"/>
                  <a:pt x="4467" y="31389"/>
                  <a:pt x="4467" y="32833"/>
                </a:cubicBezTo>
                <a:lnTo>
                  <a:pt x="4467" y="32833"/>
                </a:lnTo>
                <a:cubicBezTo>
                  <a:pt x="4467" y="34278"/>
                  <a:pt x="4556" y="35639"/>
                  <a:pt x="4733" y="36917"/>
                </a:cubicBezTo>
                <a:lnTo>
                  <a:pt x="4733" y="36917"/>
                </a:lnTo>
                <a:lnTo>
                  <a:pt x="1333" y="40833"/>
                </a:lnTo>
                <a:cubicBezTo>
                  <a:pt x="89" y="42111"/>
                  <a:pt x="-289" y="43722"/>
                  <a:pt x="200" y="45667"/>
                </a:cubicBezTo>
                <a:lnTo>
                  <a:pt x="200" y="45667"/>
                </a:lnTo>
                <a:cubicBezTo>
                  <a:pt x="644" y="46722"/>
                  <a:pt x="1067" y="47722"/>
                  <a:pt x="1467" y="48667"/>
                </a:cubicBezTo>
                <a:lnTo>
                  <a:pt x="1467" y="48667"/>
                </a:lnTo>
                <a:lnTo>
                  <a:pt x="1933" y="49833"/>
                </a:lnTo>
                <a:cubicBezTo>
                  <a:pt x="2378" y="50722"/>
                  <a:pt x="2911" y="51611"/>
                  <a:pt x="3533" y="52500"/>
                </a:cubicBezTo>
                <a:lnTo>
                  <a:pt x="3533" y="52500"/>
                </a:lnTo>
                <a:cubicBezTo>
                  <a:pt x="4556" y="54111"/>
                  <a:pt x="5844" y="54583"/>
                  <a:pt x="7400" y="53917"/>
                </a:cubicBezTo>
                <a:lnTo>
                  <a:pt x="7400" y="53917"/>
                </a:lnTo>
                <a:lnTo>
                  <a:pt x="11800" y="52167"/>
                </a:lnTo>
                <a:cubicBezTo>
                  <a:pt x="13444" y="53833"/>
                  <a:pt x="15311" y="55194"/>
                  <a:pt x="17400" y="56250"/>
                </a:cubicBezTo>
                <a:lnTo>
                  <a:pt x="17400" y="56250"/>
                </a:lnTo>
                <a:lnTo>
                  <a:pt x="18333" y="61917"/>
                </a:lnTo>
                <a:cubicBezTo>
                  <a:pt x="18778" y="63861"/>
                  <a:pt x="19778" y="65028"/>
                  <a:pt x="21333" y="65417"/>
                </a:cubicBezTo>
                <a:lnTo>
                  <a:pt x="21333" y="65417"/>
                </a:lnTo>
                <a:cubicBezTo>
                  <a:pt x="22356" y="65583"/>
                  <a:pt x="23400" y="65667"/>
                  <a:pt x="24467" y="65667"/>
                </a:cubicBezTo>
                <a:lnTo>
                  <a:pt x="24467" y="65667"/>
                </a:lnTo>
                <a:cubicBezTo>
                  <a:pt x="25489" y="65667"/>
                  <a:pt x="26533" y="65583"/>
                  <a:pt x="27600" y="65417"/>
                </a:cubicBezTo>
                <a:lnTo>
                  <a:pt x="27600" y="65417"/>
                </a:lnTo>
                <a:cubicBezTo>
                  <a:pt x="29156" y="65028"/>
                  <a:pt x="30133" y="63861"/>
                  <a:pt x="30533" y="61917"/>
                </a:cubicBezTo>
                <a:lnTo>
                  <a:pt x="30533" y="61917"/>
                </a:lnTo>
                <a:lnTo>
                  <a:pt x="31467" y="56250"/>
                </a:lnTo>
                <a:cubicBezTo>
                  <a:pt x="33556" y="55194"/>
                  <a:pt x="35444" y="53833"/>
                  <a:pt x="37133" y="52167"/>
                </a:cubicBezTo>
                <a:lnTo>
                  <a:pt x="37133" y="52167"/>
                </a:lnTo>
                <a:lnTo>
                  <a:pt x="41467" y="53917"/>
                </a:lnTo>
                <a:cubicBezTo>
                  <a:pt x="43022" y="54583"/>
                  <a:pt x="44333" y="54111"/>
                  <a:pt x="45400" y="52500"/>
                </a:cubicBezTo>
                <a:lnTo>
                  <a:pt x="45400" y="52500"/>
                </a:lnTo>
                <a:cubicBezTo>
                  <a:pt x="45933" y="51611"/>
                  <a:pt x="46444" y="50722"/>
                  <a:pt x="46933" y="49833"/>
                </a:cubicBezTo>
                <a:lnTo>
                  <a:pt x="46933" y="49833"/>
                </a:lnTo>
                <a:lnTo>
                  <a:pt x="47400" y="48667"/>
                </a:lnTo>
                <a:cubicBezTo>
                  <a:pt x="47844" y="47722"/>
                  <a:pt x="48267" y="46722"/>
                  <a:pt x="48667" y="45667"/>
                </a:cubicBezTo>
                <a:lnTo>
                  <a:pt x="48667" y="45667"/>
                </a:lnTo>
                <a:cubicBezTo>
                  <a:pt x="49200" y="43722"/>
                  <a:pt x="48844" y="42111"/>
                  <a:pt x="47600" y="40833"/>
                </a:cubicBezTo>
                <a:lnTo>
                  <a:pt x="47600" y="40833"/>
                </a:lnTo>
                <a:lnTo>
                  <a:pt x="44133" y="36917"/>
                </a:lnTo>
                <a:cubicBezTo>
                  <a:pt x="44356" y="35639"/>
                  <a:pt x="44467" y="34278"/>
                  <a:pt x="44467" y="32833"/>
                </a:cubicBezTo>
                <a:lnTo>
                  <a:pt x="44467" y="32833"/>
                </a:lnTo>
                <a:cubicBezTo>
                  <a:pt x="44467" y="31389"/>
                  <a:pt x="44356" y="30028"/>
                  <a:pt x="44133" y="28750"/>
                </a:cubicBezTo>
                <a:lnTo>
                  <a:pt x="44133" y="28750"/>
                </a:lnTo>
                <a:lnTo>
                  <a:pt x="47600" y="24833"/>
                </a:lnTo>
                <a:moveTo>
                  <a:pt x="16933" y="32833"/>
                </a:moveTo>
                <a:lnTo>
                  <a:pt x="16933" y="32833"/>
                </a:lnTo>
                <a:cubicBezTo>
                  <a:pt x="17067" y="29278"/>
                  <a:pt x="18311" y="26528"/>
                  <a:pt x="20667" y="24583"/>
                </a:cubicBezTo>
                <a:lnTo>
                  <a:pt x="20667" y="24583"/>
                </a:lnTo>
                <a:cubicBezTo>
                  <a:pt x="23200" y="23028"/>
                  <a:pt x="25711" y="23028"/>
                  <a:pt x="28200" y="24583"/>
                </a:cubicBezTo>
                <a:lnTo>
                  <a:pt x="28200" y="24583"/>
                </a:lnTo>
                <a:cubicBezTo>
                  <a:pt x="30600" y="26528"/>
                  <a:pt x="31844" y="29278"/>
                  <a:pt x="31933" y="32833"/>
                </a:cubicBezTo>
                <a:lnTo>
                  <a:pt x="31933" y="32833"/>
                </a:lnTo>
                <a:cubicBezTo>
                  <a:pt x="31844" y="36333"/>
                  <a:pt x="30600" y="39056"/>
                  <a:pt x="28200" y="41000"/>
                </a:cubicBezTo>
                <a:lnTo>
                  <a:pt x="28200" y="41000"/>
                </a:lnTo>
                <a:cubicBezTo>
                  <a:pt x="25711" y="42556"/>
                  <a:pt x="23200" y="42556"/>
                  <a:pt x="20667" y="41000"/>
                </a:cubicBezTo>
                <a:lnTo>
                  <a:pt x="20667" y="41000"/>
                </a:lnTo>
                <a:cubicBezTo>
                  <a:pt x="18311" y="39056"/>
                  <a:pt x="17067" y="36333"/>
                  <a:pt x="16933" y="32833"/>
                </a:cubicBezTo>
                <a:lnTo>
                  <a:pt x="16933" y="32833"/>
                </a:lnTo>
                <a:moveTo>
                  <a:pt x="78333" y="96083"/>
                </a:moveTo>
                <a:lnTo>
                  <a:pt x="78333" y="96250"/>
                </a:lnTo>
                <a:cubicBezTo>
                  <a:pt x="79400" y="97694"/>
                  <a:pt x="80711" y="98111"/>
                  <a:pt x="82267" y="97500"/>
                </a:cubicBezTo>
                <a:lnTo>
                  <a:pt x="82267" y="97500"/>
                </a:lnTo>
                <a:cubicBezTo>
                  <a:pt x="83111" y="96944"/>
                  <a:pt x="83889" y="96417"/>
                  <a:pt x="84600" y="95917"/>
                </a:cubicBezTo>
                <a:lnTo>
                  <a:pt x="84600" y="95917"/>
                </a:lnTo>
                <a:lnTo>
                  <a:pt x="85533" y="95333"/>
                </a:lnTo>
                <a:cubicBezTo>
                  <a:pt x="86289" y="94667"/>
                  <a:pt x="87022" y="94000"/>
                  <a:pt x="87733" y="93333"/>
                </a:cubicBezTo>
                <a:lnTo>
                  <a:pt x="87733" y="93333"/>
                </a:lnTo>
                <a:cubicBezTo>
                  <a:pt x="88978" y="92056"/>
                  <a:pt x="89333" y="90500"/>
                  <a:pt x="88800" y="88667"/>
                </a:cubicBezTo>
                <a:lnTo>
                  <a:pt x="88800" y="88667"/>
                </a:lnTo>
                <a:lnTo>
                  <a:pt x="87400" y="83000"/>
                </a:lnTo>
                <a:cubicBezTo>
                  <a:pt x="88778" y="80944"/>
                  <a:pt x="89867" y="78611"/>
                  <a:pt x="90667" y="76000"/>
                </a:cubicBezTo>
                <a:lnTo>
                  <a:pt x="90667" y="76000"/>
                </a:lnTo>
                <a:lnTo>
                  <a:pt x="95200" y="74833"/>
                </a:lnTo>
                <a:cubicBezTo>
                  <a:pt x="96800" y="74278"/>
                  <a:pt x="97756" y="73028"/>
                  <a:pt x="98067" y="71083"/>
                </a:cubicBezTo>
                <a:lnTo>
                  <a:pt x="98067" y="71083"/>
                </a:lnTo>
                <a:cubicBezTo>
                  <a:pt x="98156" y="69806"/>
                  <a:pt x="98200" y="68500"/>
                  <a:pt x="98200" y="67167"/>
                </a:cubicBezTo>
                <a:lnTo>
                  <a:pt x="98200" y="67167"/>
                </a:lnTo>
                <a:cubicBezTo>
                  <a:pt x="98200" y="65889"/>
                  <a:pt x="98156" y="64583"/>
                  <a:pt x="98067" y="63250"/>
                </a:cubicBezTo>
                <a:lnTo>
                  <a:pt x="98067" y="63250"/>
                </a:lnTo>
                <a:cubicBezTo>
                  <a:pt x="97756" y="61306"/>
                  <a:pt x="96800" y="60083"/>
                  <a:pt x="95200" y="59583"/>
                </a:cubicBezTo>
                <a:lnTo>
                  <a:pt x="95200" y="59583"/>
                </a:lnTo>
                <a:lnTo>
                  <a:pt x="90667" y="58417"/>
                </a:lnTo>
                <a:cubicBezTo>
                  <a:pt x="89867" y="55806"/>
                  <a:pt x="88778" y="53444"/>
                  <a:pt x="87400" y="51333"/>
                </a:cubicBezTo>
                <a:lnTo>
                  <a:pt x="87400" y="51333"/>
                </a:lnTo>
                <a:lnTo>
                  <a:pt x="88800" y="45917"/>
                </a:lnTo>
                <a:cubicBezTo>
                  <a:pt x="89333" y="43972"/>
                  <a:pt x="88978" y="42333"/>
                  <a:pt x="87733" y="41000"/>
                </a:cubicBezTo>
                <a:lnTo>
                  <a:pt x="87733" y="41000"/>
                </a:lnTo>
                <a:cubicBezTo>
                  <a:pt x="87022" y="40333"/>
                  <a:pt x="86289" y="39694"/>
                  <a:pt x="85533" y="39083"/>
                </a:cubicBezTo>
                <a:lnTo>
                  <a:pt x="85533" y="39083"/>
                </a:lnTo>
                <a:lnTo>
                  <a:pt x="84600" y="38500"/>
                </a:lnTo>
                <a:cubicBezTo>
                  <a:pt x="83889" y="37944"/>
                  <a:pt x="83111" y="37417"/>
                  <a:pt x="82267" y="36917"/>
                </a:cubicBezTo>
                <a:lnTo>
                  <a:pt x="82267" y="36917"/>
                </a:lnTo>
                <a:cubicBezTo>
                  <a:pt x="80711" y="36250"/>
                  <a:pt x="79400" y="36694"/>
                  <a:pt x="78333" y="38250"/>
                </a:cubicBezTo>
                <a:lnTo>
                  <a:pt x="78333" y="38250"/>
                </a:lnTo>
                <a:lnTo>
                  <a:pt x="75200" y="42583"/>
                </a:lnTo>
                <a:cubicBezTo>
                  <a:pt x="74178" y="42306"/>
                  <a:pt x="73089" y="42167"/>
                  <a:pt x="71933" y="42167"/>
                </a:cubicBezTo>
                <a:lnTo>
                  <a:pt x="71933" y="42167"/>
                </a:lnTo>
                <a:cubicBezTo>
                  <a:pt x="70778" y="42167"/>
                  <a:pt x="69689" y="42306"/>
                  <a:pt x="68667" y="42583"/>
                </a:cubicBezTo>
                <a:lnTo>
                  <a:pt x="68667" y="42583"/>
                </a:lnTo>
                <a:lnTo>
                  <a:pt x="65533" y="38250"/>
                </a:lnTo>
                <a:cubicBezTo>
                  <a:pt x="64511" y="36694"/>
                  <a:pt x="63222" y="36250"/>
                  <a:pt x="61667" y="36917"/>
                </a:cubicBezTo>
                <a:lnTo>
                  <a:pt x="61667" y="36917"/>
                </a:lnTo>
                <a:cubicBezTo>
                  <a:pt x="60822" y="37417"/>
                  <a:pt x="60022" y="37944"/>
                  <a:pt x="59267" y="38500"/>
                </a:cubicBezTo>
                <a:lnTo>
                  <a:pt x="59267" y="38500"/>
                </a:lnTo>
                <a:lnTo>
                  <a:pt x="58533" y="39083"/>
                </a:lnTo>
                <a:cubicBezTo>
                  <a:pt x="57689" y="39694"/>
                  <a:pt x="56911" y="40333"/>
                  <a:pt x="56200" y="41000"/>
                </a:cubicBezTo>
                <a:lnTo>
                  <a:pt x="56200" y="41000"/>
                </a:lnTo>
                <a:cubicBezTo>
                  <a:pt x="54911" y="42333"/>
                  <a:pt x="54533" y="43972"/>
                  <a:pt x="55067" y="45917"/>
                </a:cubicBezTo>
                <a:lnTo>
                  <a:pt x="55067" y="45917"/>
                </a:lnTo>
                <a:lnTo>
                  <a:pt x="56467" y="51333"/>
                </a:lnTo>
                <a:cubicBezTo>
                  <a:pt x="55133" y="53444"/>
                  <a:pt x="54044" y="55806"/>
                  <a:pt x="53200" y="58417"/>
                </a:cubicBezTo>
                <a:lnTo>
                  <a:pt x="53200" y="58417"/>
                </a:lnTo>
                <a:lnTo>
                  <a:pt x="48667" y="59583"/>
                </a:lnTo>
                <a:cubicBezTo>
                  <a:pt x="47111" y="60083"/>
                  <a:pt x="46178" y="61306"/>
                  <a:pt x="45867" y="63250"/>
                </a:cubicBezTo>
                <a:lnTo>
                  <a:pt x="45867" y="63250"/>
                </a:lnTo>
                <a:cubicBezTo>
                  <a:pt x="45733" y="64583"/>
                  <a:pt x="45667" y="65889"/>
                  <a:pt x="45667" y="67167"/>
                </a:cubicBezTo>
                <a:lnTo>
                  <a:pt x="45667" y="67167"/>
                </a:lnTo>
                <a:cubicBezTo>
                  <a:pt x="45667" y="68500"/>
                  <a:pt x="45733" y="69806"/>
                  <a:pt x="45867" y="71083"/>
                </a:cubicBezTo>
                <a:lnTo>
                  <a:pt x="45867" y="71083"/>
                </a:lnTo>
                <a:cubicBezTo>
                  <a:pt x="46178" y="73028"/>
                  <a:pt x="47111" y="74278"/>
                  <a:pt x="48667" y="74833"/>
                </a:cubicBezTo>
                <a:lnTo>
                  <a:pt x="48667" y="74833"/>
                </a:lnTo>
                <a:lnTo>
                  <a:pt x="53200" y="76000"/>
                </a:lnTo>
                <a:cubicBezTo>
                  <a:pt x="54044" y="78611"/>
                  <a:pt x="55133" y="80944"/>
                  <a:pt x="56467" y="83000"/>
                </a:cubicBezTo>
                <a:lnTo>
                  <a:pt x="56467" y="83000"/>
                </a:lnTo>
                <a:lnTo>
                  <a:pt x="55067" y="88500"/>
                </a:lnTo>
                <a:cubicBezTo>
                  <a:pt x="54533" y="90444"/>
                  <a:pt x="54911" y="92056"/>
                  <a:pt x="56200" y="93333"/>
                </a:cubicBezTo>
                <a:lnTo>
                  <a:pt x="56200" y="93333"/>
                </a:lnTo>
                <a:cubicBezTo>
                  <a:pt x="56911" y="94000"/>
                  <a:pt x="57689" y="94667"/>
                  <a:pt x="58533" y="95333"/>
                </a:cubicBezTo>
                <a:lnTo>
                  <a:pt x="58533" y="95333"/>
                </a:lnTo>
                <a:lnTo>
                  <a:pt x="59267" y="95917"/>
                </a:lnTo>
                <a:cubicBezTo>
                  <a:pt x="60022" y="96417"/>
                  <a:pt x="60822" y="96944"/>
                  <a:pt x="61667" y="97500"/>
                </a:cubicBezTo>
                <a:lnTo>
                  <a:pt x="61667" y="97500"/>
                </a:lnTo>
                <a:cubicBezTo>
                  <a:pt x="63222" y="98111"/>
                  <a:pt x="64511" y="97639"/>
                  <a:pt x="65533" y="96083"/>
                </a:cubicBezTo>
                <a:lnTo>
                  <a:pt x="65533" y="96083"/>
                </a:lnTo>
                <a:lnTo>
                  <a:pt x="68667" y="91833"/>
                </a:lnTo>
                <a:cubicBezTo>
                  <a:pt x="69689" y="92056"/>
                  <a:pt x="70778" y="92167"/>
                  <a:pt x="71933" y="92167"/>
                </a:cubicBezTo>
                <a:lnTo>
                  <a:pt x="71933" y="92167"/>
                </a:lnTo>
                <a:cubicBezTo>
                  <a:pt x="73089" y="92167"/>
                  <a:pt x="74178" y="92056"/>
                  <a:pt x="75200" y="91833"/>
                </a:cubicBezTo>
                <a:lnTo>
                  <a:pt x="75200" y="91833"/>
                </a:lnTo>
                <a:lnTo>
                  <a:pt x="78333" y="96083"/>
                </a:lnTo>
                <a:moveTo>
                  <a:pt x="71933" y="57833"/>
                </a:moveTo>
                <a:lnTo>
                  <a:pt x="71933" y="57833"/>
                </a:lnTo>
                <a:cubicBezTo>
                  <a:pt x="74778" y="57944"/>
                  <a:pt x="76978" y="59500"/>
                  <a:pt x="78533" y="62500"/>
                </a:cubicBezTo>
                <a:lnTo>
                  <a:pt x="78533" y="62500"/>
                </a:lnTo>
                <a:cubicBezTo>
                  <a:pt x="79778" y="65611"/>
                  <a:pt x="79778" y="68750"/>
                  <a:pt x="78533" y="71917"/>
                </a:cubicBezTo>
                <a:lnTo>
                  <a:pt x="78533" y="71917"/>
                </a:lnTo>
                <a:cubicBezTo>
                  <a:pt x="76978" y="74861"/>
                  <a:pt x="74778" y="76417"/>
                  <a:pt x="71933" y="76583"/>
                </a:cubicBezTo>
                <a:lnTo>
                  <a:pt x="71933" y="76583"/>
                </a:lnTo>
                <a:cubicBezTo>
                  <a:pt x="69133" y="76417"/>
                  <a:pt x="66956" y="74861"/>
                  <a:pt x="65400" y="71917"/>
                </a:cubicBezTo>
                <a:lnTo>
                  <a:pt x="65400" y="71917"/>
                </a:lnTo>
                <a:cubicBezTo>
                  <a:pt x="64156" y="68750"/>
                  <a:pt x="64156" y="65611"/>
                  <a:pt x="65400" y="62500"/>
                </a:cubicBezTo>
                <a:lnTo>
                  <a:pt x="65400" y="62500"/>
                </a:lnTo>
                <a:cubicBezTo>
                  <a:pt x="66956" y="59500"/>
                  <a:pt x="69133" y="57944"/>
                  <a:pt x="71933" y="57833"/>
                </a:cubicBezTo>
                <a:lnTo>
                  <a:pt x="71933" y="57833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el-1792653965295-7"/>
          <p:cNvSpPr txBox="1"/>
          <p:nvPr/>
        </p:nvSpPr>
        <p:spPr>
          <a:xfrm>
            <a:off x="757238" y="139303"/>
            <a:ext cx="1590199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技术架构与亮点</a:t>
            </a:r>
            <a:endParaRPr/>
          </a:p>
        </p:txBody>
      </p:sp>
      <p:sp>
        <p:nvSpPr>
          <p:cNvPr id="39" name="el-1792653965287-4"/>
          <p:cNvSpPr txBox="1"/>
          <p:nvPr/>
        </p:nvSpPr>
        <p:spPr>
          <a:xfrm>
            <a:off x="8081367" y="185023"/>
            <a:ext cx="73259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5377"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架构解析</a:t>
            </a:r>
            <a:endParaRPr/>
          </a:p>
        </p:txBody>
      </p:sp>
      <p:sp>
        <p:nvSpPr>
          <p:cNvPr id="40" name="el-1792653965312-21"/>
          <p:cNvSpPr txBox="1"/>
          <p:nvPr/>
        </p:nvSpPr>
        <p:spPr>
          <a:xfrm>
            <a:off x="514350" y="1452324"/>
            <a:ext cx="904399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核心技术亮点</a:t>
            </a:r>
            <a:endParaRPr/>
          </a:p>
        </p:txBody>
      </p:sp>
      <p:sp>
        <p:nvSpPr>
          <p:cNvPr id="41" name="el-1792653965326-23"/>
          <p:cNvSpPr txBox="1"/>
          <p:nvPr/>
        </p:nvSpPr>
        <p:spPr>
          <a:xfrm>
            <a:off x="857250" y="1796653"/>
            <a:ext cx="278008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纯静态</a:t>
            </a:r>
            <a:r>
              <a:rPr lang="zh-CN" altLang="en-US" sz="1010" b="1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网页</a:t>
            </a:r>
            <a:r>
              <a:rPr sz="101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01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零安装</a:t>
            </a:r>
            <a:r>
              <a:rPr lang="zh-CN" altLang="en-US" sz="101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01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离线可用</a:t>
            </a:r>
            <a:endParaRPr dirty="0"/>
          </a:p>
        </p:txBody>
      </p:sp>
      <p:sp>
        <p:nvSpPr>
          <p:cNvPr id="42" name="el-1792653965327-24"/>
          <p:cNvSpPr txBox="1"/>
          <p:nvPr/>
        </p:nvSpPr>
        <p:spPr>
          <a:xfrm>
            <a:off x="857250" y="2246709"/>
            <a:ext cx="3199043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内置 </a:t>
            </a:r>
            <a:r>
              <a:rPr sz="101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GeoGebra 5.0</a:t>
            </a:r>
            <a:r>
              <a:rPr sz="10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引擎（2D + 3D）</a:t>
            </a:r>
            <a:endParaRPr/>
          </a:p>
        </p:txBody>
      </p:sp>
      <p:sp>
        <p:nvSpPr>
          <p:cNvPr id="43" name="el-1792653965328-25"/>
          <p:cNvSpPr txBox="1"/>
          <p:nvPr/>
        </p:nvSpPr>
        <p:spPr>
          <a:xfrm>
            <a:off x="857250" y="2696766"/>
            <a:ext cx="364259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结构化 Prompt</a:t>
            </a:r>
            <a:r>
              <a:rPr sz="10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+ 知识库（对象缩写表、命令签名表）</a:t>
            </a:r>
            <a:endParaRPr/>
          </a:p>
        </p:txBody>
      </p:sp>
      <p:sp>
        <p:nvSpPr>
          <p:cNvPr id="44" name="el-1792653965329-26"/>
          <p:cNvSpPr txBox="1"/>
          <p:nvPr/>
        </p:nvSpPr>
        <p:spPr>
          <a:xfrm>
            <a:off x="857250" y="3146822"/>
            <a:ext cx="217729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强制</a:t>
            </a:r>
            <a:r>
              <a:rPr sz="101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两阶段工作流</a:t>
            </a:r>
            <a:r>
              <a:rPr sz="10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（蓝图 → 代码）</a:t>
            </a:r>
            <a:endParaRPr/>
          </a:p>
        </p:txBody>
      </p:sp>
      <p:sp>
        <p:nvSpPr>
          <p:cNvPr id="45" name="el-1792653965329-27"/>
          <p:cNvSpPr txBox="1"/>
          <p:nvPr/>
        </p:nvSpPr>
        <p:spPr>
          <a:xfrm>
            <a:off x="857250" y="3596878"/>
            <a:ext cx="1928045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智能错误判定</a:t>
            </a:r>
            <a:r>
              <a:rPr sz="10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+ 批量执行引擎</a:t>
            </a:r>
            <a:endParaRPr/>
          </a:p>
        </p:txBody>
      </p:sp>
      <p:sp>
        <p:nvSpPr>
          <p:cNvPr id="46" name="el-1792653965312-22"/>
          <p:cNvSpPr txBox="1"/>
          <p:nvPr/>
        </p:nvSpPr>
        <p:spPr>
          <a:xfrm>
            <a:off x="4857750" y="1323380"/>
            <a:ext cx="904399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系统架构分层</a:t>
            </a:r>
            <a:endParaRPr/>
          </a:p>
        </p:txBody>
      </p:sp>
      <p:sp>
        <p:nvSpPr>
          <p:cNvPr id="47" name="el-1792653965356-37"/>
          <p:cNvSpPr txBox="1"/>
          <p:nvPr/>
        </p:nvSpPr>
        <p:spPr>
          <a:xfrm>
            <a:off x="5350669" y="1810583"/>
            <a:ext cx="3466147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AI 建模层</a:t>
            </a:r>
            <a:endParaRPr/>
          </a:p>
        </p:txBody>
      </p:sp>
      <p:sp>
        <p:nvSpPr>
          <p:cNvPr id="48" name="el-1792653965354-34"/>
          <p:cNvSpPr txBox="1"/>
          <p:nvPr/>
        </p:nvSpPr>
        <p:spPr>
          <a:xfrm>
            <a:off x="5350669" y="2004893"/>
            <a:ext cx="3715464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Prompt + 知识库 · </a:t>
            </a:r>
            <a:r>
              <a:rPr sz="84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两阶段生成</a:t>
            </a:r>
            <a:endParaRPr/>
          </a:p>
        </p:txBody>
      </p:sp>
      <p:sp>
        <p:nvSpPr>
          <p:cNvPr id="49" name="el-1792653965357-38"/>
          <p:cNvSpPr txBox="1"/>
          <p:nvPr/>
        </p:nvSpPr>
        <p:spPr>
          <a:xfrm>
            <a:off x="5350669" y="2479953"/>
            <a:ext cx="3328988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指令执行层</a:t>
            </a:r>
            <a:endParaRPr/>
          </a:p>
        </p:txBody>
      </p:sp>
      <p:sp>
        <p:nvSpPr>
          <p:cNvPr id="50" name="el-1792653965354-35"/>
          <p:cNvSpPr txBox="1"/>
          <p:nvPr/>
        </p:nvSpPr>
        <p:spPr>
          <a:xfrm>
            <a:off x="5350669" y="2674263"/>
            <a:ext cx="3509724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解析 · </a:t>
            </a:r>
            <a:r>
              <a:rPr sz="84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错误判定</a:t>
            </a:r>
            <a:r>
              <a:rPr sz="84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· 批量执行</a:t>
            </a:r>
            <a:endParaRPr/>
          </a:p>
        </p:txBody>
      </p:sp>
      <p:sp>
        <p:nvSpPr>
          <p:cNvPr id="51" name="el-1792653965357-39"/>
          <p:cNvSpPr txBox="1"/>
          <p:nvPr/>
        </p:nvSpPr>
        <p:spPr>
          <a:xfrm>
            <a:off x="5350669" y="3149322"/>
            <a:ext cx="3328988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渲染展示层</a:t>
            </a:r>
            <a:endParaRPr/>
          </a:p>
        </p:txBody>
      </p:sp>
      <p:sp>
        <p:nvSpPr>
          <p:cNvPr id="52" name="el-1792653965355-36"/>
          <p:cNvSpPr txBox="1"/>
          <p:nvPr/>
        </p:nvSpPr>
        <p:spPr>
          <a:xfrm>
            <a:off x="5350669" y="3343632"/>
            <a:ext cx="3793331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GeoGebra 2D / 3D</a:t>
            </a:r>
            <a:r>
              <a:rPr sz="84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可视化呈现</a:t>
            </a:r>
            <a:endParaRPr/>
          </a:p>
        </p:txBody>
      </p:sp>
      <p:sp>
        <p:nvSpPr>
          <p:cNvPr id="53" name="el-1792653965329-28"/>
          <p:cNvSpPr txBox="1"/>
          <p:nvPr/>
        </p:nvSpPr>
        <p:spPr>
          <a:xfrm>
            <a:off x="4936331" y="3854410"/>
            <a:ext cx="103941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逐层驱动，闭环协作</a:t>
            </a:r>
            <a:endParaRPr/>
          </a:p>
        </p:txBody>
      </p:sp>
      <p:sp>
        <p:nvSpPr>
          <p:cNvPr id="54" name="el-1792653965296-8"/>
          <p:cNvSpPr txBox="1"/>
          <p:nvPr/>
        </p:nvSpPr>
        <p:spPr>
          <a:xfrm>
            <a:off x="628650" y="4907042"/>
            <a:ext cx="175763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架构 · 纯静态智能建模</a:t>
            </a:r>
            <a:endParaRPr/>
          </a:p>
        </p:txBody>
      </p:sp>
      <p:sp>
        <p:nvSpPr>
          <p:cNvPr id="55" name="el-1792653965289-6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5364-1"/>
          <p:cNvSpPr/>
          <p:nvPr/>
        </p:nvSpPr>
        <p:spPr>
          <a:xfrm>
            <a:off x="0" y="0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26316"/>
                </a:lnTo>
                <a:cubicBezTo>
                  <a:pt x="100000" y="67010"/>
                  <a:pt x="67010" y="100000"/>
                  <a:pt x="26316" y="100000"/>
                </a:cubicBez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E8642C">
                  <a:alpha val="12000"/>
                </a:srgbClr>
              </a:gs>
              <a:gs pos="72000">
                <a:srgbClr val="E8642C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" name="el-1792653965656-39"/>
          <p:cNvPicPr/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8172450" y="785813"/>
            <a:ext cx="685800" cy="685800"/>
          </a:xfrm>
          <a:prstGeom prst="roundRect">
            <a:avLst>
              <a:gd name="adj" fmla="val 12500"/>
            </a:avLst>
          </a:prstGeom>
          <a:ln>
            <a:noFill/>
          </a:ln>
        </p:spPr>
      </p:pic>
      <p:pic>
        <p:nvPicPr>
          <p:cNvPr id="4" name="el-1792653965870-6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5" name="el-1792653965366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2653965384-11"/>
          <p:cNvSpPr/>
          <p:nvPr/>
        </p:nvSpPr>
        <p:spPr>
          <a:xfrm>
            <a:off x="400050" y="117872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5834-59"/>
          <p:cNvSpPr/>
          <p:nvPr/>
        </p:nvSpPr>
        <p:spPr>
          <a:xfrm>
            <a:off x="487561" y="189309"/>
            <a:ext cx="96441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5300" y="0"/>
                </a:moveTo>
                <a:lnTo>
                  <a:pt x="25300" y="0"/>
                </a:lnTo>
                <a:cubicBezTo>
                  <a:pt x="22833" y="0"/>
                  <a:pt x="20800" y="571"/>
                  <a:pt x="19200" y="1714"/>
                </a:cubicBezTo>
                <a:lnTo>
                  <a:pt x="19200" y="1714"/>
                </a:lnTo>
                <a:lnTo>
                  <a:pt x="19200" y="1714"/>
                </a:lnTo>
                <a:cubicBezTo>
                  <a:pt x="17667" y="2810"/>
                  <a:pt x="16900" y="4238"/>
                  <a:pt x="16900" y="6000"/>
                </a:cubicBezTo>
                <a:lnTo>
                  <a:pt x="16900" y="6000"/>
                </a:lnTo>
                <a:lnTo>
                  <a:pt x="16900" y="24143"/>
                </a:lnTo>
                <a:lnTo>
                  <a:pt x="33800" y="24143"/>
                </a:lnTo>
                <a:lnTo>
                  <a:pt x="33800" y="6000"/>
                </a:lnTo>
                <a:cubicBezTo>
                  <a:pt x="33800" y="4238"/>
                  <a:pt x="33000" y="2810"/>
                  <a:pt x="31400" y="1714"/>
                </a:cubicBezTo>
                <a:lnTo>
                  <a:pt x="31400" y="1714"/>
                </a:lnTo>
                <a:cubicBezTo>
                  <a:pt x="29800" y="571"/>
                  <a:pt x="27767" y="0"/>
                  <a:pt x="25300" y="0"/>
                </a:cubicBezTo>
                <a:lnTo>
                  <a:pt x="25300" y="0"/>
                </a:lnTo>
                <a:moveTo>
                  <a:pt x="75900" y="0"/>
                </a:moveTo>
                <a:lnTo>
                  <a:pt x="75900" y="0"/>
                </a:lnTo>
                <a:cubicBezTo>
                  <a:pt x="73433" y="0"/>
                  <a:pt x="71433" y="571"/>
                  <a:pt x="69900" y="1714"/>
                </a:cubicBezTo>
                <a:lnTo>
                  <a:pt x="69900" y="1714"/>
                </a:lnTo>
                <a:lnTo>
                  <a:pt x="69900" y="1714"/>
                </a:lnTo>
                <a:cubicBezTo>
                  <a:pt x="68300" y="2810"/>
                  <a:pt x="67500" y="4238"/>
                  <a:pt x="67500" y="6000"/>
                </a:cubicBezTo>
                <a:lnTo>
                  <a:pt x="67500" y="6000"/>
                </a:lnTo>
                <a:lnTo>
                  <a:pt x="67500" y="24143"/>
                </a:lnTo>
                <a:lnTo>
                  <a:pt x="84400" y="24143"/>
                </a:lnTo>
                <a:lnTo>
                  <a:pt x="84400" y="6000"/>
                </a:lnTo>
                <a:cubicBezTo>
                  <a:pt x="84400" y="4238"/>
                  <a:pt x="83600" y="2810"/>
                  <a:pt x="82000" y="1714"/>
                </a:cubicBezTo>
                <a:lnTo>
                  <a:pt x="82000" y="1714"/>
                </a:lnTo>
                <a:cubicBezTo>
                  <a:pt x="80400" y="571"/>
                  <a:pt x="78367" y="0"/>
                  <a:pt x="75900" y="0"/>
                </a:cubicBezTo>
                <a:lnTo>
                  <a:pt x="75900" y="0"/>
                </a:lnTo>
                <a:moveTo>
                  <a:pt x="8400" y="30143"/>
                </a:moveTo>
                <a:lnTo>
                  <a:pt x="8400" y="30143"/>
                </a:lnTo>
                <a:cubicBezTo>
                  <a:pt x="5933" y="30143"/>
                  <a:pt x="3933" y="30714"/>
                  <a:pt x="2400" y="31857"/>
                </a:cubicBezTo>
                <a:lnTo>
                  <a:pt x="2400" y="31857"/>
                </a:lnTo>
                <a:lnTo>
                  <a:pt x="2400" y="31857"/>
                </a:lnTo>
                <a:cubicBezTo>
                  <a:pt x="800" y="32952"/>
                  <a:pt x="0" y="34381"/>
                  <a:pt x="0" y="36143"/>
                </a:cubicBezTo>
                <a:lnTo>
                  <a:pt x="0" y="36143"/>
                </a:lnTo>
                <a:cubicBezTo>
                  <a:pt x="0" y="37905"/>
                  <a:pt x="800" y="39357"/>
                  <a:pt x="2400" y="40500"/>
                </a:cubicBezTo>
                <a:lnTo>
                  <a:pt x="2400" y="40500"/>
                </a:lnTo>
                <a:cubicBezTo>
                  <a:pt x="3933" y="41643"/>
                  <a:pt x="5933" y="42214"/>
                  <a:pt x="8400" y="42214"/>
                </a:cubicBezTo>
                <a:lnTo>
                  <a:pt x="8400" y="42214"/>
                </a:lnTo>
                <a:lnTo>
                  <a:pt x="8400" y="48214"/>
                </a:lnTo>
                <a:cubicBezTo>
                  <a:pt x="8600" y="55643"/>
                  <a:pt x="11867" y="62048"/>
                  <a:pt x="18200" y="67429"/>
                </a:cubicBezTo>
                <a:lnTo>
                  <a:pt x="18200" y="67429"/>
                </a:lnTo>
                <a:cubicBezTo>
                  <a:pt x="24333" y="72810"/>
                  <a:pt x="32333" y="76262"/>
                  <a:pt x="42200" y="77786"/>
                </a:cubicBezTo>
                <a:lnTo>
                  <a:pt x="42200" y="77786"/>
                </a:lnTo>
                <a:lnTo>
                  <a:pt x="42200" y="90429"/>
                </a:lnTo>
                <a:cubicBezTo>
                  <a:pt x="42200" y="92190"/>
                  <a:pt x="43000" y="93619"/>
                  <a:pt x="44600" y="94714"/>
                </a:cubicBezTo>
                <a:lnTo>
                  <a:pt x="44600" y="94714"/>
                </a:lnTo>
                <a:cubicBezTo>
                  <a:pt x="46133" y="95857"/>
                  <a:pt x="48133" y="96429"/>
                  <a:pt x="50600" y="96429"/>
                </a:cubicBezTo>
                <a:lnTo>
                  <a:pt x="50600" y="96429"/>
                </a:lnTo>
                <a:cubicBezTo>
                  <a:pt x="53067" y="96429"/>
                  <a:pt x="55100" y="95857"/>
                  <a:pt x="56700" y="94714"/>
                </a:cubicBezTo>
                <a:lnTo>
                  <a:pt x="56700" y="94714"/>
                </a:lnTo>
                <a:cubicBezTo>
                  <a:pt x="58300" y="93619"/>
                  <a:pt x="59100" y="92190"/>
                  <a:pt x="59100" y="90429"/>
                </a:cubicBezTo>
                <a:lnTo>
                  <a:pt x="59100" y="90429"/>
                </a:lnTo>
                <a:lnTo>
                  <a:pt x="59100" y="77786"/>
                </a:lnTo>
                <a:cubicBezTo>
                  <a:pt x="68900" y="76262"/>
                  <a:pt x="76900" y="72810"/>
                  <a:pt x="83100" y="67429"/>
                </a:cubicBezTo>
                <a:lnTo>
                  <a:pt x="83100" y="67429"/>
                </a:lnTo>
                <a:cubicBezTo>
                  <a:pt x="89367" y="62048"/>
                  <a:pt x="92600" y="55643"/>
                  <a:pt x="92800" y="48214"/>
                </a:cubicBezTo>
                <a:lnTo>
                  <a:pt x="92800" y="48214"/>
                </a:lnTo>
                <a:lnTo>
                  <a:pt x="92800" y="42214"/>
                </a:lnTo>
                <a:cubicBezTo>
                  <a:pt x="95267" y="42214"/>
                  <a:pt x="97300" y="41643"/>
                  <a:pt x="98900" y="40500"/>
                </a:cubicBezTo>
                <a:lnTo>
                  <a:pt x="98900" y="40500"/>
                </a:lnTo>
                <a:cubicBezTo>
                  <a:pt x="100500" y="39357"/>
                  <a:pt x="101300" y="37905"/>
                  <a:pt x="101300" y="36143"/>
                </a:cubicBezTo>
                <a:lnTo>
                  <a:pt x="101300" y="36143"/>
                </a:lnTo>
                <a:cubicBezTo>
                  <a:pt x="101300" y="34381"/>
                  <a:pt x="100500" y="32952"/>
                  <a:pt x="98900" y="31857"/>
                </a:cubicBezTo>
                <a:lnTo>
                  <a:pt x="98900" y="31857"/>
                </a:lnTo>
                <a:cubicBezTo>
                  <a:pt x="97300" y="30714"/>
                  <a:pt x="95267" y="30143"/>
                  <a:pt x="92800" y="30143"/>
                </a:cubicBezTo>
                <a:lnTo>
                  <a:pt x="92800" y="30143"/>
                </a:lnTo>
                <a:lnTo>
                  <a:pt x="8400" y="30143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2653965370-5"/>
          <p:cNvSpPr/>
          <p:nvPr/>
        </p:nvSpPr>
        <p:spPr>
          <a:xfrm>
            <a:off x="7858125" y="149304"/>
            <a:ext cx="885825" cy="20859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-1792653965831-55"/>
          <p:cNvSpPr/>
          <p:nvPr/>
        </p:nvSpPr>
        <p:spPr>
          <a:xfrm>
            <a:off x="7979569" y="207883"/>
            <a:ext cx="10001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727" y="95455"/>
                </a:moveTo>
                <a:lnTo>
                  <a:pt x="47727" y="95455"/>
                </a:lnTo>
                <a:cubicBezTo>
                  <a:pt x="56455" y="95333"/>
                  <a:pt x="64424" y="93212"/>
                  <a:pt x="71636" y="89091"/>
                </a:cubicBezTo>
                <a:lnTo>
                  <a:pt x="71636" y="89091"/>
                </a:lnTo>
                <a:lnTo>
                  <a:pt x="71636" y="89091"/>
                </a:lnTo>
                <a:cubicBezTo>
                  <a:pt x="78788" y="84909"/>
                  <a:pt x="84606" y="79091"/>
                  <a:pt x="89091" y="71636"/>
                </a:cubicBezTo>
                <a:lnTo>
                  <a:pt x="89091" y="71636"/>
                </a:lnTo>
                <a:cubicBezTo>
                  <a:pt x="93333" y="64000"/>
                  <a:pt x="95455" y="56030"/>
                  <a:pt x="95455" y="47727"/>
                </a:cubicBezTo>
                <a:lnTo>
                  <a:pt x="95455" y="47727"/>
                </a:lnTo>
                <a:cubicBezTo>
                  <a:pt x="95455" y="39424"/>
                  <a:pt x="93333" y="31485"/>
                  <a:pt x="89091" y="23909"/>
                </a:cubicBezTo>
                <a:lnTo>
                  <a:pt x="89091" y="23909"/>
                </a:lnTo>
                <a:cubicBezTo>
                  <a:pt x="84606" y="16394"/>
                  <a:pt x="78788" y="10545"/>
                  <a:pt x="71636" y="6364"/>
                </a:cubicBezTo>
                <a:lnTo>
                  <a:pt x="71636" y="6364"/>
                </a:lnTo>
                <a:cubicBezTo>
                  <a:pt x="64424" y="2242"/>
                  <a:pt x="56455" y="121"/>
                  <a:pt x="47727" y="0"/>
                </a:cubicBezTo>
                <a:lnTo>
                  <a:pt x="47727" y="0"/>
                </a:lnTo>
                <a:cubicBezTo>
                  <a:pt x="39000" y="121"/>
                  <a:pt x="31061" y="2242"/>
                  <a:pt x="23909" y="6364"/>
                </a:cubicBezTo>
                <a:lnTo>
                  <a:pt x="23909" y="6364"/>
                </a:lnTo>
                <a:cubicBezTo>
                  <a:pt x="16697" y="10545"/>
                  <a:pt x="10848" y="16394"/>
                  <a:pt x="6364" y="23909"/>
                </a:cubicBezTo>
                <a:lnTo>
                  <a:pt x="6364" y="23909"/>
                </a:lnTo>
                <a:cubicBezTo>
                  <a:pt x="2121" y="31485"/>
                  <a:pt x="0" y="39424"/>
                  <a:pt x="0" y="47727"/>
                </a:cubicBezTo>
                <a:lnTo>
                  <a:pt x="0" y="47727"/>
                </a:lnTo>
                <a:cubicBezTo>
                  <a:pt x="0" y="56030"/>
                  <a:pt x="2121" y="64000"/>
                  <a:pt x="6364" y="71636"/>
                </a:cubicBezTo>
                <a:lnTo>
                  <a:pt x="6364" y="71636"/>
                </a:lnTo>
                <a:cubicBezTo>
                  <a:pt x="10848" y="79091"/>
                  <a:pt x="16697" y="84909"/>
                  <a:pt x="23909" y="89091"/>
                </a:cubicBezTo>
                <a:lnTo>
                  <a:pt x="23909" y="89091"/>
                </a:lnTo>
                <a:cubicBezTo>
                  <a:pt x="31061" y="93212"/>
                  <a:pt x="39000" y="95333"/>
                  <a:pt x="47727" y="95455"/>
                </a:cubicBezTo>
                <a:lnTo>
                  <a:pt x="47727" y="95455"/>
                </a:lnTo>
                <a:moveTo>
                  <a:pt x="68818" y="39000"/>
                </a:moveTo>
                <a:lnTo>
                  <a:pt x="68818" y="39000"/>
                </a:lnTo>
                <a:lnTo>
                  <a:pt x="44909" y="62818"/>
                </a:lnTo>
                <a:cubicBezTo>
                  <a:pt x="42788" y="64576"/>
                  <a:pt x="40697" y="64576"/>
                  <a:pt x="38636" y="62818"/>
                </a:cubicBezTo>
                <a:lnTo>
                  <a:pt x="38636" y="62818"/>
                </a:lnTo>
                <a:lnTo>
                  <a:pt x="26636" y="50909"/>
                </a:lnTo>
                <a:cubicBezTo>
                  <a:pt x="24939" y="48788"/>
                  <a:pt x="24939" y="46667"/>
                  <a:pt x="26636" y="44545"/>
                </a:cubicBezTo>
                <a:lnTo>
                  <a:pt x="26636" y="44545"/>
                </a:lnTo>
                <a:cubicBezTo>
                  <a:pt x="28758" y="42788"/>
                  <a:pt x="30879" y="42788"/>
                  <a:pt x="33000" y="44545"/>
                </a:cubicBezTo>
                <a:lnTo>
                  <a:pt x="33000" y="44545"/>
                </a:lnTo>
                <a:lnTo>
                  <a:pt x="41727" y="53364"/>
                </a:lnTo>
                <a:lnTo>
                  <a:pt x="62455" y="32636"/>
                </a:lnTo>
                <a:cubicBezTo>
                  <a:pt x="64576" y="30879"/>
                  <a:pt x="66697" y="30879"/>
                  <a:pt x="68818" y="32636"/>
                </a:cubicBezTo>
                <a:lnTo>
                  <a:pt x="68818" y="32636"/>
                </a:lnTo>
                <a:cubicBezTo>
                  <a:pt x="70515" y="34758"/>
                  <a:pt x="70515" y="36879"/>
                  <a:pt x="68818" y="39000"/>
                </a:cubicBezTo>
                <a:lnTo>
                  <a:pt x="68818" y="3900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2653965374-7"/>
          <p:cNvSpPr/>
          <p:nvPr/>
        </p:nvSpPr>
        <p:spPr>
          <a:xfrm>
            <a:off x="400050" y="1239083"/>
            <a:ext cx="8343900" cy="417195"/>
          </a:xfrm>
          <a:prstGeom prst="roundRect">
            <a:avLst>
              <a:gd name="adj" fmla="val 27397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2653965833-57"/>
          <p:cNvSpPr/>
          <p:nvPr/>
        </p:nvSpPr>
        <p:spPr>
          <a:xfrm>
            <a:off x="2883396" y="13619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7278" y="13500"/>
                </a:moveTo>
                <a:lnTo>
                  <a:pt x="37278" y="13500"/>
                </a:lnTo>
                <a:lnTo>
                  <a:pt x="43944" y="25000"/>
                </a:lnTo>
                <a:lnTo>
                  <a:pt x="43778" y="25000"/>
                </a:lnTo>
                <a:lnTo>
                  <a:pt x="29667" y="25000"/>
                </a:lnTo>
                <a:cubicBezTo>
                  <a:pt x="27481" y="25000"/>
                  <a:pt x="25667" y="24222"/>
                  <a:pt x="24222" y="22667"/>
                </a:cubicBezTo>
                <a:lnTo>
                  <a:pt x="24222" y="22667"/>
                </a:lnTo>
                <a:cubicBezTo>
                  <a:pt x="22667" y="21222"/>
                  <a:pt x="21889" y="19389"/>
                  <a:pt x="21889" y="17167"/>
                </a:cubicBezTo>
                <a:lnTo>
                  <a:pt x="21889" y="17167"/>
                </a:lnTo>
                <a:cubicBezTo>
                  <a:pt x="21889" y="14981"/>
                  <a:pt x="22667" y="13167"/>
                  <a:pt x="24222" y="11722"/>
                </a:cubicBezTo>
                <a:lnTo>
                  <a:pt x="24222" y="11722"/>
                </a:lnTo>
                <a:cubicBezTo>
                  <a:pt x="25667" y="10167"/>
                  <a:pt x="27481" y="9389"/>
                  <a:pt x="29667" y="9389"/>
                </a:cubicBezTo>
                <a:lnTo>
                  <a:pt x="29667" y="9389"/>
                </a:lnTo>
                <a:lnTo>
                  <a:pt x="30056" y="9389"/>
                </a:lnTo>
                <a:cubicBezTo>
                  <a:pt x="33204" y="9500"/>
                  <a:pt x="35611" y="10870"/>
                  <a:pt x="37278" y="13500"/>
                </a:cubicBezTo>
                <a:lnTo>
                  <a:pt x="37278" y="13500"/>
                </a:lnTo>
                <a:moveTo>
                  <a:pt x="12500" y="17167"/>
                </a:moveTo>
                <a:lnTo>
                  <a:pt x="12500" y="17167"/>
                </a:lnTo>
                <a:cubicBezTo>
                  <a:pt x="12500" y="20056"/>
                  <a:pt x="13148" y="22667"/>
                  <a:pt x="14444" y="25000"/>
                </a:cubicBezTo>
                <a:lnTo>
                  <a:pt x="14444" y="25000"/>
                </a:lnTo>
                <a:lnTo>
                  <a:pt x="6278" y="25000"/>
                </a:lnTo>
                <a:cubicBezTo>
                  <a:pt x="4426" y="25000"/>
                  <a:pt x="2926" y="25593"/>
                  <a:pt x="1778" y="26778"/>
                </a:cubicBezTo>
                <a:lnTo>
                  <a:pt x="1778" y="26778"/>
                </a:lnTo>
                <a:cubicBezTo>
                  <a:pt x="593" y="27926"/>
                  <a:pt x="0" y="29426"/>
                  <a:pt x="0" y="31278"/>
                </a:cubicBezTo>
                <a:lnTo>
                  <a:pt x="0" y="31278"/>
                </a:lnTo>
                <a:lnTo>
                  <a:pt x="0" y="43778"/>
                </a:lnTo>
                <a:cubicBezTo>
                  <a:pt x="0" y="45593"/>
                  <a:pt x="593" y="47074"/>
                  <a:pt x="1778" y="48222"/>
                </a:cubicBezTo>
                <a:lnTo>
                  <a:pt x="1778" y="48222"/>
                </a:lnTo>
                <a:cubicBezTo>
                  <a:pt x="2926" y="49407"/>
                  <a:pt x="4426" y="50000"/>
                  <a:pt x="6278" y="50000"/>
                </a:cubicBezTo>
                <a:lnTo>
                  <a:pt x="6278" y="50000"/>
                </a:lnTo>
                <a:lnTo>
                  <a:pt x="93778" y="50000"/>
                </a:lnTo>
                <a:cubicBezTo>
                  <a:pt x="95593" y="50000"/>
                  <a:pt x="97074" y="49407"/>
                  <a:pt x="98222" y="48222"/>
                </a:cubicBezTo>
                <a:lnTo>
                  <a:pt x="98222" y="48222"/>
                </a:lnTo>
                <a:cubicBezTo>
                  <a:pt x="99407" y="47074"/>
                  <a:pt x="100000" y="45593"/>
                  <a:pt x="100000" y="43778"/>
                </a:cubicBezTo>
                <a:lnTo>
                  <a:pt x="100000" y="43778"/>
                </a:lnTo>
                <a:lnTo>
                  <a:pt x="100000" y="31278"/>
                </a:lnTo>
                <a:cubicBezTo>
                  <a:pt x="100000" y="29426"/>
                  <a:pt x="99407" y="27926"/>
                  <a:pt x="98222" y="26778"/>
                </a:cubicBezTo>
                <a:lnTo>
                  <a:pt x="98222" y="26778"/>
                </a:lnTo>
                <a:cubicBezTo>
                  <a:pt x="97074" y="25593"/>
                  <a:pt x="95593" y="25000"/>
                  <a:pt x="93778" y="25000"/>
                </a:cubicBezTo>
                <a:lnTo>
                  <a:pt x="93778" y="25000"/>
                </a:lnTo>
                <a:lnTo>
                  <a:pt x="85556" y="25000"/>
                </a:lnTo>
                <a:cubicBezTo>
                  <a:pt x="86852" y="22667"/>
                  <a:pt x="87500" y="20056"/>
                  <a:pt x="87500" y="17167"/>
                </a:cubicBezTo>
                <a:lnTo>
                  <a:pt x="87500" y="17167"/>
                </a:lnTo>
                <a:cubicBezTo>
                  <a:pt x="87352" y="12352"/>
                  <a:pt x="85667" y="8315"/>
                  <a:pt x="82444" y="5056"/>
                </a:cubicBezTo>
                <a:lnTo>
                  <a:pt x="82444" y="5056"/>
                </a:lnTo>
                <a:cubicBezTo>
                  <a:pt x="79185" y="1833"/>
                  <a:pt x="75148" y="148"/>
                  <a:pt x="70333" y="0"/>
                </a:cubicBezTo>
                <a:lnTo>
                  <a:pt x="70333" y="0"/>
                </a:lnTo>
                <a:lnTo>
                  <a:pt x="69944" y="0"/>
                </a:lnTo>
                <a:cubicBezTo>
                  <a:pt x="63278" y="259"/>
                  <a:pt x="58185" y="3130"/>
                  <a:pt x="54667" y="8611"/>
                </a:cubicBezTo>
                <a:lnTo>
                  <a:pt x="54667" y="8611"/>
                </a:lnTo>
                <a:lnTo>
                  <a:pt x="50000" y="16778"/>
                </a:lnTo>
                <a:lnTo>
                  <a:pt x="45333" y="8778"/>
                </a:lnTo>
                <a:cubicBezTo>
                  <a:pt x="41815" y="3185"/>
                  <a:pt x="36722" y="259"/>
                  <a:pt x="30056" y="0"/>
                </a:cubicBezTo>
                <a:lnTo>
                  <a:pt x="30056" y="0"/>
                </a:lnTo>
                <a:lnTo>
                  <a:pt x="29667" y="0"/>
                </a:lnTo>
                <a:cubicBezTo>
                  <a:pt x="24852" y="148"/>
                  <a:pt x="20815" y="1833"/>
                  <a:pt x="17556" y="5056"/>
                </a:cubicBezTo>
                <a:lnTo>
                  <a:pt x="17556" y="5056"/>
                </a:lnTo>
                <a:cubicBezTo>
                  <a:pt x="14333" y="8315"/>
                  <a:pt x="12648" y="12352"/>
                  <a:pt x="12500" y="17167"/>
                </a:cubicBezTo>
                <a:lnTo>
                  <a:pt x="12500" y="17167"/>
                </a:lnTo>
                <a:moveTo>
                  <a:pt x="78111" y="17167"/>
                </a:moveTo>
                <a:lnTo>
                  <a:pt x="78111" y="17167"/>
                </a:lnTo>
                <a:cubicBezTo>
                  <a:pt x="78111" y="19389"/>
                  <a:pt x="77333" y="21222"/>
                  <a:pt x="75778" y="22667"/>
                </a:cubicBezTo>
                <a:lnTo>
                  <a:pt x="75778" y="22667"/>
                </a:lnTo>
                <a:lnTo>
                  <a:pt x="75778" y="22667"/>
                </a:lnTo>
                <a:cubicBezTo>
                  <a:pt x="74333" y="24222"/>
                  <a:pt x="72519" y="25000"/>
                  <a:pt x="70333" y="25000"/>
                </a:cubicBezTo>
                <a:lnTo>
                  <a:pt x="70333" y="25000"/>
                </a:lnTo>
                <a:lnTo>
                  <a:pt x="56278" y="25000"/>
                </a:lnTo>
                <a:lnTo>
                  <a:pt x="56056" y="25000"/>
                </a:lnTo>
                <a:lnTo>
                  <a:pt x="62889" y="13500"/>
                </a:lnTo>
                <a:cubicBezTo>
                  <a:pt x="64444" y="10870"/>
                  <a:pt x="66796" y="9500"/>
                  <a:pt x="69944" y="9389"/>
                </a:cubicBezTo>
                <a:lnTo>
                  <a:pt x="69944" y="9389"/>
                </a:lnTo>
                <a:lnTo>
                  <a:pt x="70333" y="9389"/>
                </a:lnTo>
                <a:cubicBezTo>
                  <a:pt x="72519" y="9389"/>
                  <a:pt x="74333" y="10167"/>
                  <a:pt x="75778" y="11722"/>
                </a:cubicBezTo>
                <a:lnTo>
                  <a:pt x="75778" y="11722"/>
                </a:lnTo>
                <a:cubicBezTo>
                  <a:pt x="77333" y="13167"/>
                  <a:pt x="78111" y="14981"/>
                  <a:pt x="78111" y="17167"/>
                </a:cubicBezTo>
                <a:lnTo>
                  <a:pt x="78111" y="17167"/>
                </a:lnTo>
                <a:moveTo>
                  <a:pt x="6278" y="56278"/>
                </a:moveTo>
                <a:lnTo>
                  <a:pt x="6278" y="56278"/>
                </a:lnTo>
                <a:lnTo>
                  <a:pt x="6278" y="90611"/>
                </a:lnTo>
                <a:cubicBezTo>
                  <a:pt x="6389" y="93241"/>
                  <a:pt x="7296" y="95463"/>
                  <a:pt x="9000" y="97278"/>
                </a:cubicBezTo>
                <a:lnTo>
                  <a:pt x="9000" y="97278"/>
                </a:lnTo>
                <a:cubicBezTo>
                  <a:pt x="10815" y="98944"/>
                  <a:pt x="13019" y="99852"/>
                  <a:pt x="15611" y="100000"/>
                </a:cubicBezTo>
                <a:lnTo>
                  <a:pt x="15611" y="100000"/>
                </a:lnTo>
                <a:lnTo>
                  <a:pt x="43778" y="100000"/>
                </a:lnTo>
                <a:lnTo>
                  <a:pt x="43778" y="56278"/>
                </a:lnTo>
                <a:lnTo>
                  <a:pt x="6278" y="56278"/>
                </a:lnTo>
                <a:moveTo>
                  <a:pt x="56278" y="100000"/>
                </a:moveTo>
                <a:lnTo>
                  <a:pt x="56278" y="100000"/>
                </a:lnTo>
                <a:lnTo>
                  <a:pt x="84389" y="100000"/>
                </a:lnTo>
                <a:cubicBezTo>
                  <a:pt x="86981" y="99852"/>
                  <a:pt x="89185" y="98944"/>
                  <a:pt x="91000" y="97278"/>
                </a:cubicBezTo>
                <a:lnTo>
                  <a:pt x="91000" y="97278"/>
                </a:lnTo>
                <a:cubicBezTo>
                  <a:pt x="92704" y="95463"/>
                  <a:pt x="93630" y="93241"/>
                  <a:pt x="93778" y="90611"/>
                </a:cubicBezTo>
                <a:lnTo>
                  <a:pt x="93778" y="90611"/>
                </a:lnTo>
                <a:lnTo>
                  <a:pt x="93778" y="56278"/>
                </a:lnTo>
                <a:lnTo>
                  <a:pt x="56278" y="56278"/>
                </a:lnTo>
                <a:lnTo>
                  <a:pt x="56278" y="100000"/>
                </a:lnTo>
              </a:path>
            </a:pathLst>
          </a:cu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2653965833-58"/>
          <p:cNvSpPr/>
          <p:nvPr/>
        </p:nvSpPr>
        <p:spPr>
          <a:xfrm>
            <a:off x="6089065" y="13619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7278" y="13500"/>
                </a:moveTo>
                <a:lnTo>
                  <a:pt x="37278" y="13500"/>
                </a:lnTo>
                <a:lnTo>
                  <a:pt x="43944" y="25000"/>
                </a:lnTo>
                <a:lnTo>
                  <a:pt x="43778" y="25000"/>
                </a:lnTo>
                <a:lnTo>
                  <a:pt x="29667" y="25000"/>
                </a:lnTo>
                <a:cubicBezTo>
                  <a:pt x="27481" y="25000"/>
                  <a:pt x="25667" y="24222"/>
                  <a:pt x="24222" y="22667"/>
                </a:cubicBezTo>
                <a:lnTo>
                  <a:pt x="24222" y="22667"/>
                </a:lnTo>
                <a:cubicBezTo>
                  <a:pt x="22667" y="21222"/>
                  <a:pt x="21889" y="19389"/>
                  <a:pt x="21889" y="17167"/>
                </a:cubicBezTo>
                <a:lnTo>
                  <a:pt x="21889" y="17167"/>
                </a:lnTo>
                <a:cubicBezTo>
                  <a:pt x="21889" y="14981"/>
                  <a:pt x="22667" y="13167"/>
                  <a:pt x="24222" y="11722"/>
                </a:cubicBezTo>
                <a:lnTo>
                  <a:pt x="24222" y="11722"/>
                </a:lnTo>
                <a:cubicBezTo>
                  <a:pt x="25667" y="10167"/>
                  <a:pt x="27481" y="9389"/>
                  <a:pt x="29667" y="9389"/>
                </a:cubicBezTo>
                <a:lnTo>
                  <a:pt x="29667" y="9389"/>
                </a:lnTo>
                <a:lnTo>
                  <a:pt x="30056" y="9389"/>
                </a:lnTo>
                <a:cubicBezTo>
                  <a:pt x="33204" y="9500"/>
                  <a:pt x="35611" y="10870"/>
                  <a:pt x="37278" y="13500"/>
                </a:cubicBezTo>
                <a:lnTo>
                  <a:pt x="37278" y="13500"/>
                </a:lnTo>
                <a:moveTo>
                  <a:pt x="12500" y="17167"/>
                </a:moveTo>
                <a:lnTo>
                  <a:pt x="12500" y="17167"/>
                </a:lnTo>
                <a:cubicBezTo>
                  <a:pt x="12500" y="20056"/>
                  <a:pt x="13148" y="22667"/>
                  <a:pt x="14444" y="25000"/>
                </a:cubicBezTo>
                <a:lnTo>
                  <a:pt x="14444" y="25000"/>
                </a:lnTo>
                <a:lnTo>
                  <a:pt x="6278" y="25000"/>
                </a:lnTo>
                <a:cubicBezTo>
                  <a:pt x="4426" y="25000"/>
                  <a:pt x="2926" y="25593"/>
                  <a:pt x="1778" y="26778"/>
                </a:cubicBezTo>
                <a:lnTo>
                  <a:pt x="1778" y="26778"/>
                </a:lnTo>
                <a:cubicBezTo>
                  <a:pt x="593" y="27926"/>
                  <a:pt x="0" y="29426"/>
                  <a:pt x="0" y="31278"/>
                </a:cubicBezTo>
                <a:lnTo>
                  <a:pt x="0" y="31278"/>
                </a:lnTo>
                <a:lnTo>
                  <a:pt x="0" y="43778"/>
                </a:lnTo>
                <a:cubicBezTo>
                  <a:pt x="0" y="45593"/>
                  <a:pt x="593" y="47074"/>
                  <a:pt x="1778" y="48222"/>
                </a:cubicBezTo>
                <a:lnTo>
                  <a:pt x="1778" y="48222"/>
                </a:lnTo>
                <a:cubicBezTo>
                  <a:pt x="2926" y="49407"/>
                  <a:pt x="4426" y="50000"/>
                  <a:pt x="6278" y="50000"/>
                </a:cubicBezTo>
                <a:lnTo>
                  <a:pt x="6278" y="50000"/>
                </a:lnTo>
                <a:lnTo>
                  <a:pt x="93778" y="50000"/>
                </a:lnTo>
                <a:cubicBezTo>
                  <a:pt x="95593" y="50000"/>
                  <a:pt x="97074" y="49407"/>
                  <a:pt x="98222" y="48222"/>
                </a:cubicBezTo>
                <a:lnTo>
                  <a:pt x="98222" y="48222"/>
                </a:lnTo>
                <a:cubicBezTo>
                  <a:pt x="99407" y="47074"/>
                  <a:pt x="100000" y="45593"/>
                  <a:pt x="100000" y="43778"/>
                </a:cubicBezTo>
                <a:lnTo>
                  <a:pt x="100000" y="43778"/>
                </a:lnTo>
                <a:lnTo>
                  <a:pt x="100000" y="31278"/>
                </a:lnTo>
                <a:cubicBezTo>
                  <a:pt x="100000" y="29426"/>
                  <a:pt x="99407" y="27926"/>
                  <a:pt x="98222" y="26778"/>
                </a:cubicBezTo>
                <a:lnTo>
                  <a:pt x="98222" y="26778"/>
                </a:lnTo>
                <a:cubicBezTo>
                  <a:pt x="97074" y="25593"/>
                  <a:pt x="95593" y="25000"/>
                  <a:pt x="93778" y="25000"/>
                </a:cubicBezTo>
                <a:lnTo>
                  <a:pt x="93778" y="25000"/>
                </a:lnTo>
                <a:lnTo>
                  <a:pt x="85556" y="25000"/>
                </a:lnTo>
                <a:cubicBezTo>
                  <a:pt x="86852" y="22667"/>
                  <a:pt x="87500" y="20056"/>
                  <a:pt x="87500" y="17167"/>
                </a:cubicBezTo>
                <a:lnTo>
                  <a:pt x="87500" y="17167"/>
                </a:lnTo>
                <a:cubicBezTo>
                  <a:pt x="87352" y="12352"/>
                  <a:pt x="85667" y="8315"/>
                  <a:pt x="82444" y="5056"/>
                </a:cubicBezTo>
                <a:lnTo>
                  <a:pt x="82444" y="5056"/>
                </a:lnTo>
                <a:cubicBezTo>
                  <a:pt x="79185" y="1833"/>
                  <a:pt x="75148" y="148"/>
                  <a:pt x="70333" y="0"/>
                </a:cubicBezTo>
                <a:lnTo>
                  <a:pt x="70333" y="0"/>
                </a:lnTo>
                <a:lnTo>
                  <a:pt x="69944" y="0"/>
                </a:lnTo>
                <a:cubicBezTo>
                  <a:pt x="63278" y="259"/>
                  <a:pt x="58185" y="3130"/>
                  <a:pt x="54667" y="8611"/>
                </a:cubicBezTo>
                <a:lnTo>
                  <a:pt x="54667" y="8611"/>
                </a:lnTo>
                <a:lnTo>
                  <a:pt x="50000" y="16778"/>
                </a:lnTo>
                <a:lnTo>
                  <a:pt x="45333" y="8778"/>
                </a:lnTo>
                <a:cubicBezTo>
                  <a:pt x="41815" y="3185"/>
                  <a:pt x="36722" y="259"/>
                  <a:pt x="30056" y="0"/>
                </a:cubicBezTo>
                <a:lnTo>
                  <a:pt x="30056" y="0"/>
                </a:lnTo>
                <a:lnTo>
                  <a:pt x="29667" y="0"/>
                </a:lnTo>
                <a:cubicBezTo>
                  <a:pt x="24852" y="148"/>
                  <a:pt x="20815" y="1833"/>
                  <a:pt x="17556" y="5056"/>
                </a:cubicBezTo>
                <a:lnTo>
                  <a:pt x="17556" y="5056"/>
                </a:lnTo>
                <a:cubicBezTo>
                  <a:pt x="14333" y="8315"/>
                  <a:pt x="12648" y="12352"/>
                  <a:pt x="12500" y="17167"/>
                </a:cubicBezTo>
                <a:lnTo>
                  <a:pt x="12500" y="17167"/>
                </a:lnTo>
                <a:moveTo>
                  <a:pt x="78111" y="17167"/>
                </a:moveTo>
                <a:lnTo>
                  <a:pt x="78111" y="17167"/>
                </a:lnTo>
                <a:cubicBezTo>
                  <a:pt x="78111" y="19389"/>
                  <a:pt x="77333" y="21222"/>
                  <a:pt x="75778" y="22667"/>
                </a:cubicBezTo>
                <a:lnTo>
                  <a:pt x="75778" y="22667"/>
                </a:lnTo>
                <a:lnTo>
                  <a:pt x="75778" y="22667"/>
                </a:lnTo>
                <a:cubicBezTo>
                  <a:pt x="74333" y="24222"/>
                  <a:pt x="72519" y="25000"/>
                  <a:pt x="70333" y="25000"/>
                </a:cubicBezTo>
                <a:lnTo>
                  <a:pt x="70333" y="25000"/>
                </a:lnTo>
                <a:lnTo>
                  <a:pt x="56278" y="25000"/>
                </a:lnTo>
                <a:lnTo>
                  <a:pt x="56056" y="25000"/>
                </a:lnTo>
                <a:lnTo>
                  <a:pt x="62889" y="13500"/>
                </a:lnTo>
                <a:cubicBezTo>
                  <a:pt x="64444" y="10870"/>
                  <a:pt x="66796" y="9500"/>
                  <a:pt x="69944" y="9389"/>
                </a:cubicBezTo>
                <a:lnTo>
                  <a:pt x="69944" y="9389"/>
                </a:lnTo>
                <a:lnTo>
                  <a:pt x="70333" y="9389"/>
                </a:lnTo>
                <a:cubicBezTo>
                  <a:pt x="72519" y="9389"/>
                  <a:pt x="74333" y="10167"/>
                  <a:pt x="75778" y="11722"/>
                </a:cubicBezTo>
                <a:lnTo>
                  <a:pt x="75778" y="11722"/>
                </a:lnTo>
                <a:cubicBezTo>
                  <a:pt x="77333" y="13167"/>
                  <a:pt x="78111" y="14981"/>
                  <a:pt x="78111" y="17167"/>
                </a:cubicBezTo>
                <a:lnTo>
                  <a:pt x="78111" y="17167"/>
                </a:lnTo>
                <a:moveTo>
                  <a:pt x="6278" y="56278"/>
                </a:moveTo>
                <a:lnTo>
                  <a:pt x="6278" y="56278"/>
                </a:lnTo>
                <a:lnTo>
                  <a:pt x="6278" y="90611"/>
                </a:lnTo>
                <a:cubicBezTo>
                  <a:pt x="6389" y="93241"/>
                  <a:pt x="7296" y="95463"/>
                  <a:pt x="9000" y="97278"/>
                </a:cubicBezTo>
                <a:lnTo>
                  <a:pt x="9000" y="97278"/>
                </a:lnTo>
                <a:cubicBezTo>
                  <a:pt x="10815" y="98944"/>
                  <a:pt x="13019" y="99852"/>
                  <a:pt x="15611" y="100000"/>
                </a:cubicBezTo>
                <a:lnTo>
                  <a:pt x="15611" y="100000"/>
                </a:lnTo>
                <a:lnTo>
                  <a:pt x="43778" y="100000"/>
                </a:lnTo>
                <a:lnTo>
                  <a:pt x="43778" y="56278"/>
                </a:lnTo>
                <a:lnTo>
                  <a:pt x="6278" y="56278"/>
                </a:lnTo>
                <a:moveTo>
                  <a:pt x="56278" y="100000"/>
                </a:moveTo>
                <a:lnTo>
                  <a:pt x="56278" y="100000"/>
                </a:lnTo>
                <a:lnTo>
                  <a:pt x="84389" y="100000"/>
                </a:lnTo>
                <a:cubicBezTo>
                  <a:pt x="86981" y="99852"/>
                  <a:pt x="89185" y="98944"/>
                  <a:pt x="91000" y="97278"/>
                </a:cubicBezTo>
                <a:lnTo>
                  <a:pt x="91000" y="97278"/>
                </a:lnTo>
                <a:cubicBezTo>
                  <a:pt x="92704" y="95463"/>
                  <a:pt x="93630" y="93241"/>
                  <a:pt x="93778" y="90611"/>
                </a:cubicBezTo>
                <a:lnTo>
                  <a:pt x="93778" y="90611"/>
                </a:lnTo>
                <a:lnTo>
                  <a:pt x="93778" y="56278"/>
                </a:lnTo>
                <a:lnTo>
                  <a:pt x="56278" y="56278"/>
                </a:lnTo>
                <a:lnTo>
                  <a:pt x="56278" y="100000"/>
                </a:lnTo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5385-12"/>
          <p:cNvSpPr/>
          <p:nvPr/>
        </p:nvSpPr>
        <p:spPr>
          <a:xfrm>
            <a:off x="400050" y="1842016"/>
            <a:ext cx="2666941" cy="2205276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el-1792653965388-15"/>
          <p:cNvSpPr/>
          <p:nvPr/>
        </p:nvSpPr>
        <p:spPr>
          <a:xfrm>
            <a:off x="400050" y="1842016"/>
            <a:ext cx="2666941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21" y="90198"/>
                </a:lnTo>
                <a:lnTo>
                  <a:pt x="82" y="80491"/>
                </a:lnTo>
                <a:lnTo>
                  <a:pt x="185" y="70972"/>
                </a:lnTo>
                <a:lnTo>
                  <a:pt x="326" y="61732"/>
                </a:lnTo>
                <a:lnTo>
                  <a:pt x="506" y="52860"/>
                </a:lnTo>
                <a:lnTo>
                  <a:pt x="722" y="44443"/>
                </a:lnTo>
                <a:lnTo>
                  <a:pt x="973" y="36561"/>
                </a:lnTo>
                <a:lnTo>
                  <a:pt x="1255" y="29289"/>
                </a:lnTo>
                <a:lnTo>
                  <a:pt x="1567" y="22699"/>
                </a:lnTo>
                <a:lnTo>
                  <a:pt x="1905" y="16853"/>
                </a:lnTo>
                <a:lnTo>
                  <a:pt x="2265" y="11808"/>
                </a:lnTo>
                <a:lnTo>
                  <a:pt x="2646" y="7612"/>
                </a:lnTo>
                <a:lnTo>
                  <a:pt x="3042" y="4306"/>
                </a:lnTo>
                <a:lnTo>
                  <a:pt x="3450" y="1921"/>
                </a:lnTo>
                <a:lnTo>
                  <a:pt x="3866" y="482"/>
                </a:lnTo>
                <a:lnTo>
                  <a:pt x="4286" y="0"/>
                </a:lnTo>
                <a:lnTo>
                  <a:pt x="95714" y="0"/>
                </a:lnTo>
                <a:lnTo>
                  <a:pt x="96134" y="482"/>
                </a:lnTo>
                <a:lnTo>
                  <a:pt x="96550" y="1921"/>
                </a:lnTo>
                <a:lnTo>
                  <a:pt x="96958" y="4306"/>
                </a:lnTo>
                <a:lnTo>
                  <a:pt x="97354" y="7612"/>
                </a:lnTo>
                <a:lnTo>
                  <a:pt x="97735" y="11808"/>
                </a:lnTo>
                <a:lnTo>
                  <a:pt x="98095" y="16853"/>
                </a:lnTo>
                <a:lnTo>
                  <a:pt x="98433" y="22699"/>
                </a:lnTo>
                <a:lnTo>
                  <a:pt x="98745" y="29289"/>
                </a:lnTo>
                <a:lnTo>
                  <a:pt x="99027" y="36561"/>
                </a:lnTo>
                <a:lnTo>
                  <a:pt x="99278" y="44443"/>
                </a:lnTo>
                <a:lnTo>
                  <a:pt x="99494" y="52860"/>
                </a:lnTo>
                <a:lnTo>
                  <a:pt x="99674" y="61732"/>
                </a:lnTo>
                <a:lnTo>
                  <a:pt x="99815" y="70972"/>
                </a:lnTo>
                <a:lnTo>
                  <a:pt x="99918" y="80491"/>
                </a:lnTo>
                <a:lnTo>
                  <a:pt x="99979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79" y="92649"/>
                </a:lnTo>
                <a:lnTo>
                  <a:pt x="99918" y="85368"/>
                </a:lnTo>
                <a:lnTo>
                  <a:pt x="99815" y="78229"/>
                </a:lnTo>
                <a:lnTo>
                  <a:pt x="99674" y="71299"/>
                </a:lnTo>
                <a:lnTo>
                  <a:pt x="99494" y="64645"/>
                </a:lnTo>
                <a:lnTo>
                  <a:pt x="99278" y="58332"/>
                </a:lnTo>
                <a:lnTo>
                  <a:pt x="99027" y="52421"/>
                </a:lnTo>
                <a:lnTo>
                  <a:pt x="98745" y="46967"/>
                </a:lnTo>
                <a:lnTo>
                  <a:pt x="98433" y="42024"/>
                </a:lnTo>
                <a:lnTo>
                  <a:pt x="98095" y="37640"/>
                </a:lnTo>
                <a:lnTo>
                  <a:pt x="97735" y="33856"/>
                </a:lnTo>
                <a:lnTo>
                  <a:pt x="97354" y="30709"/>
                </a:lnTo>
                <a:lnTo>
                  <a:pt x="96958" y="28229"/>
                </a:lnTo>
                <a:lnTo>
                  <a:pt x="96550" y="26441"/>
                </a:lnTo>
                <a:lnTo>
                  <a:pt x="96134" y="25361"/>
                </a:lnTo>
                <a:lnTo>
                  <a:pt x="95714" y="25000"/>
                </a:lnTo>
                <a:lnTo>
                  <a:pt x="4286" y="25000"/>
                </a:lnTo>
                <a:lnTo>
                  <a:pt x="3866" y="25361"/>
                </a:lnTo>
                <a:lnTo>
                  <a:pt x="3450" y="26441"/>
                </a:lnTo>
                <a:lnTo>
                  <a:pt x="3042" y="28229"/>
                </a:lnTo>
                <a:lnTo>
                  <a:pt x="2646" y="30709"/>
                </a:lnTo>
                <a:lnTo>
                  <a:pt x="2265" y="33856"/>
                </a:lnTo>
                <a:lnTo>
                  <a:pt x="1905" y="37640"/>
                </a:lnTo>
                <a:lnTo>
                  <a:pt x="1567" y="42024"/>
                </a:lnTo>
                <a:lnTo>
                  <a:pt x="1255" y="46967"/>
                </a:lnTo>
                <a:lnTo>
                  <a:pt x="973" y="52421"/>
                </a:lnTo>
                <a:lnTo>
                  <a:pt x="722" y="58332"/>
                </a:lnTo>
                <a:lnTo>
                  <a:pt x="506" y="64645"/>
                </a:lnTo>
                <a:lnTo>
                  <a:pt x="326" y="71299"/>
                </a:lnTo>
                <a:lnTo>
                  <a:pt x="185" y="78229"/>
                </a:lnTo>
                <a:lnTo>
                  <a:pt x="82" y="85368"/>
                </a:lnTo>
                <a:lnTo>
                  <a:pt x="21" y="9264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92653965405-33"/>
          <p:cNvSpPr/>
          <p:nvPr/>
        </p:nvSpPr>
        <p:spPr>
          <a:xfrm>
            <a:off x="582216" y="2070616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EEF4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2653965835-60"/>
          <p:cNvSpPr/>
          <p:nvPr/>
        </p:nvSpPr>
        <p:spPr>
          <a:xfrm>
            <a:off x="682228" y="2183130"/>
            <a:ext cx="200025" cy="175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94778"/>
                </a:moveTo>
                <a:lnTo>
                  <a:pt x="50000" y="94778"/>
                </a:lnTo>
                <a:cubicBezTo>
                  <a:pt x="59365" y="94630"/>
                  <a:pt x="67762" y="92500"/>
                  <a:pt x="75190" y="88389"/>
                </a:cubicBezTo>
                <a:lnTo>
                  <a:pt x="75190" y="88389"/>
                </a:lnTo>
                <a:lnTo>
                  <a:pt x="75190" y="88389"/>
                </a:lnTo>
                <a:cubicBezTo>
                  <a:pt x="82746" y="84167"/>
                  <a:pt x="88730" y="78481"/>
                  <a:pt x="93143" y="71333"/>
                </a:cubicBezTo>
                <a:lnTo>
                  <a:pt x="93143" y="71333"/>
                </a:lnTo>
                <a:lnTo>
                  <a:pt x="93143" y="71333"/>
                </a:lnTo>
                <a:cubicBezTo>
                  <a:pt x="97587" y="64185"/>
                  <a:pt x="99873" y="56204"/>
                  <a:pt x="100000" y="47389"/>
                </a:cubicBezTo>
                <a:lnTo>
                  <a:pt x="100000" y="47389"/>
                </a:lnTo>
                <a:cubicBezTo>
                  <a:pt x="99873" y="38574"/>
                  <a:pt x="97587" y="30593"/>
                  <a:pt x="93143" y="23444"/>
                </a:cubicBezTo>
                <a:lnTo>
                  <a:pt x="93143" y="23444"/>
                </a:lnTo>
                <a:cubicBezTo>
                  <a:pt x="88730" y="16333"/>
                  <a:pt x="82746" y="10648"/>
                  <a:pt x="75190" y="6389"/>
                </a:cubicBezTo>
                <a:lnTo>
                  <a:pt x="75190" y="6389"/>
                </a:lnTo>
                <a:cubicBezTo>
                  <a:pt x="67762" y="2278"/>
                  <a:pt x="59365" y="148"/>
                  <a:pt x="50000" y="0"/>
                </a:cubicBezTo>
                <a:lnTo>
                  <a:pt x="50000" y="0"/>
                </a:lnTo>
                <a:cubicBezTo>
                  <a:pt x="40635" y="148"/>
                  <a:pt x="32238" y="2278"/>
                  <a:pt x="24810" y="6389"/>
                </a:cubicBezTo>
                <a:lnTo>
                  <a:pt x="24810" y="6389"/>
                </a:lnTo>
                <a:cubicBezTo>
                  <a:pt x="17254" y="10648"/>
                  <a:pt x="11270" y="16333"/>
                  <a:pt x="6857" y="23444"/>
                </a:cubicBezTo>
                <a:lnTo>
                  <a:pt x="6857" y="23444"/>
                </a:lnTo>
                <a:cubicBezTo>
                  <a:pt x="2413" y="30593"/>
                  <a:pt x="127" y="38574"/>
                  <a:pt x="0" y="47389"/>
                </a:cubicBezTo>
                <a:lnTo>
                  <a:pt x="0" y="47389"/>
                </a:lnTo>
                <a:cubicBezTo>
                  <a:pt x="127" y="57870"/>
                  <a:pt x="3254" y="67056"/>
                  <a:pt x="9381" y="74944"/>
                </a:cubicBezTo>
                <a:lnTo>
                  <a:pt x="9381" y="74944"/>
                </a:lnTo>
                <a:cubicBezTo>
                  <a:pt x="8714" y="80574"/>
                  <a:pt x="7286" y="85370"/>
                  <a:pt x="5095" y="89333"/>
                </a:cubicBezTo>
                <a:lnTo>
                  <a:pt x="5095" y="89333"/>
                </a:lnTo>
                <a:cubicBezTo>
                  <a:pt x="4048" y="91444"/>
                  <a:pt x="3063" y="93037"/>
                  <a:pt x="2143" y="94111"/>
                </a:cubicBezTo>
                <a:lnTo>
                  <a:pt x="2143" y="94111"/>
                </a:lnTo>
                <a:cubicBezTo>
                  <a:pt x="1762" y="94704"/>
                  <a:pt x="1444" y="95167"/>
                  <a:pt x="1190" y="95500"/>
                </a:cubicBezTo>
                <a:lnTo>
                  <a:pt x="1190" y="95500"/>
                </a:lnTo>
                <a:cubicBezTo>
                  <a:pt x="1190" y="95648"/>
                  <a:pt x="1127" y="95722"/>
                  <a:pt x="1000" y="95722"/>
                </a:cubicBezTo>
                <a:lnTo>
                  <a:pt x="1000" y="95722"/>
                </a:lnTo>
                <a:cubicBezTo>
                  <a:pt x="1000" y="95722"/>
                  <a:pt x="1000" y="95796"/>
                  <a:pt x="1000" y="95944"/>
                </a:cubicBezTo>
                <a:lnTo>
                  <a:pt x="1000" y="95944"/>
                </a:lnTo>
                <a:lnTo>
                  <a:pt x="1000" y="95944"/>
                </a:lnTo>
                <a:lnTo>
                  <a:pt x="1000" y="95944"/>
                </a:lnTo>
                <a:lnTo>
                  <a:pt x="1000" y="95944"/>
                </a:lnTo>
                <a:lnTo>
                  <a:pt x="1000" y="95944"/>
                </a:lnTo>
                <a:lnTo>
                  <a:pt x="1000" y="95944"/>
                </a:lnTo>
                <a:cubicBezTo>
                  <a:pt x="79" y="96981"/>
                  <a:pt x="-190" y="98259"/>
                  <a:pt x="190" y="99778"/>
                </a:cubicBezTo>
                <a:lnTo>
                  <a:pt x="190" y="99778"/>
                </a:lnTo>
                <a:cubicBezTo>
                  <a:pt x="857" y="101333"/>
                  <a:pt x="1841" y="102111"/>
                  <a:pt x="3143" y="102111"/>
                </a:cubicBezTo>
                <a:lnTo>
                  <a:pt x="3143" y="102111"/>
                </a:lnTo>
                <a:cubicBezTo>
                  <a:pt x="8857" y="101778"/>
                  <a:pt x="14190" y="100333"/>
                  <a:pt x="19143" y="97778"/>
                </a:cubicBezTo>
                <a:lnTo>
                  <a:pt x="19143" y="97778"/>
                </a:lnTo>
                <a:cubicBezTo>
                  <a:pt x="23714" y="95333"/>
                  <a:pt x="27222" y="92963"/>
                  <a:pt x="29667" y="90667"/>
                </a:cubicBezTo>
                <a:lnTo>
                  <a:pt x="29667" y="90667"/>
                </a:lnTo>
                <a:cubicBezTo>
                  <a:pt x="35921" y="93407"/>
                  <a:pt x="42698" y="94778"/>
                  <a:pt x="50000" y="94778"/>
                </a:cubicBezTo>
                <a:lnTo>
                  <a:pt x="50000" y="94778"/>
                </a:lnTo>
                <a:moveTo>
                  <a:pt x="25000" y="40111"/>
                </a:moveTo>
                <a:lnTo>
                  <a:pt x="25000" y="40111"/>
                </a:lnTo>
                <a:cubicBezTo>
                  <a:pt x="26810" y="40111"/>
                  <a:pt x="28302" y="40796"/>
                  <a:pt x="29476" y="42167"/>
                </a:cubicBezTo>
                <a:lnTo>
                  <a:pt x="29476" y="42167"/>
                </a:lnTo>
                <a:lnTo>
                  <a:pt x="29476" y="42167"/>
                </a:lnTo>
                <a:cubicBezTo>
                  <a:pt x="30651" y="43537"/>
                  <a:pt x="31238" y="45278"/>
                  <a:pt x="31238" y="47389"/>
                </a:cubicBezTo>
                <a:lnTo>
                  <a:pt x="31238" y="47389"/>
                </a:lnTo>
                <a:cubicBezTo>
                  <a:pt x="31238" y="49537"/>
                  <a:pt x="30651" y="51278"/>
                  <a:pt x="29476" y="52611"/>
                </a:cubicBezTo>
                <a:lnTo>
                  <a:pt x="29476" y="52611"/>
                </a:lnTo>
                <a:cubicBezTo>
                  <a:pt x="28302" y="53981"/>
                  <a:pt x="26810" y="54667"/>
                  <a:pt x="25000" y="54667"/>
                </a:cubicBezTo>
                <a:lnTo>
                  <a:pt x="25000" y="54667"/>
                </a:lnTo>
                <a:cubicBezTo>
                  <a:pt x="23190" y="54667"/>
                  <a:pt x="21698" y="53981"/>
                  <a:pt x="20524" y="52611"/>
                </a:cubicBezTo>
                <a:lnTo>
                  <a:pt x="20524" y="52611"/>
                </a:lnTo>
                <a:cubicBezTo>
                  <a:pt x="19349" y="51278"/>
                  <a:pt x="18762" y="49537"/>
                  <a:pt x="18762" y="47389"/>
                </a:cubicBezTo>
                <a:lnTo>
                  <a:pt x="18762" y="47389"/>
                </a:lnTo>
                <a:cubicBezTo>
                  <a:pt x="18762" y="45278"/>
                  <a:pt x="19349" y="43537"/>
                  <a:pt x="20524" y="42167"/>
                </a:cubicBezTo>
                <a:lnTo>
                  <a:pt x="20524" y="42167"/>
                </a:lnTo>
                <a:cubicBezTo>
                  <a:pt x="21698" y="40796"/>
                  <a:pt x="23190" y="40111"/>
                  <a:pt x="25000" y="40111"/>
                </a:cubicBezTo>
                <a:lnTo>
                  <a:pt x="25000" y="40111"/>
                </a:lnTo>
                <a:moveTo>
                  <a:pt x="50000" y="40111"/>
                </a:moveTo>
                <a:lnTo>
                  <a:pt x="50000" y="40111"/>
                </a:lnTo>
                <a:cubicBezTo>
                  <a:pt x="51810" y="40111"/>
                  <a:pt x="53302" y="40796"/>
                  <a:pt x="54476" y="42167"/>
                </a:cubicBezTo>
                <a:lnTo>
                  <a:pt x="54476" y="42167"/>
                </a:lnTo>
                <a:lnTo>
                  <a:pt x="54476" y="42167"/>
                </a:lnTo>
                <a:cubicBezTo>
                  <a:pt x="55651" y="43537"/>
                  <a:pt x="56238" y="45278"/>
                  <a:pt x="56238" y="47389"/>
                </a:cubicBezTo>
                <a:lnTo>
                  <a:pt x="56238" y="47389"/>
                </a:lnTo>
                <a:cubicBezTo>
                  <a:pt x="56238" y="49537"/>
                  <a:pt x="55651" y="51278"/>
                  <a:pt x="54476" y="52611"/>
                </a:cubicBezTo>
                <a:lnTo>
                  <a:pt x="54476" y="52611"/>
                </a:lnTo>
                <a:cubicBezTo>
                  <a:pt x="53302" y="53981"/>
                  <a:pt x="51810" y="54667"/>
                  <a:pt x="50000" y="54667"/>
                </a:cubicBezTo>
                <a:lnTo>
                  <a:pt x="50000" y="54667"/>
                </a:lnTo>
                <a:cubicBezTo>
                  <a:pt x="48190" y="54667"/>
                  <a:pt x="46698" y="53981"/>
                  <a:pt x="45524" y="52611"/>
                </a:cubicBezTo>
                <a:lnTo>
                  <a:pt x="45524" y="52611"/>
                </a:lnTo>
                <a:cubicBezTo>
                  <a:pt x="44349" y="51278"/>
                  <a:pt x="43762" y="49537"/>
                  <a:pt x="43762" y="47389"/>
                </a:cubicBezTo>
                <a:lnTo>
                  <a:pt x="43762" y="47389"/>
                </a:lnTo>
                <a:cubicBezTo>
                  <a:pt x="43762" y="45278"/>
                  <a:pt x="44349" y="43537"/>
                  <a:pt x="45524" y="42167"/>
                </a:cubicBezTo>
                <a:lnTo>
                  <a:pt x="45524" y="42167"/>
                </a:lnTo>
                <a:cubicBezTo>
                  <a:pt x="46698" y="40796"/>
                  <a:pt x="48190" y="40111"/>
                  <a:pt x="50000" y="40111"/>
                </a:cubicBezTo>
                <a:lnTo>
                  <a:pt x="50000" y="40111"/>
                </a:lnTo>
                <a:moveTo>
                  <a:pt x="68762" y="47389"/>
                </a:moveTo>
                <a:lnTo>
                  <a:pt x="68762" y="47389"/>
                </a:lnTo>
                <a:cubicBezTo>
                  <a:pt x="68762" y="45278"/>
                  <a:pt x="69349" y="43537"/>
                  <a:pt x="70524" y="42167"/>
                </a:cubicBezTo>
                <a:lnTo>
                  <a:pt x="70524" y="42167"/>
                </a:lnTo>
                <a:lnTo>
                  <a:pt x="70524" y="42167"/>
                </a:lnTo>
                <a:cubicBezTo>
                  <a:pt x="71698" y="40796"/>
                  <a:pt x="73190" y="40111"/>
                  <a:pt x="75000" y="40111"/>
                </a:cubicBezTo>
                <a:lnTo>
                  <a:pt x="75000" y="40111"/>
                </a:lnTo>
                <a:cubicBezTo>
                  <a:pt x="76810" y="40111"/>
                  <a:pt x="78302" y="40796"/>
                  <a:pt x="79476" y="42167"/>
                </a:cubicBezTo>
                <a:lnTo>
                  <a:pt x="79476" y="42167"/>
                </a:lnTo>
                <a:cubicBezTo>
                  <a:pt x="80651" y="43537"/>
                  <a:pt x="81238" y="45278"/>
                  <a:pt x="81238" y="47389"/>
                </a:cubicBezTo>
                <a:lnTo>
                  <a:pt x="81238" y="47389"/>
                </a:lnTo>
                <a:cubicBezTo>
                  <a:pt x="81238" y="49537"/>
                  <a:pt x="80651" y="51278"/>
                  <a:pt x="79476" y="52611"/>
                </a:cubicBezTo>
                <a:lnTo>
                  <a:pt x="79476" y="52611"/>
                </a:lnTo>
                <a:cubicBezTo>
                  <a:pt x="78302" y="53981"/>
                  <a:pt x="76810" y="54667"/>
                  <a:pt x="75000" y="54667"/>
                </a:cubicBezTo>
                <a:lnTo>
                  <a:pt x="75000" y="54667"/>
                </a:lnTo>
                <a:cubicBezTo>
                  <a:pt x="73190" y="54667"/>
                  <a:pt x="71698" y="53981"/>
                  <a:pt x="70524" y="52611"/>
                </a:cubicBezTo>
                <a:lnTo>
                  <a:pt x="70524" y="52611"/>
                </a:lnTo>
                <a:cubicBezTo>
                  <a:pt x="69349" y="51278"/>
                  <a:pt x="68762" y="49537"/>
                  <a:pt x="68762" y="47389"/>
                </a:cubicBezTo>
                <a:lnTo>
                  <a:pt x="68762" y="47389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2653965397-24"/>
          <p:cNvSpPr/>
          <p:nvPr/>
        </p:nvSpPr>
        <p:spPr>
          <a:xfrm>
            <a:off x="582216" y="3659386"/>
            <a:ext cx="771525" cy="234315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92653965386-13"/>
          <p:cNvSpPr/>
          <p:nvPr/>
        </p:nvSpPr>
        <p:spPr>
          <a:xfrm>
            <a:off x="3238441" y="1842016"/>
            <a:ext cx="2667030" cy="2205276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el-1792653965389-16"/>
          <p:cNvSpPr/>
          <p:nvPr/>
        </p:nvSpPr>
        <p:spPr>
          <a:xfrm>
            <a:off x="3238441" y="1842016"/>
            <a:ext cx="2667030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21" y="90198"/>
                </a:lnTo>
                <a:lnTo>
                  <a:pt x="82" y="80491"/>
                </a:lnTo>
                <a:lnTo>
                  <a:pt x="185" y="70972"/>
                </a:lnTo>
                <a:lnTo>
                  <a:pt x="326" y="61732"/>
                </a:lnTo>
                <a:lnTo>
                  <a:pt x="506" y="52860"/>
                </a:lnTo>
                <a:lnTo>
                  <a:pt x="722" y="44443"/>
                </a:lnTo>
                <a:lnTo>
                  <a:pt x="973" y="36561"/>
                </a:lnTo>
                <a:lnTo>
                  <a:pt x="1255" y="29289"/>
                </a:lnTo>
                <a:lnTo>
                  <a:pt x="1567" y="22699"/>
                </a:lnTo>
                <a:lnTo>
                  <a:pt x="1905" y="16853"/>
                </a:lnTo>
                <a:lnTo>
                  <a:pt x="2265" y="11808"/>
                </a:lnTo>
                <a:lnTo>
                  <a:pt x="2646" y="7612"/>
                </a:lnTo>
                <a:lnTo>
                  <a:pt x="3042" y="4306"/>
                </a:lnTo>
                <a:lnTo>
                  <a:pt x="3450" y="1921"/>
                </a:lnTo>
                <a:lnTo>
                  <a:pt x="3866" y="482"/>
                </a:lnTo>
                <a:lnTo>
                  <a:pt x="4286" y="0"/>
                </a:lnTo>
                <a:lnTo>
                  <a:pt x="95714" y="0"/>
                </a:lnTo>
                <a:lnTo>
                  <a:pt x="96134" y="482"/>
                </a:lnTo>
                <a:lnTo>
                  <a:pt x="96550" y="1921"/>
                </a:lnTo>
                <a:lnTo>
                  <a:pt x="96958" y="4306"/>
                </a:lnTo>
                <a:lnTo>
                  <a:pt x="97354" y="7612"/>
                </a:lnTo>
                <a:lnTo>
                  <a:pt x="97735" y="11808"/>
                </a:lnTo>
                <a:lnTo>
                  <a:pt x="98095" y="16853"/>
                </a:lnTo>
                <a:lnTo>
                  <a:pt x="98433" y="22699"/>
                </a:lnTo>
                <a:lnTo>
                  <a:pt x="98745" y="29289"/>
                </a:lnTo>
                <a:lnTo>
                  <a:pt x="99027" y="36561"/>
                </a:lnTo>
                <a:lnTo>
                  <a:pt x="99278" y="44443"/>
                </a:lnTo>
                <a:lnTo>
                  <a:pt x="99494" y="52860"/>
                </a:lnTo>
                <a:lnTo>
                  <a:pt x="99674" y="61732"/>
                </a:lnTo>
                <a:lnTo>
                  <a:pt x="99815" y="70972"/>
                </a:lnTo>
                <a:lnTo>
                  <a:pt x="99918" y="80491"/>
                </a:lnTo>
                <a:lnTo>
                  <a:pt x="99979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79" y="92649"/>
                </a:lnTo>
                <a:lnTo>
                  <a:pt x="99918" y="85368"/>
                </a:lnTo>
                <a:lnTo>
                  <a:pt x="99815" y="78229"/>
                </a:lnTo>
                <a:lnTo>
                  <a:pt x="99674" y="71299"/>
                </a:lnTo>
                <a:lnTo>
                  <a:pt x="99494" y="64645"/>
                </a:lnTo>
                <a:lnTo>
                  <a:pt x="99278" y="58332"/>
                </a:lnTo>
                <a:lnTo>
                  <a:pt x="99027" y="52421"/>
                </a:lnTo>
                <a:lnTo>
                  <a:pt x="98745" y="46967"/>
                </a:lnTo>
                <a:lnTo>
                  <a:pt x="98433" y="42024"/>
                </a:lnTo>
                <a:lnTo>
                  <a:pt x="98095" y="37640"/>
                </a:lnTo>
                <a:lnTo>
                  <a:pt x="97735" y="33856"/>
                </a:lnTo>
                <a:lnTo>
                  <a:pt x="97354" y="30709"/>
                </a:lnTo>
                <a:lnTo>
                  <a:pt x="96958" y="28229"/>
                </a:lnTo>
                <a:lnTo>
                  <a:pt x="96550" y="26441"/>
                </a:lnTo>
                <a:lnTo>
                  <a:pt x="96134" y="25361"/>
                </a:lnTo>
                <a:lnTo>
                  <a:pt x="95714" y="25000"/>
                </a:lnTo>
                <a:lnTo>
                  <a:pt x="4286" y="25000"/>
                </a:lnTo>
                <a:lnTo>
                  <a:pt x="3866" y="25361"/>
                </a:lnTo>
                <a:lnTo>
                  <a:pt x="3450" y="26441"/>
                </a:lnTo>
                <a:lnTo>
                  <a:pt x="3042" y="28229"/>
                </a:lnTo>
                <a:lnTo>
                  <a:pt x="2646" y="30709"/>
                </a:lnTo>
                <a:lnTo>
                  <a:pt x="2265" y="33856"/>
                </a:lnTo>
                <a:lnTo>
                  <a:pt x="1905" y="37640"/>
                </a:lnTo>
                <a:lnTo>
                  <a:pt x="1567" y="42024"/>
                </a:lnTo>
                <a:lnTo>
                  <a:pt x="1255" y="46967"/>
                </a:lnTo>
                <a:lnTo>
                  <a:pt x="973" y="52421"/>
                </a:lnTo>
                <a:lnTo>
                  <a:pt x="722" y="58332"/>
                </a:lnTo>
                <a:lnTo>
                  <a:pt x="506" y="64645"/>
                </a:lnTo>
                <a:lnTo>
                  <a:pt x="326" y="71299"/>
                </a:lnTo>
                <a:lnTo>
                  <a:pt x="185" y="78229"/>
                </a:lnTo>
                <a:lnTo>
                  <a:pt x="82" y="85368"/>
                </a:lnTo>
                <a:lnTo>
                  <a:pt x="21" y="9264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92653965406-34"/>
          <p:cNvSpPr/>
          <p:nvPr/>
        </p:nvSpPr>
        <p:spPr>
          <a:xfrm>
            <a:off x="3420606" y="2070616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FDF0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2653965836-61"/>
          <p:cNvSpPr/>
          <p:nvPr/>
        </p:nvSpPr>
        <p:spPr>
          <a:xfrm>
            <a:off x="3514368" y="2170628"/>
            <a:ext cx="212527" cy="2000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3818" y="8381"/>
                </a:moveTo>
                <a:lnTo>
                  <a:pt x="43818" y="8381"/>
                </a:lnTo>
                <a:lnTo>
                  <a:pt x="36727" y="11143"/>
                </a:lnTo>
                <a:cubicBezTo>
                  <a:pt x="36121" y="11397"/>
                  <a:pt x="35818" y="11857"/>
                  <a:pt x="35818" y="12524"/>
                </a:cubicBezTo>
                <a:lnTo>
                  <a:pt x="35818" y="12524"/>
                </a:lnTo>
                <a:cubicBezTo>
                  <a:pt x="35818" y="13159"/>
                  <a:pt x="36121" y="13603"/>
                  <a:pt x="36727" y="13857"/>
                </a:cubicBezTo>
                <a:lnTo>
                  <a:pt x="36727" y="13857"/>
                </a:lnTo>
                <a:lnTo>
                  <a:pt x="43818" y="16619"/>
                </a:lnTo>
                <a:lnTo>
                  <a:pt x="46409" y="24000"/>
                </a:lnTo>
                <a:cubicBezTo>
                  <a:pt x="46652" y="24667"/>
                  <a:pt x="47091" y="25000"/>
                  <a:pt x="47727" y="25000"/>
                </a:cubicBezTo>
                <a:lnTo>
                  <a:pt x="47727" y="25000"/>
                </a:lnTo>
                <a:cubicBezTo>
                  <a:pt x="48364" y="25000"/>
                  <a:pt x="48803" y="24667"/>
                  <a:pt x="49045" y="24000"/>
                </a:cubicBezTo>
                <a:lnTo>
                  <a:pt x="49045" y="24000"/>
                </a:lnTo>
                <a:lnTo>
                  <a:pt x="51636" y="16619"/>
                </a:lnTo>
                <a:lnTo>
                  <a:pt x="58727" y="13857"/>
                </a:lnTo>
                <a:cubicBezTo>
                  <a:pt x="59364" y="13603"/>
                  <a:pt x="59682" y="13159"/>
                  <a:pt x="59682" y="12524"/>
                </a:cubicBezTo>
                <a:lnTo>
                  <a:pt x="59682" y="12524"/>
                </a:lnTo>
                <a:cubicBezTo>
                  <a:pt x="59682" y="11857"/>
                  <a:pt x="59364" y="11397"/>
                  <a:pt x="58727" y="11143"/>
                </a:cubicBezTo>
                <a:lnTo>
                  <a:pt x="58727" y="11143"/>
                </a:lnTo>
                <a:lnTo>
                  <a:pt x="51636" y="8381"/>
                </a:lnTo>
                <a:lnTo>
                  <a:pt x="49045" y="1000"/>
                </a:lnTo>
                <a:cubicBezTo>
                  <a:pt x="48803" y="333"/>
                  <a:pt x="48364" y="0"/>
                  <a:pt x="47727" y="0"/>
                </a:cubicBezTo>
                <a:lnTo>
                  <a:pt x="47727" y="0"/>
                </a:lnTo>
                <a:cubicBezTo>
                  <a:pt x="47091" y="0"/>
                  <a:pt x="46652" y="333"/>
                  <a:pt x="46409" y="1000"/>
                </a:cubicBezTo>
                <a:lnTo>
                  <a:pt x="46409" y="1000"/>
                </a:lnTo>
                <a:lnTo>
                  <a:pt x="43818" y="8381"/>
                </a:lnTo>
                <a:moveTo>
                  <a:pt x="8591" y="77143"/>
                </a:moveTo>
                <a:lnTo>
                  <a:pt x="8591" y="77143"/>
                </a:lnTo>
                <a:cubicBezTo>
                  <a:pt x="6833" y="79111"/>
                  <a:pt x="5955" y="81333"/>
                  <a:pt x="5955" y="83810"/>
                </a:cubicBezTo>
                <a:lnTo>
                  <a:pt x="5955" y="83810"/>
                </a:lnTo>
                <a:lnTo>
                  <a:pt x="5955" y="83810"/>
                </a:lnTo>
                <a:cubicBezTo>
                  <a:pt x="5955" y="86286"/>
                  <a:pt x="6833" y="88492"/>
                  <a:pt x="8591" y="90429"/>
                </a:cubicBezTo>
                <a:lnTo>
                  <a:pt x="8591" y="90429"/>
                </a:lnTo>
                <a:lnTo>
                  <a:pt x="15091" y="97286"/>
                </a:lnTo>
                <a:cubicBezTo>
                  <a:pt x="16848" y="99095"/>
                  <a:pt x="18970" y="100000"/>
                  <a:pt x="21455" y="100000"/>
                </a:cubicBezTo>
                <a:lnTo>
                  <a:pt x="21455" y="100000"/>
                </a:lnTo>
                <a:cubicBezTo>
                  <a:pt x="23818" y="100000"/>
                  <a:pt x="25924" y="99095"/>
                  <a:pt x="27773" y="97286"/>
                </a:cubicBezTo>
                <a:lnTo>
                  <a:pt x="27773" y="97286"/>
                </a:lnTo>
                <a:lnTo>
                  <a:pt x="98818" y="22857"/>
                </a:lnTo>
                <a:cubicBezTo>
                  <a:pt x="100545" y="20889"/>
                  <a:pt x="101409" y="18667"/>
                  <a:pt x="101409" y="16190"/>
                </a:cubicBezTo>
                <a:lnTo>
                  <a:pt x="101409" y="16190"/>
                </a:lnTo>
                <a:cubicBezTo>
                  <a:pt x="101409" y="13587"/>
                  <a:pt x="100545" y="11381"/>
                  <a:pt x="98818" y="9571"/>
                </a:cubicBezTo>
                <a:lnTo>
                  <a:pt x="98818" y="9571"/>
                </a:lnTo>
                <a:lnTo>
                  <a:pt x="92273" y="2714"/>
                </a:lnTo>
                <a:cubicBezTo>
                  <a:pt x="90545" y="905"/>
                  <a:pt x="88439" y="0"/>
                  <a:pt x="85955" y="0"/>
                </a:cubicBezTo>
                <a:lnTo>
                  <a:pt x="85955" y="0"/>
                </a:lnTo>
                <a:cubicBezTo>
                  <a:pt x="83591" y="0"/>
                  <a:pt x="81470" y="905"/>
                  <a:pt x="79591" y="2714"/>
                </a:cubicBezTo>
                <a:lnTo>
                  <a:pt x="79591" y="2714"/>
                </a:lnTo>
                <a:lnTo>
                  <a:pt x="8591" y="77143"/>
                </a:lnTo>
                <a:moveTo>
                  <a:pt x="90409" y="16190"/>
                </a:moveTo>
                <a:lnTo>
                  <a:pt x="90409" y="16190"/>
                </a:lnTo>
                <a:lnTo>
                  <a:pt x="70864" y="36714"/>
                </a:lnTo>
                <a:lnTo>
                  <a:pt x="66364" y="32048"/>
                </a:lnTo>
                <a:lnTo>
                  <a:pt x="85955" y="11524"/>
                </a:lnTo>
                <a:lnTo>
                  <a:pt x="90409" y="16190"/>
                </a:lnTo>
                <a:moveTo>
                  <a:pt x="1500" y="22857"/>
                </a:moveTo>
                <a:lnTo>
                  <a:pt x="1500" y="22857"/>
                </a:lnTo>
                <a:cubicBezTo>
                  <a:pt x="500" y="23238"/>
                  <a:pt x="0" y="23952"/>
                  <a:pt x="0" y="25000"/>
                </a:cubicBezTo>
                <a:lnTo>
                  <a:pt x="0" y="25000"/>
                </a:lnTo>
                <a:cubicBezTo>
                  <a:pt x="0" y="26048"/>
                  <a:pt x="500" y="26762"/>
                  <a:pt x="1500" y="27143"/>
                </a:cubicBezTo>
                <a:lnTo>
                  <a:pt x="1500" y="27143"/>
                </a:lnTo>
                <a:lnTo>
                  <a:pt x="11955" y="31238"/>
                </a:lnTo>
                <a:lnTo>
                  <a:pt x="15864" y="42381"/>
                </a:lnTo>
                <a:cubicBezTo>
                  <a:pt x="16227" y="43302"/>
                  <a:pt x="16909" y="43762"/>
                  <a:pt x="17909" y="43762"/>
                </a:cubicBezTo>
                <a:lnTo>
                  <a:pt x="17909" y="43762"/>
                </a:lnTo>
                <a:cubicBezTo>
                  <a:pt x="18909" y="43762"/>
                  <a:pt x="19591" y="43302"/>
                  <a:pt x="19955" y="42381"/>
                </a:cubicBezTo>
                <a:lnTo>
                  <a:pt x="19955" y="42381"/>
                </a:lnTo>
                <a:lnTo>
                  <a:pt x="23864" y="31238"/>
                </a:lnTo>
                <a:lnTo>
                  <a:pt x="34500" y="27143"/>
                </a:lnTo>
                <a:cubicBezTo>
                  <a:pt x="35379" y="26762"/>
                  <a:pt x="35818" y="26048"/>
                  <a:pt x="35818" y="25000"/>
                </a:cubicBezTo>
                <a:lnTo>
                  <a:pt x="35818" y="25000"/>
                </a:lnTo>
                <a:cubicBezTo>
                  <a:pt x="35818" y="23952"/>
                  <a:pt x="35379" y="23238"/>
                  <a:pt x="34500" y="22857"/>
                </a:cubicBezTo>
                <a:lnTo>
                  <a:pt x="34500" y="22857"/>
                </a:lnTo>
                <a:lnTo>
                  <a:pt x="23864" y="18762"/>
                </a:lnTo>
                <a:lnTo>
                  <a:pt x="19955" y="7810"/>
                </a:lnTo>
                <a:cubicBezTo>
                  <a:pt x="19591" y="6762"/>
                  <a:pt x="18909" y="6238"/>
                  <a:pt x="17909" y="6238"/>
                </a:cubicBezTo>
                <a:lnTo>
                  <a:pt x="17909" y="6238"/>
                </a:lnTo>
                <a:cubicBezTo>
                  <a:pt x="16909" y="6238"/>
                  <a:pt x="16227" y="6762"/>
                  <a:pt x="15864" y="7810"/>
                </a:cubicBezTo>
                <a:lnTo>
                  <a:pt x="15864" y="7810"/>
                </a:lnTo>
                <a:lnTo>
                  <a:pt x="11955" y="18762"/>
                </a:lnTo>
                <a:lnTo>
                  <a:pt x="1500" y="22857"/>
                </a:lnTo>
                <a:moveTo>
                  <a:pt x="67136" y="72857"/>
                </a:moveTo>
                <a:lnTo>
                  <a:pt x="67136" y="72857"/>
                </a:lnTo>
                <a:cubicBezTo>
                  <a:pt x="66136" y="73238"/>
                  <a:pt x="65636" y="73952"/>
                  <a:pt x="65636" y="75000"/>
                </a:cubicBezTo>
                <a:lnTo>
                  <a:pt x="65636" y="75000"/>
                </a:lnTo>
                <a:cubicBezTo>
                  <a:pt x="65636" y="76048"/>
                  <a:pt x="66136" y="76762"/>
                  <a:pt x="67136" y="77143"/>
                </a:cubicBezTo>
                <a:lnTo>
                  <a:pt x="67136" y="77143"/>
                </a:lnTo>
                <a:lnTo>
                  <a:pt x="77545" y="81238"/>
                </a:lnTo>
                <a:lnTo>
                  <a:pt x="81455" y="92381"/>
                </a:lnTo>
                <a:cubicBezTo>
                  <a:pt x="81848" y="93302"/>
                  <a:pt x="82545" y="93762"/>
                  <a:pt x="83545" y="93762"/>
                </a:cubicBezTo>
                <a:lnTo>
                  <a:pt x="83545" y="93762"/>
                </a:lnTo>
                <a:cubicBezTo>
                  <a:pt x="84515" y="93762"/>
                  <a:pt x="85197" y="93302"/>
                  <a:pt x="85591" y="92381"/>
                </a:cubicBezTo>
                <a:lnTo>
                  <a:pt x="85591" y="92381"/>
                </a:lnTo>
                <a:lnTo>
                  <a:pt x="89500" y="81238"/>
                </a:lnTo>
                <a:lnTo>
                  <a:pt x="100136" y="77143"/>
                </a:lnTo>
                <a:cubicBezTo>
                  <a:pt x="100985" y="76762"/>
                  <a:pt x="101409" y="76048"/>
                  <a:pt x="101409" y="75000"/>
                </a:cubicBezTo>
                <a:lnTo>
                  <a:pt x="101409" y="75000"/>
                </a:lnTo>
                <a:cubicBezTo>
                  <a:pt x="101409" y="73952"/>
                  <a:pt x="100985" y="73238"/>
                  <a:pt x="100136" y="72857"/>
                </a:cubicBezTo>
                <a:lnTo>
                  <a:pt x="100136" y="72857"/>
                </a:lnTo>
                <a:lnTo>
                  <a:pt x="89500" y="68762"/>
                </a:lnTo>
                <a:lnTo>
                  <a:pt x="85591" y="57810"/>
                </a:lnTo>
                <a:cubicBezTo>
                  <a:pt x="85197" y="56762"/>
                  <a:pt x="84515" y="56238"/>
                  <a:pt x="83545" y="56238"/>
                </a:cubicBezTo>
                <a:lnTo>
                  <a:pt x="83545" y="56238"/>
                </a:lnTo>
                <a:cubicBezTo>
                  <a:pt x="82545" y="56238"/>
                  <a:pt x="81848" y="56762"/>
                  <a:pt x="81455" y="57810"/>
                </a:cubicBezTo>
                <a:lnTo>
                  <a:pt x="81455" y="57810"/>
                </a:lnTo>
                <a:lnTo>
                  <a:pt x="77545" y="68762"/>
                </a:lnTo>
                <a:lnTo>
                  <a:pt x="67136" y="72857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2653965400-28"/>
          <p:cNvSpPr/>
          <p:nvPr/>
        </p:nvSpPr>
        <p:spPr>
          <a:xfrm>
            <a:off x="3420606" y="3659386"/>
            <a:ext cx="771525" cy="234315"/>
          </a:xfrm>
          <a:prstGeom prst="roundRect">
            <a:avLst>
              <a:gd name="adj" fmla="val 50000"/>
            </a:avLst>
          </a:prstGeom>
          <a:solidFill>
            <a:srgbClr val="FDEA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92653965387-14"/>
          <p:cNvSpPr/>
          <p:nvPr/>
        </p:nvSpPr>
        <p:spPr>
          <a:xfrm>
            <a:off x="6076920" y="1842016"/>
            <a:ext cx="2667030" cy="2205276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el-1792653965389-17"/>
          <p:cNvSpPr/>
          <p:nvPr/>
        </p:nvSpPr>
        <p:spPr>
          <a:xfrm>
            <a:off x="6076920" y="1842016"/>
            <a:ext cx="2667030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21" y="90198"/>
                </a:lnTo>
                <a:lnTo>
                  <a:pt x="82" y="80491"/>
                </a:lnTo>
                <a:lnTo>
                  <a:pt x="185" y="70972"/>
                </a:lnTo>
                <a:lnTo>
                  <a:pt x="326" y="61732"/>
                </a:lnTo>
                <a:lnTo>
                  <a:pt x="506" y="52860"/>
                </a:lnTo>
                <a:lnTo>
                  <a:pt x="722" y="44443"/>
                </a:lnTo>
                <a:lnTo>
                  <a:pt x="973" y="36561"/>
                </a:lnTo>
                <a:lnTo>
                  <a:pt x="1255" y="29289"/>
                </a:lnTo>
                <a:lnTo>
                  <a:pt x="1567" y="22699"/>
                </a:lnTo>
                <a:lnTo>
                  <a:pt x="1905" y="16853"/>
                </a:lnTo>
                <a:lnTo>
                  <a:pt x="2265" y="11808"/>
                </a:lnTo>
                <a:lnTo>
                  <a:pt x="2646" y="7612"/>
                </a:lnTo>
                <a:lnTo>
                  <a:pt x="3042" y="4306"/>
                </a:lnTo>
                <a:lnTo>
                  <a:pt x="3450" y="1921"/>
                </a:lnTo>
                <a:lnTo>
                  <a:pt x="3866" y="482"/>
                </a:lnTo>
                <a:lnTo>
                  <a:pt x="4286" y="0"/>
                </a:lnTo>
                <a:lnTo>
                  <a:pt x="95714" y="0"/>
                </a:lnTo>
                <a:lnTo>
                  <a:pt x="96134" y="482"/>
                </a:lnTo>
                <a:lnTo>
                  <a:pt x="96550" y="1921"/>
                </a:lnTo>
                <a:lnTo>
                  <a:pt x="96958" y="4306"/>
                </a:lnTo>
                <a:lnTo>
                  <a:pt x="97354" y="7612"/>
                </a:lnTo>
                <a:lnTo>
                  <a:pt x="97735" y="11808"/>
                </a:lnTo>
                <a:lnTo>
                  <a:pt x="98095" y="16853"/>
                </a:lnTo>
                <a:lnTo>
                  <a:pt x="98433" y="22699"/>
                </a:lnTo>
                <a:lnTo>
                  <a:pt x="98745" y="29289"/>
                </a:lnTo>
                <a:lnTo>
                  <a:pt x="99027" y="36561"/>
                </a:lnTo>
                <a:lnTo>
                  <a:pt x="99278" y="44443"/>
                </a:lnTo>
                <a:lnTo>
                  <a:pt x="99494" y="52860"/>
                </a:lnTo>
                <a:lnTo>
                  <a:pt x="99674" y="61732"/>
                </a:lnTo>
                <a:lnTo>
                  <a:pt x="99815" y="70972"/>
                </a:lnTo>
                <a:lnTo>
                  <a:pt x="99918" y="80491"/>
                </a:lnTo>
                <a:lnTo>
                  <a:pt x="99979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79" y="92649"/>
                </a:lnTo>
                <a:lnTo>
                  <a:pt x="99918" y="85368"/>
                </a:lnTo>
                <a:lnTo>
                  <a:pt x="99815" y="78229"/>
                </a:lnTo>
                <a:lnTo>
                  <a:pt x="99674" y="71299"/>
                </a:lnTo>
                <a:lnTo>
                  <a:pt x="99494" y="64645"/>
                </a:lnTo>
                <a:lnTo>
                  <a:pt x="99278" y="58332"/>
                </a:lnTo>
                <a:lnTo>
                  <a:pt x="99027" y="52421"/>
                </a:lnTo>
                <a:lnTo>
                  <a:pt x="98745" y="46967"/>
                </a:lnTo>
                <a:lnTo>
                  <a:pt x="98433" y="42024"/>
                </a:lnTo>
                <a:lnTo>
                  <a:pt x="98095" y="37640"/>
                </a:lnTo>
                <a:lnTo>
                  <a:pt x="97735" y="33856"/>
                </a:lnTo>
                <a:lnTo>
                  <a:pt x="97354" y="30709"/>
                </a:lnTo>
                <a:lnTo>
                  <a:pt x="96958" y="28229"/>
                </a:lnTo>
                <a:lnTo>
                  <a:pt x="96550" y="26441"/>
                </a:lnTo>
                <a:lnTo>
                  <a:pt x="96134" y="25361"/>
                </a:lnTo>
                <a:lnTo>
                  <a:pt x="95714" y="25000"/>
                </a:lnTo>
                <a:lnTo>
                  <a:pt x="4286" y="25000"/>
                </a:lnTo>
                <a:lnTo>
                  <a:pt x="3866" y="25361"/>
                </a:lnTo>
                <a:lnTo>
                  <a:pt x="3450" y="26441"/>
                </a:lnTo>
                <a:lnTo>
                  <a:pt x="3042" y="28229"/>
                </a:lnTo>
                <a:lnTo>
                  <a:pt x="2646" y="30709"/>
                </a:lnTo>
                <a:lnTo>
                  <a:pt x="2265" y="33856"/>
                </a:lnTo>
                <a:lnTo>
                  <a:pt x="1905" y="37640"/>
                </a:lnTo>
                <a:lnTo>
                  <a:pt x="1567" y="42024"/>
                </a:lnTo>
                <a:lnTo>
                  <a:pt x="1255" y="46967"/>
                </a:lnTo>
                <a:lnTo>
                  <a:pt x="973" y="52421"/>
                </a:lnTo>
                <a:lnTo>
                  <a:pt x="722" y="58332"/>
                </a:lnTo>
                <a:lnTo>
                  <a:pt x="506" y="64645"/>
                </a:lnTo>
                <a:lnTo>
                  <a:pt x="326" y="71299"/>
                </a:lnTo>
                <a:lnTo>
                  <a:pt x="185" y="78229"/>
                </a:lnTo>
                <a:lnTo>
                  <a:pt x="82" y="85368"/>
                </a:lnTo>
                <a:lnTo>
                  <a:pt x="21" y="9264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2653965407-35"/>
          <p:cNvSpPr/>
          <p:nvPr/>
        </p:nvSpPr>
        <p:spPr>
          <a:xfrm>
            <a:off x="6259086" y="2070616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EEF4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2653965837-62"/>
          <p:cNvSpPr/>
          <p:nvPr/>
        </p:nvSpPr>
        <p:spPr>
          <a:xfrm>
            <a:off x="6334095" y="2183130"/>
            <a:ext cx="250031" cy="175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115" y="14611"/>
                </a:moveTo>
                <a:lnTo>
                  <a:pt x="10115" y="14611"/>
                </a:lnTo>
                <a:cubicBezTo>
                  <a:pt x="10218" y="10500"/>
                  <a:pt x="11205" y="7074"/>
                  <a:pt x="13077" y="4333"/>
                </a:cubicBezTo>
                <a:lnTo>
                  <a:pt x="13077" y="4333"/>
                </a:lnTo>
                <a:lnTo>
                  <a:pt x="13077" y="4333"/>
                </a:lnTo>
                <a:cubicBezTo>
                  <a:pt x="14974" y="1593"/>
                  <a:pt x="17346" y="148"/>
                  <a:pt x="20192" y="0"/>
                </a:cubicBezTo>
                <a:lnTo>
                  <a:pt x="20192" y="0"/>
                </a:lnTo>
                <a:lnTo>
                  <a:pt x="80769" y="0"/>
                </a:lnTo>
                <a:cubicBezTo>
                  <a:pt x="83615" y="148"/>
                  <a:pt x="85987" y="1593"/>
                  <a:pt x="87885" y="4333"/>
                </a:cubicBezTo>
                <a:lnTo>
                  <a:pt x="87885" y="4333"/>
                </a:lnTo>
                <a:cubicBezTo>
                  <a:pt x="89756" y="7074"/>
                  <a:pt x="90756" y="10500"/>
                  <a:pt x="90885" y="14611"/>
                </a:cubicBezTo>
                <a:lnTo>
                  <a:pt x="90885" y="14611"/>
                </a:lnTo>
                <a:lnTo>
                  <a:pt x="90885" y="72944"/>
                </a:lnTo>
                <a:lnTo>
                  <a:pt x="80769" y="72944"/>
                </a:lnTo>
                <a:lnTo>
                  <a:pt x="80769" y="14611"/>
                </a:lnTo>
                <a:lnTo>
                  <a:pt x="20192" y="14611"/>
                </a:lnTo>
                <a:lnTo>
                  <a:pt x="20192" y="72944"/>
                </a:lnTo>
                <a:lnTo>
                  <a:pt x="10115" y="72944"/>
                </a:lnTo>
                <a:lnTo>
                  <a:pt x="10115" y="14611"/>
                </a:lnTo>
                <a:moveTo>
                  <a:pt x="0" y="84556"/>
                </a:moveTo>
                <a:lnTo>
                  <a:pt x="0" y="84556"/>
                </a:lnTo>
                <a:cubicBezTo>
                  <a:pt x="205" y="81963"/>
                  <a:pt x="1205" y="80519"/>
                  <a:pt x="3000" y="80222"/>
                </a:cubicBezTo>
                <a:lnTo>
                  <a:pt x="3000" y="80222"/>
                </a:lnTo>
                <a:lnTo>
                  <a:pt x="97962" y="80222"/>
                </a:lnTo>
                <a:cubicBezTo>
                  <a:pt x="99756" y="80519"/>
                  <a:pt x="100756" y="81963"/>
                  <a:pt x="100962" y="84556"/>
                </a:cubicBezTo>
                <a:lnTo>
                  <a:pt x="100962" y="84556"/>
                </a:lnTo>
                <a:cubicBezTo>
                  <a:pt x="100859" y="89556"/>
                  <a:pt x="99705" y="93722"/>
                  <a:pt x="97500" y="97056"/>
                </a:cubicBezTo>
                <a:lnTo>
                  <a:pt x="97500" y="97056"/>
                </a:lnTo>
                <a:cubicBezTo>
                  <a:pt x="95192" y="100241"/>
                  <a:pt x="92295" y="101926"/>
                  <a:pt x="88808" y="102111"/>
                </a:cubicBezTo>
                <a:lnTo>
                  <a:pt x="88808" y="102111"/>
                </a:lnTo>
                <a:lnTo>
                  <a:pt x="12154" y="102111"/>
                </a:lnTo>
                <a:cubicBezTo>
                  <a:pt x="8667" y="101926"/>
                  <a:pt x="5821" y="100241"/>
                  <a:pt x="3615" y="97056"/>
                </a:cubicBezTo>
                <a:lnTo>
                  <a:pt x="3615" y="97056"/>
                </a:lnTo>
                <a:cubicBezTo>
                  <a:pt x="1308" y="93722"/>
                  <a:pt x="103" y="89556"/>
                  <a:pt x="0" y="84556"/>
                </a:cubicBezTo>
                <a:lnTo>
                  <a:pt x="0" y="84556"/>
                </a:lnTo>
                <a:moveTo>
                  <a:pt x="44346" y="40333"/>
                </a:moveTo>
                <a:lnTo>
                  <a:pt x="44346" y="40333"/>
                </a:lnTo>
                <a:lnTo>
                  <a:pt x="39423" y="47389"/>
                </a:lnTo>
                <a:lnTo>
                  <a:pt x="44346" y="54444"/>
                </a:lnTo>
                <a:cubicBezTo>
                  <a:pt x="45808" y="57037"/>
                  <a:pt x="45808" y="59630"/>
                  <a:pt x="44346" y="62222"/>
                </a:cubicBezTo>
                <a:lnTo>
                  <a:pt x="44346" y="62222"/>
                </a:lnTo>
                <a:cubicBezTo>
                  <a:pt x="42551" y="64333"/>
                  <a:pt x="40756" y="64333"/>
                  <a:pt x="38962" y="62222"/>
                </a:cubicBezTo>
                <a:lnTo>
                  <a:pt x="38962" y="62222"/>
                </a:lnTo>
                <a:lnTo>
                  <a:pt x="31385" y="51278"/>
                </a:lnTo>
                <a:cubicBezTo>
                  <a:pt x="29923" y="48685"/>
                  <a:pt x="29923" y="46093"/>
                  <a:pt x="31385" y="43500"/>
                </a:cubicBezTo>
                <a:lnTo>
                  <a:pt x="31385" y="43500"/>
                </a:lnTo>
                <a:lnTo>
                  <a:pt x="38962" y="32611"/>
                </a:lnTo>
                <a:cubicBezTo>
                  <a:pt x="40756" y="30463"/>
                  <a:pt x="42551" y="30463"/>
                  <a:pt x="44346" y="32611"/>
                </a:cubicBezTo>
                <a:lnTo>
                  <a:pt x="44346" y="32611"/>
                </a:lnTo>
                <a:cubicBezTo>
                  <a:pt x="45808" y="35167"/>
                  <a:pt x="45808" y="37741"/>
                  <a:pt x="44346" y="40333"/>
                </a:cubicBezTo>
                <a:lnTo>
                  <a:pt x="44346" y="40333"/>
                </a:lnTo>
                <a:moveTo>
                  <a:pt x="62000" y="32611"/>
                </a:moveTo>
                <a:lnTo>
                  <a:pt x="62000" y="32611"/>
                </a:lnTo>
                <a:lnTo>
                  <a:pt x="69577" y="43500"/>
                </a:lnTo>
                <a:cubicBezTo>
                  <a:pt x="71038" y="46093"/>
                  <a:pt x="71038" y="48685"/>
                  <a:pt x="69577" y="51278"/>
                </a:cubicBezTo>
                <a:lnTo>
                  <a:pt x="69577" y="51278"/>
                </a:lnTo>
                <a:lnTo>
                  <a:pt x="62000" y="62222"/>
                </a:lnTo>
                <a:cubicBezTo>
                  <a:pt x="60205" y="64333"/>
                  <a:pt x="58410" y="64333"/>
                  <a:pt x="56615" y="62222"/>
                </a:cubicBezTo>
                <a:lnTo>
                  <a:pt x="56615" y="62222"/>
                </a:lnTo>
                <a:cubicBezTo>
                  <a:pt x="55154" y="59630"/>
                  <a:pt x="55154" y="57037"/>
                  <a:pt x="56615" y="54444"/>
                </a:cubicBezTo>
                <a:lnTo>
                  <a:pt x="56615" y="54444"/>
                </a:lnTo>
                <a:lnTo>
                  <a:pt x="61538" y="47389"/>
                </a:lnTo>
                <a:lnTo>
                  <a:pt x="56615" y="40333"/>
                </a:lnTo>
                <a:cubicBezTo>
                  <a:pt x="55154" y="37741"/>
                  <a:pt x="55154" y="35167"/>
                  <a:pt x="56615" y="32611"/>
                </a:cubicBezTo>
                <a:lnTo>
                  <a:pt x="56615" y="32611"/>
                </a:lnTo>
                <a:cubicBezTo>
                  <a:pt x="58410" y="30463"/>
                  <a:pt x="60205" y="30463"/>
                  <a:pt x="62000" y="32611"/>
                </a:cubicBezTo>
                <a:lnTo>
                  <a:pt x="62000" y="32611"/>
                </a:lnTo>
              </a:path>
            </a:pathLst>
          </a:cu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2653965403-32"/>
          <p:cNvSpPr/>
          <p:nvPr/>
        </p:nvSpPr>
        <p:spPr>
          <a:xfrm>
            <a:off x="6259086" y="3659386"/>
            <a:ext cx="771525" cy="234315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8" name="el-1792653965367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-1792653965832-56"/>
          <p:cNvSpPr/>
          <p:nvPr/>
        </p:nvSpPr>
        <p:spPr>
          <a:xfrm>
            <a:off x="400050" y="4925616"/>
            <a:ext cx="128588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273"/>
                </a:moveTo>
                <a:lnTo>
                  <a:pt x="0" y="10273"/>
                </a:lnTo>
                <a:cubicBezTo>
                  <a:pt x="95" y="7424"/>
                  <a:pt x="881" y="5000"/>
                  <a:pt x="2357" y="3000"/>
                </a:cubicBezTo>
                <a:lnTo>
                  <a:pt x="2357" y="3000"/>
                </a:lnTo>
                <a:lnTo>
                  <a:pt x="2357" y="3000"/>
                </a:lnTo>
                <a:cubicBezTo>
                  <a:pt x="3929" y="1121"/>
                  <a:pt x="5833" y="121"/>
                  <a:pt x="8071" y="0"/>
                </a:cubicBezTo>
                <a:lnTo>
                  <a:pt x="8071" y="0"/>
                </a:lnTo>
                <a:lnTo>
                  <a:pt x="24143" y="0"/>
                </a:lnTo>
                <a:cubicBezTo>
                  <a:pt x="26333" y="121"/>
                  <a:pt x="28214" y="1121"/>
                  <a:pt x="29786" y="3000"/>
                </a:cubicBezTo>
                <a:lnTo>
                  <a:pt x="29786" y="3000"/>
                </a:lnTo>
                <a:cubicBezTo>
                  <a:pt x="31262" y="5000"/>
                  <a:pt x="32048" y="7424"/>
                  <a:pt x="32143" y="10273"/>
                </a:cubicBezTo>
                <a:lnTo>
                  <a:pt x="32143" y="10273"/>
                </a:lnTo>
                <a:lnTo>
                  <a:pt x="32143" y="13636"/>
                </a:lnTo>
                <a:lnTo>
                  <a:pt x="64286" y="13636"/>
                </a:lnTo>
                <a:lnTo>
                  <a:pt x="64286" y="10273"/>
                </a:lnTo>
                <a:cubicBezTo>
                  <a:pt x="64381" y="7424"/>
                  <a:pt x="65167" y="5000"/>
                  <a:pt x="66643" y="3000"/>
                </a:cubicBezTo>
                <a:lnTo>
                  <a:pt x="66643" y="3000"/>
                </a:lnTo>
                <a:cubicBezTo>
                  <a:pt x="68214" y="1121"/>
                  <a:pt x="70119" y="121"/>
                  <a:pt x="72357" y="0"/>
                </a:cubicBezTo>
                <a:lnTo>
                  <a:pt x="72357" y="0"/>
                </a:lnTo>
                <a:lnTo>
                  <a:pt x="88429" y="0"/>
                </a:lnTo>
                <a:cubicBezTo>
                  <a:pt x="90619" y="121"/>
                  <a:pt x="92500" y="1121"/>
                  <a:pt x="94071" y="3000"/>
                </a:cubicBezTo>
                <a:lnTo>
                  <a:pt x="94071" y="3000"/>
                </a:lnTo>
                <a:cubicBezTo>
                  <a:pt x="95548" y="5000"/>
                  <a:pt x="96333" y="7424"/>
                  <a:pt x="96429" y="10273"/>
                </a:cubicBezTo>
                <a:lnTo>
                  <a:pt x="96429" y="10273"/>
                </a:lnTo>
                <a:lnTo>
                  <a:pt x="96429" y="30727"/>
                </a:lnTo>
                <a:cubicBezTo>
                  <a:pt x="96333" y="33515"/>
                  <a:pt x="95548" y="35909"/>
                  <a:pt x="94071" y="37909"/>
                </a:cubicBezTo>
                <a:lnTo>
                  <a:pt x="94071" y="37909"/>
                </a:lnTo>
                <a:cubicBezTo>
                  <a:pt x="92500" y="39788"/>
                  <a:pt x="90619" y="40788"/>
                  <a:pt x="88429" y="40909"/>
                </a:cubicBezTo>
                <a:lnTo>
                  <a:pt x="88429" y="40909"/>
                </a:lnTo>
                <a:lnTo>
                  <a:pt x="72357" y="40909"/>
                </a:lnTo>
                <a:cubicBezTo>
                  <a:pt x="70119" y="40788"/>
                  <a:pt x="68214" y="39788"/>
                  <a:pt x="66643" y="37909"/>
                </a:cubicBezTo>
                <a:lnTo>
                  <a:pt x="66643" y="37909"/>
                </a:lnTo>
                <a:cubicBezTo>
                  <a:pt x="65167" y="35909"/>
                  <a:pt x="64381" y="33515"/>
                  <a:pt x="64286" y="30727"/>
                </a:cubicBezTo>
                <a:lnTo>
                  <a:pt x="64286" y="30727"/>
                </a:lnTo>
                <a:lnTo>
                  <a:pt x="64286" y="27273"/>
                </a:lnTo>
                <a:lnTo>
                  <a:pt x="32143" y="27273"/>
                </a:lnTo>
                <a:lnTo>
                  <a:pt x="32143" y="30727"/>
                </a:lnTo>
                <a:cubicBezTo>
                  <a:pt x="32143" y="31152"/>
                  <a:pt x="32143" y="31485"/>
                  <a:pt x="32143" y="31727"/>
                </a:cubicBezTo>
                <a:lnTo>
                  <a:pt x="32143" y="31727"/>
                </a:lnTo>
                <a:lnTo>
                  <a:pt x="45571" y="54545"/>
                </a:lnTo>
                <a:lnTo>
                  <a:pt x="61643" y="54545"/>
                </a:lnTo>
                <a:cubicBezTo>
                  <a:pt x="63833" y="54667"/>
                  <a:pt x="65714" y="55667"/>
                  <a:pt x="67286" y="57545"/>
                </a:cubicBezTo>
                <a:lnTo>
                  <a:pt x="67286" y="57545"/>
                </a:lnTo>
                <a:cubicBezTo>
                  <a:pt x="68762" y="59545"/>
                  <a:pt x="69548" y="61970"/>
                  <a:pt x="69643" y="64818"/>
                </a:cubicBezTo>
                <a:lnTo>
                  <a:pt x="69643" y="64818"/>
                </a:lnTo>
                <a:lnTo>
                  <a:pt x="69643" y="85273"/>
                </a:lnTo>
                <a:cubicBezTo>
                  <a:pt x="69548" y="88061"/>
                  <a:pt x="68762" y="90455"/>
                  <a:pt x="67286" y="92455"/>
                </a:cubicBezTo>
                <a:lnTo>
                  <a:pt x="67286" y="92455"/>
                </a:lnTo>
                <a:cubicBezTo>
                  <a:pt x="65714" y="94333"/>
                  <a:pt x="63833" y="95333"/>
                  <a:pt x="61643" y="95455"/>
                </a:cubicBezTo>
                <a:lnTo>
                  <a:pt x="61643" y="95455"/>
                </a:lnTo>
                <a:lnTo>
                  <a:pt x="45571" y="95455"/>
                </a:lnTo>
                <a:cubicBezTo>
                  <a:pt x="43333" y="95333"/>
                  <a:pt x="41429" y="94333"/>
                  <a:pt x="39857" y="92455"/>
                </a:cubicBezTo>
                <a:lnTo>
                  <a:pt x="39857" y="92455"/>
                </a:lnTo>
                <a:cubicBezTo>
                  <a:pt x="38381" y="90455"/>
                  <a:pt x="37595" y="88061"/>
                  <a:pt x="37500" y="85273"/>
                </a:cubicBezTo>
                <a:lnTo>
                  <a:pt x="37500" y="85273"/>
                </a:lnTo>
                <a:lnTo>
                  <a:pt x="37500" y="64818"/>
                </a:lnTo>
                <a:cubicBezTo>
                  <a:pt x="37500" y="64333"/>
                  <a:pt x="37500" y="63970"/>
                  <a:pt x="37500" y="63727"/>
                </a:cubicBezTo>
                <a:lnTo>
                  <a:pt x="37500" y="63727"/>
                </a:lnTo>
                <a:lnTo>
                  <a:pt x="24143" y="40909"/>
                </a:lnTo>
                <a:lnTo>
                  <a:pt x="8071" y="40909"/>
                </a:lnTo>
                <a:cubicBezTo>
                  <a:pt x="5833" y="40788"/>
                  <a:pt x="3929" y="39788"/>
                  <a:pt x="2357" y="37909"/>
                </a:cubicBezTo>
                <a:lnTo>
                  <a:pt x="2357" y="37909"/>
                </a:lnTo>
                <a:cubicBezTo>
                  <a:pt x="881" y="35909"/>
                  <a:pt x="95" y="33515"/>
                  <a:pt x="0" y="30727"/>
                </a:cubicBezTo>
                <a:lnTo>
                  <a:pt x="0" y="30727"/>
                </a:lnTo>
                <a:lnTo>
                  <a:pt x="0" y="10273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92653965379-8"/>
          <p:cNvSpPr txBox="1"/>
          <p:nvPr/>
        </p:nvSpPr>
        <p:spPr>
          <a:xfrm>
            <a:off x="771525" y="139303"/>
            <a:ext cx="35738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功能一 —— 三种 AI 接入方式</a:t>
            </a:r>
            <a:endParaRPr/>
          </a:p>
        </p:txBody>
      </p:sp>
      <p:sp>
        <p:nvSpPr>
          <p:cNvPr id="31" name="el-1792653965369-4"/>
          <p:cNvSpPr txBox="1"/>
          <p:nvPr/>
        </p:nvSpPr>
        <p:spPr>
          <a:xfrm>
            <a:off x="7979569" y="185023"/>
            <a:ext cx="83439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42875" algn="l">
              <a:lnSpc>
                <a:spcPct val="100000"/>
              </a:lnSpc>
            </a:pPr>
            <a:r>
              <a:rPr sz="7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零成本接入</a:t>
            </a:r>
            <a:endParaRPr/>
          </a:p>
        </p:txBody>
      </p:sp>
      <p:sp>
        <p:nvSpPr>
          <p:cNvPr id="32" name="el-1792653965380-9"/>
          <p:cNvSpPr txBox="1"/>
          <p:nvPr/>
        </p:nvSpPr>
        <p:spPr>
          <a:xfrm>
            <a:off x="3154859" y="1324808"/>
            <a:ext cx="3159520" cy="2457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90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三种方式均</a:t>
            </a:r>
            <a:r>
              <a:rPr sz="600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sz="1460" b="1" spc="56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免费 · 零成本</a:t>
            </a:r>
            <a:r>
              <a:rPr sz="600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sz="1290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即刻上手</a:t>
            </a:r>
            <a:endParaRPr/>
          </a:p>
        </p:txBody>
      </p:sp>
      <p:sp>
        <p:nvSpPr>
          <p:cNvPr id="33" name="el-1792653965394-21"/>
          <p:cNvSpPr txBox="1"/>
          <p:nvPr/>
        </p:nvSpPr>
        <p:spPr>
          <a:xfrm>
            <a:off x="582216" y="2599253"/>
            <a:ext cx="3048560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90" b="1" spc="28" dirty="0" err="1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方式一</a:t>
            </a:r>
            <a:r>
              <a:rPr sz="1290" b="1" spc="28" dirty="0">
                <a:solidFill>
                  <a:srgbClr val="0B1F3A"/>
                </a:solidFill>
                <a:latin typeface="SimHei"/>
                <a:ea typeface="SimHei"/>
                <a:cs typeface="SimHei"/>
              </a:rPr>
              <a:t> · </a:t>
            </a:r>
            <a:r>
              <a:rPr sz="1290" b="1" spc="28" dirty="0" err="1">
                <a:solidFill>
                  <a:srgbClr val="0B1F3A"/>
                </a:solidFill>
                <a:latin typeface="SimHei"/>
                <a:ea typeface="SimHei"/>
                <a:cs typeface="SimHei"/>
              </a:rPr>
              <a:t>网页版</a:t>
            </a:r>
            <a:r>
              <a:rPr lang="en-US" sz="1290" b="1" spc="28" dirty="0">
                <a:solidFill>
                  <a:srgbClr val="0B1F3A"/>
                </a:solidFill>
                <a:latin typeface="SimHei"/>
                <a:ea typeface="SimHei"/>
                <a:cs typeface="SimHei"/>
              </a:rPr>
              <a:t> + </a:t>
            </a:r>
            <a:r>
              <a:rPr lang="zh-CN" altLang="en-US" sz="1290" b="1" spc="28" dirty="0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提示词</a:t>
            </a:r>
            <a:endParaRPr dirty="0"/>
          </a:p>
        </p:txBody>
      </p:sp>
      <p:sp>
        <p:nvSpPr>
          <p:cNvPr id="34" name="el-1792653965392-18"/>
          <p:cNvSpPr txBox="1"/>
          <p:nvPr/>
        </p:nvSpPr>
        <p:spPr>
          <a:xfrm>
            <a:off x="582216" y="2873573"/>
            <a:ext cx="2302609" cy="628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565"/>
              </a:lnSpc>
            </a:pPr>
            <a:r>
              <a:rPr sz="101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浏览器直接访问</a:t>
            </a:r>
            <a:r>
              <a:rPr lang="zh-CN" altLang="en-US" sz="101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000" b="1" spc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复制提问模板</a:t>
            </a:r>
            <a:r>
              <a:rPr sz="101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即可生成</a:t>
            </a:r>
            <a:r>
              <a:rPr sz="101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GGB </a:t>
            </a:r>
            <a:r>
              <a:rPr sz="101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脚本，无需安装任何软件</a:t>
            </a:r>
            <a:endParaRPr dirty="0"/>
          </a:p>
        </p:txBody>
      </p:sp>
      <p:sp>
        <p:nvSpPr>
          <p:cNvPr id="35" name="el-1792653965395-22"/>
          <p:cNvSpPr/>
          <p:nvPr/>
        </p:nvSpPr>
        <p:spPr>
          <a:xfrm>
            <a:off x="1550080" y="1570553"/>
            <a:ext cx="828675" cy="17145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el-1792653965396-23"/>
          <p:cNvSpPr txBox="1"/>
          <p:nvPr/>
        </p:nvSpPr>
        <p:spPr>
          <a:xfrm>
            <a:off x="710803" y="3702248"/>
            <a:ext cx="72294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免费开放</a:t>
            </a:r>
            <a:endParaRPr/>
          </a:p>
        </p:txBody>
      </p:sp>
      <p:sp>
        <p:nvSpPr>
          <p:cNvPr id="38" name="el-1792653965397-25"/>
          <p:cNvSpPr txBox="1"/>
          <p:nvPr/>
        </p:nvSpPr>
        <p:spPr>
          <a:xfrm>
            <a:off x="3420606" y="2599253"/>
            <a:ext cx="257544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90" b="1" spc="28" dirty="0" err="1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方式二</a:t>
            </a:r>
            <a:r>
              <a:rPr sz="1290" b="1" spc="28" dirty="0">
                <a:solidFill>
                  <a:srgbClr val="0B1F3A"/>
                </a:solidFill>
                <a:latin typeface="SimHei"/>
                <a:ea typeface="SimHei"/>
                <a:cs typeface="SimHei"/>
              </a:rPr>
              <a:t> · </a:t>
            </a:r>
            <a:r>
              <a:rPr sz="1290" b="1" spc="28" dirty="0" err="1">
                <a:solidFill>
                  <a:srgbClr val="0B1F3A"/>
                </a:solidFill>
                <a:latin typeface="SimHei"/>
                <a:ea typeface="SimHei"/>
                <a:cs typeface="SimHei"/>
              </a:rPr>
              <a:t>网页版</a:t>
            </a:r>
            <a:r>
              <a:rPr lang="en-US" sz="1290" b="1" spc="28" dirty="0">
                <a:solidFill>
                  <a:srgbClr val="0B1F3A"/>
                </a:solidFill>
                <a:latin typeface="SimHei"/>
                <a:ea typeface="SimHei"/>
                <a:cs typeface="SimHei"/>
              </a:rPr>
              <a:t> + </a:t>
            </a:r>
            <a:r>
              <a:rPr lang="zh-CN" altLang="en-US" sz="1290" b="1" spc="28" dirty="0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技能包</a:t>
            </a:r>
            <a:endParaRPr dirty="0"/>
          </a:p>
        </p:txBody>
      </p:sp>
      <p:sp>
        <p:nvSpPr>
          <p:cNvPr id="39" name="el-1792653965393-19"/>
          <p:cNvSpPr txBox="1"/>
          <p:nvPr/>
        </p:nvSpPr>
        <p:spPr>
          <a:xfrm>
            <a:off x="3420606" y="2873573"/>
            <a:ext cx="2302698" cy="628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565"/>
              </a:lnSpc>
            </a:pPr>
            <a:r>
              <a:rPr sz="101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内置</a:t>
            </a:r>
            <a:r>
              <a:rPr lang="en-US" altLang="zh-CN" sz="1010" b="1" spc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Skill</a:t>
            </a:r>
            <a:r>
              <a:rPr lang="en-US" altLang="zh-CN" sz="1010" b="1" spc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010" b="1" spc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技能包</a:t>
            </a:r>
            <a:r>
              <a:rPr sz="101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01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一键调用智能建模工作流，省去</a:t>
            </a:r>
            <a:r>
              <a:rPr sz="101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Prompt </a:t>
            </a:r>
            <a:r>
              <a:rPr sz="101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编写</a:t>
            </a:r>
            <a:endParaRPr dirty="0"/>
          </a:p>
        </p:txBody>
      </p:sp>
      <p:sp>
        <p:nvSpPr>
          <p:cNvPr id="42" name="el-1792653965399-27"/>
          <p:cNvSpPr txBox="1"/>
          <p:nvPr/>
        </p:nvSpPr>
        <p:spPr>
          <a:xfrm>
            <a:off x="3549194" y="3702248"/>
            <a:ext cx="72294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免费使用</a:t>
            </a:r>
            <a:endParaRPr/>
          </a:p>
        </p:txBody>
      </p:sp>
      <p:sp>
        <p:nvSpPr>
          <p:cNvPr id="43" name="el-1792653965400-29"/>
          <p:cNvSpPr txBox="1"/>
          <p:nvPr/>
        </p:nvSpPr>
        <p:spPr>
          <a:xfrm>
            <a:off x="6259086" y="2599253"/>
            <a:ext cx="2884914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90" b="1" spc="28" dirty="0" err="1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方式三</a:t>
            </a:r>
            <a:r>
              <a:rPr sz="1290" b="1" spc="28" dirty="0">
                <a:solidFill>
                  <a:srgbClr val="0B1F3A"/>
                </a:solidFill>
                <a:latin typeface="SimHei"/>
                <a:ea typeface="SimHei"/>
                <a:cs typeface="SimHei"/>
              </a:rPr>
              <a:t> · IDE + SKILL</a:t>
            </a:r>
            <a:endParaRPr dirty="0"/>
          </a:p>
        </p:txBody>
      </p:sp>
      <p:sp>
        <p:nvSpPr>
          <p:cNvPr id="44" name="el-1792653965394-20"/>
          <p:cNvSpPr txBox="1"/>
          <p:nvPr/>
        </p:nvSpPr>
        <p:spPr>
          <a:xfrm>
            <a:off x="6259086" y="2873573"/>
            <a:ext cx="2302698" cy="628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565"/>
              </a:lnSpc>
            </a:pPr>
            <a:r>
              <a:rPr sz="101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IDE </a:t>
            </a:r>
            <a:r>
              <a:rPr sz="101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内自动激活</a:t>
            </a:r>
            <a:r>
              <a:rPr lang="en-US" altLang="zh-CN" sz="1000" b="1" spc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Skill</a:t>
            </a:r>
            <a:r>
              <a:rPr lang="en-US" altLang="zh-CN" sz="1000" b="1" spc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000" b="1" spc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技能</a:t>
            </a:r>
            <a:r>
              <a:rPr sz="101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01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覆盖开发全流程，高效集成建模环境</a:t>
            </a:r>
            <a:endParaRPr dirty="0"/>
          </a:p>
        </p:txBody>
      </p:sp>
      <p:sp>
        <p:nvSpPr>
          <p:cNvPr id="47" name="el-1792653965401-31"/>
          <p:cNvSpPr txBox="1"/>
          <p:nvPr/>
        </p:nvSpPr>
        <p:spPr>
          <a:xfrm>
            <a:off x="6387674" y="3702248"/>
            <a:ext cx="72294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免费下载</a:t>
            </a:r>
            <a:endParaRPr/>
          </a:p>
        </p:txBody>
      </p:sp>
      <p:sp>
        <p:nvSpPr>
          <p:cNvPr id="48" name="el-1792653965381-10"/>
          <p:cNvSpPr txBox="1"/>
          <p:nvPr/>
        </p:nvSpPr>
        <p:spPr>
          <a:xfrm>
            <a:off x="614363" y="4907042"/>
            <a:ext cx="185764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功能维度 · 三种接入方式</a:t>
            </a:r>
            <a:endParaRPr/>
          </a:p>
        </p:txBody>
      </p:sp>
      <p:sp>
        <p:nvSpPr>
          <p:cNvPr id="49" name="el-1792653965371-6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-1792653966578-7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5" name="el-1792653966045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2653966061-10"/>
          <p:cNvSpPr/>
          <p:nvPr/>
        </p:nvSpPr>
        <p:spPr>
          <a:xfrm>
            <a:off x="400050" y="12501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6532-54"/>
          <p:cNvSpPr/>
          <p:nvPr/>
        </p:nvSpPr>
        <p:spPr>
          <a:xfrm>
            <a:off x="480384" y="189300"/>
            <a:ext cx="96506" cy="128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83600" y="8500"/>
                </a:moveTo>
                <a:lnTo>
                  <a:pt x="83600" y="8500"/>
                </a:lnTo>
                <a:cubicBezTo>
                  <a:pt x="85200" y="5595"/>
                  <a:pt x="84333" y="3143"/>
                  <a:pt x="81000" y="1143"/>
                </a:cubicBezTo>
                <a:lnTo>
                  <a:pt x="81000" y="1143"/>
                </a:lnTo>
                <a:cubicBezTo>
                  <a:pt x="77267" y="-476"/>
                  <a:pt x="73733" y="-357"/>
                  <a:pt x="70400" y="1500"/>
                </a:cubicBezTo>
                <a:lnTo>
                  <a:pt x="70400" y="1500"/>
                </a:lnTo>
                <a:lnTo>
                  <a:pt x="2900" y="43714"/>
                </a:lnTo>
                <a:cubicBezTo>
                  <a:pt x="100" y="45571"/>
                  <a:pt x="-667" y="47762"/>
                  <a:pt x="600" y="50286"/>
                </a:cubicBezTo>
                <a:lnTo>
                  <a:pt x="600" y="50286"/>
                </a:lnTo>
                <a:cubicBezTo>
                  <a:pt x="2133" y="52810"/>
                  <a:pt x="4767" y="54119"/>
                  <a:pt x="8500" y="54214"/>
                </a:cubicBezTo>
                <a:lnTo>
                  <a:pt x="8500" y="54214"/>
                </a:lnTo>
                <a:lnTo>
                  <a:pt x="38000" y="54214"/>
                </a:lnTo>
                <a:lnTo>
                  <a:pt x="17700" y="87929"/>
                </a:lnTo>
                <a:cubicBezTo>
                  <a:pt x="16100" y="90833"/>
                  <a:pt x="16967" y="93286"/>
                  <a:pt x="20300" y="95286"/>
                </a:cubicBezTo>
                <a:lnTo>
                  <a:pt x="20300" y="95286"/>
                </a:lnTo>
                <a:cubicBezTo>
                  <a:pt x="24033" y="96952"/>
                  <a:pt x="27567" y="96833"/>
                  <a:pt x="30900" y="94929"/>
                </a:cubicBezTo>
                <a:lnTo>
                  <a:pt x="30900" y="94929"/>
                </a:lnTo>
                <a:lnTo>
                  <a:pt x="98400" y="52714"/>
                </a:lnTo>
                <a:cubicBezTo>
                  <a:pt x="101200" y="50857"/>
                  <a:pt x="102000" y="48667"/>
                  <a:pt x="100800" y="46143"/>
                </a:cubicBezTo>
                <a:lnTo>
                  <a:pt x="100800" y="46143"/>
                </a:lnTo>
                <a:cubicBezTo>
                  <a:pt x="99333" y="43619"/>
                  <a:pt x="96667" y="42310"/>
                  <a:pt x="92800" y="42214"/>
                </a:cubicBezTo>
                <a:lnTo>
                  <a:pt x="92800" y="42214"/>
                </a:lnTo>
                <a:lnTo>
                  <a:pt x="63600" y="42214"/>
                </a:lnTo>
                <a:lnTo>
                  <a:pt x="83600" y="85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2653966049-6"/>
          <p:cNvSpPr/>
          <p:nvPr/>
        </p:nvSpPr>
        <p:spPr>
          <a:xfrm>
            <a:off x="7490847" y="149304"/>
            <a:ext cx="1253103" cy="20859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-1792653966470-51"/>
          <p:cNvSpPr/>
          <p:nvPr/>
        </p:nvSpPr>
        <p:spPr>
          <a:xfrm>
            <a:off x="7598003" y="214134"/>
            <a:ext cx="112514" cy="87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500" y="12556"/>
                </a:moveTo>
                <a:lnTo>
                  <a:pt x="1500" y="12556"/>
                </a:lnTo>
                <a:cubicBezTo>
                  <a:pt x="500" y="11000"/>
                  <a:pt x="0" y="9259"/>
                  <a:pt x="0" y="7333"/>
                </a:cubicBezTo>
                <a:lnTo>
                  <a:pt x="0" y="7333"/>
                </a:lnTo>
                <a:lnTo>
                  <a:pt x="0" y="7333"/>
                </a:lnTo>
                <a:cubicBezTo>
                  <a:pt x="0" y="5333"/>
                  <a:pt x="500" y="3556"/>
                  <a:pt x="1500" y="2000"/>
                </a:cubicBezTo>
                <a:lnTo>
                  <a:pt x="1500" y="2000"/>
                </a:lnTo>
                <a:cubicBezTo>
                  <a:pt x="2667" y="667"/>
                  <a:pt x="4000" y="0"/>
                  <a:pt x="5500" y="0"/>
                </a:cubicBezTo>
                <a:lnTo>
                  <a:pt x="5500" y="0"/>
                </a:lnTo>
                <a:cubicBezTo>
                  <a:pt x="6944" y="0"/>
                  <a:pt x="8250" y="667"/>
                  <a:pt x="9417" y="2000"/>
                </a:cubicBezTo>
                <a:lnTo>
                  <a:pt x="9417" y="2000"/>
                </a:lnTo>
                <a:lnTo>
                  <a:pt x="42250" y="45778"/>
                </a:lnTo>
                <a:cubicBezTo>
                  <a:pt x="43250" y="47333"/>
                  <a:pt x="43750" y="49074"/>
                  <a:pt x="43750" y="51000"/>
                </a:cubicBezTo>
                <a:lnTo>
                  <a:pt x="43750" y="51000"/>
                </a:lnTo>
                <a:cubicBezTo>
                  <a:pt x="43750" y="53000"/>
                  <a:pt x="43250" y="54778"/>
                  <a:pt x="42250" y="56333"/>
                </a:cubicBezTo>
                <a:lnTo>
                  <a:pt x="42250" y="56333"/>
                </a:lnTo>
                <a:lnTo>
                  <a:pt x="9417" y="100000"/>
                </a:lnTo>
                <a:cubicBezTo>
                  <a:pt x="8250" y="101407"/>
                  <a:pt x="6944" y="102111"/>
                  <a:pt x="5500" y="102111"/>
                </a:cubicBezTo>
                <a:lnTo>
                  <a:pt x="5500" y="102111"/>
                </a:lnTo>
                <a:cubicBezTo>
                  <a:pt x="4000" y="102111"/>
                  <a:pt x="2667" y="101407"/>
                  <a:pt x="1500" y="100000"/>
                </a:cubicBezTo>
                <a:lnTo>
                  <a:pt x="1500" y="100000"/>
                </a:lnTo>
                <a:cubicBezTo>
                  <a:pt x="500" y="98519"/>
                  <a:pt x="0" y="96778"/>
                  <a:pt x="0" y="94778"/>
                </a:cubicBezTo>
                <a:lnTo>
                  <a:pt x="0" y="94778"/>
                </a:lnTo>
                <a:cubicBezTo>
                  <a:pt x="0" y="92778"/>
                  <a:pt x="500" y="91037"/>
                  <a:pt x="1500" y="89556"/>
                </a:cubicBezTo>
                <a:lnTo>
                  <a:pt x="1500" y="89556"/>
                </a:lnTo>
                <a:lnTo>
                  <a:pt x="30583" y="51000"/>
                </a:lnTo>
                <a:lnTo>
                  <a:pt x="1500" y="12556"/>
                </a:lnTo>
                <a:moveTo>
                  <a:pt x="43750" y="87556"/>
                </a:moveTo>
                <a:lnTo>
                  <a:pt x="43750" y="87556"/>
                </a:lnTo>
                <a:lnTo>
                  <a:pt x="93000" y="87556"/>
                </a:lnTo>
                <a:cubicBezTo>
                  <a:pt x="94556" y="87556"/>
                  <a:pt x="95861" y="88222"/>
                  <a:pt x="96917" y="89556"/>
                </a:cubicBezTo>
                <a:lnTo>
                  <a:pt x="96917" y="89556"/>
                </a:lnTo>
                <a:cubicBezTo>
                  <a:pt x="97917" y="90889"/>
                  <a:pt x="98417" y="92630"/>
                  <a:pt x="98417" y="94778"/>
                </a:cubicBezTo>
                <a:lnTo>
                  <a:pt x="98417" y="94778"/>
                </a:lnTo>
                <a:cubicBezTo>
                  <a:pt x="98417" y="96926"/>
                  <a:pt x="97917" y="98667"/>
                  <a:pt x="96917" y="100000"/>
                </a:cubicBezTo>
                <a:lnTo>
                  <a:pt x="96917" y="100000"/>
                </a:lnTo>
                <a:cubicBezTo>
                  <a:pt x="95861" y="101407"/>
                  <a:pt x="94556" y="102111"/>
                  <a:pt x="93000" y="102111"/>
                </a:cubicBezTo>
                <a:lnTo>
                  <a:pt x="93000" y="102111"/>
                </a:lnTo>
                <a:lnTo>
                  <a:pt x="43750" y="102111"/>
                </a:lnTo>
                <a:cubicBezTo>
                  <a:pt x="42139" y="102111"/>
                  <a:pt x="40833" y="101407"/>
                  <a:pt x="39833" y="100000"/>
                </a:cubicBezTo>
                <a:lnTo>
                  <a:pt x="39833" y="100000"/>
                </a:lnTo>
                <a:cubicBezTo>
                  <a:pt x="38778" y="98667"/>
                  <a:pt x="38250" y="96926"/>
                  <a:pt x="38250" y="94778"/>
                </a:cubicBezTo>
                <a:lnTo>
                  <a:pt x="38250" y="94778"/>
                </a:lnTo>
                <a:cubicBezTo>
                  <a:pt x="38250" y="92630"/>
                  <a:pt x="38778" y="90889"/>
                  <a:pt x="39833" y="89556"/>
                </a:cubicBezTo>
                <a:lnTo>
                  <a:pt x="39833" y="89556"/>
                </a:lnTo>
                <a:cubicBezTo>
                  <a:pt x="40833" y="88222"/>
                  <a:pt x="42139" y="87556"/>
                  <a:pt x="43750" y="87556"/>
                </a:cubicBezTo>
                <a:lnTo>
                  <a:pt x="43750" y="87556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2653966531-53"/>
          <p:cNvSpPr/>
          <p:nvPr/>
        </p:nvSpPr>
        <p:spPr>
          <a:xfrm>
            <a:off x="400050" y="815455"/>
            <a:ext cx="114300" cy="964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9667" y="1400"/>
                </a:moveTo>
                <a:lnTo>
                  <a:pt x="29667" y="1400"/>
                </a:lnTo>
                <a:cubicBezTo>
                  <a:pt x="31611" y="3933"/>
                  <a:pt x="31750" y="6600"/>
                  <a:pt x="30083" y="9400"/>
                </a:cubicBezTo>
                <a:lnTo>
                  <a:pt x="30083" y="9400"/>
                </a:lnTo>
                <a:lnTo>
                  <a:pt x="16000" y="28100"/>
                </a:lnTo>
                <a:cubicBezTo>
                  <a:pt x="15111" y="29367"/>
                  <a:pt x="14000" y="30000"/>
                  <a:pt x="12667" y="30000"/>
                </a:cubicBezTo>
                <a:lnTo>
                  <a:pt x="12667" y="30000"/>
                </a:lnTo>
                <a:cubicBezTo>
                  <a:pt x="11278" y="30000"/>
                  <a:pt x="10111" y="29467"/>
                  <a:pt x="9167" y="28400"/>
                </a:cubicBezTo>
                <a:lnTo>
                  <a:pt x="9167" y="28400"/>
                </a:lnTo>
                <a:lnTo>
                  <a:pt x="1333" y="19000"/>
                </a:lnTo>
                <a:cubicBezTo>
                  <a:pt x="-444" y="16333"/>
                  <a:pt x="-444" y="13667"/>
                  <a:pt x="1333" y="11000"/>
                </a:cubicBezTo>
                <a:lnTo>
                  <a:pt x="1333" y="11000"/>
                </a:lnTo>
                <a:cubicBezTo>
                  <a:pt x="3556" y="8800"/>
                  <a:pt x="5778" y="8800"/>
                  <a:pt x="8000" y="11000"/>
                </a:cubicBezTo>
                <a:lnTo>
                  <a:pt x="8000" y="11000"/>
                </a:lnTo>
                <a:lnTo>
                  <a:pt x="12333" y="16200"/>
                </a:lnTo>
                <a:lnTo>
                  <a:pt x="23083" y="1900"/>
                </a:lnTo>
                <a:cubicBezTo>
                  <a:pt x="25139" y="-433"/>
                  <a:pt x="27333" y="-600"/>
                  <a:pt x="29667" y="1400"/>
                </a:cubicBezTo>
                <a:lnTo>
                  <a:pt x="29667" y="1400"/>
                </a:lnTo>
                <a:moveTo>
                  <a:pt x="29667" y="38900"/>
                </a:moveTo>
                <a:lnTo>
                  <a:pt x="29667" y="38900"/>
                </a:lnTo>
                <a:cubicBezTo>
                  <a:pt x="31611" y="41433"/>
                  <a:pt x="31750" y="44100"/>
                  <a:pt x="30083" y="46900"/>
                </a:cubicBezTo>
                <a:lnTo>
                  <a:pt x="30083" y="46900"/>
                </a:lnTo>
                <a:lnTo>
                  <a:pt x="16000" y="65600"/>
                </a:lnTo>
                <a:cubicBezTo>
                  <a:pt x="15111" y="66867"/>
                  <a:pt x="14000" y="67500"/>
                  <a:pt x="12667" y="67500"/>
                </a:cubicBezTo>
                <a:lnTo>
                  <a:pt x="12667" y="67500"/>
                </a:lnTo>
                <a:cubicBezTo>
                  <a:pt x="11278" y="67500"/>
                  <a:pt x="10111" y="66967"/>
                  <a:pt x="9167" y="65900"/>
                </a:cubicBezTo>
                <a:lnTo>
                  <a:pt x="9167" y="65900"/>
                </a:lnTo>
                <a:lnTo>
                  <a:pt x="1333" y="56500"/>
                </a:lnTo>
                <a:cubicBezTo>
                  <a:pt x="-444" y="53833"/>
                  <a:pt x="-444" y="51167"/>
                  <a:pt x="1333" y="48500"/>
                </a:cubicBezTo>
                <a:lnTo>
                  <a:pt x="1333" y="48500"/>
                </a:lnTo>
                <a:cubicBezTo>
                  <a:pt x="3556" y="46300"/>
                  <a:pt x="5778" y="46300"/>
                  <a:pt x="8000" y="48500"/>
                </a:cubicBezTo>
                <a:lnTo>
                  <a:pt x="8000" y="48500"/>
                </a:lnTo>
                <a:lnTo>
                  <a:pt x="12333" y="53700"/>
                </a:lnTo>
                <a:lnTo>
                  <a:pt x="23083" y="39400"/>
                </a:lnTo>
                <a:cubicBezTo>
                  <a:pt x="25139" y="37067"/>
                  <a:pt x="27333" y="36900"/>
                  <a:pt x="29667" y="38900"/>
                </a:cubicBezTo>
                <a:lnTo>
                  <a:pt x="29667" y="38900"/>
                </a:lnTo>
                <a:moveTo>
                  <a:pt x="43750" y="15000"/>
                </a:moveTo>
                <a:lnTo>
                  <a:pt x="43750" y="15000"/>
                </a:lnTo>
                <a:cubicBezTo>
                  <a:pt x="43750" y="12800"/>
                  <a:pt x="44333" y="11000"/>
                  <a:pt x="45500" y="9600"/>
                </a:cubicBezTo>
                <a:lnTo>
                  <a:pt x="45500" y="9600"/>
                </a:lnTo>
                <a:lnTo>
                  <a:pt x="45500" y="9600"/>
                </a:lnTo>
                <a:cubicBezTo>
                  <a:pt x="46667" y="8200"/>
                  <a:pt x="48167" y="7500"/>
                  <a:pt x="50000" y="7500"/>
                </a:cubicBezTo>
                <a:lnTo>
                  <a:pt x="50000" y="7500"/>
                </a:lnTo>
                <a:lnTo>
                  <a:pt x="93750" y="7500"/>
                </a:lnTo>
                <a:cubicBezTo>
                  <a:pt x="95583" y="7500"/>
                  <a:pt x="97083" y="8200"/>
                  <a:pt x="98250" y="9600"/>
                </a:cubicBezTo>
                <a:lnTo>
                  <a:pt x="98250" y="9600"/>
                </a:lnTo>
                <a:cubicBezTo>
                  <a:pt x="99417" y="11000"/>
                  <a:pt x="100000" y="12800"/>
                  <a:pt x="100000" y="15000"/>
                </a:cubicBezTo>
                <a:lnTo>
                  <a:pt x="100000" y="15000"/>
                </a:lnTo>
                <a:cubicBezTo>
                  <a:pt x="100000" y="17200"/>
                  <a:pt x="99417" y="19000"/>
                  <a:pt x="98250" y="20400"/>
                </a:cubicBezTo>
                <a:lnTo>
                  <a:pt x="98250" y="20400"/>
                </a:lnTo>
                <a:cubicBezTo>
                  <a:pt x="97083" y="21800"/>
                  <a:pt x="95583" y="22500"/>
                  <a:pt x="93750" y="22500"/>
                </a:cubicBezTo>
                <a:lnTo>
                  <a:pt x="93750" y="22500"/>
                </a:lnTo>
                <a:lnTo>
                  <a:pt x="50000" y="22500"/>
                </a:lnTo>
                <a:cubicBezTo>
                  <a:pt x="48167" y="22500"/>
                  <a:pt x="46667" y="21800"/>
                  <a:pt x="45500" y="20400"/>
                </a:cubicBezTo>
                <a:lnTo>
                  <a:pt x="45500" y="20400"/>
                </a:lnTo>
                <a:cubicBezTo>
                  <a:pt x="44333" y="19000"/>
                  <a:pt x="43750" y="17200"/>
                  <a:pt x="43750" y="15000"/>
                </a:cubicBezTo>
                <a:lnTo>
                  <a:pt x="43750" y="15000"/>
                </a:lnTo>
                <a:moveTo>
                  <a:pt x="43750" y="52500"/>
                </a:moveTo>
                <a:lnTo>
                  <a:pt x="43750" y="52500"/>
                </a:lnTo>
                <a:cubicBezTo>
                  <a:pt x="43750" y="50300"/>
                  <a:pt x="44333" y="48500"/>
                  <a:pt x="45500" y="47100"/>
                </a:cubicBezTo>
                <a:lnTo>
                  <a:pt x="45500" y="47100"/>
                </a:lnTo>
                <a:lnTo>
                  <a:pt x="45500" y="47100"/>
                </a:lnTo>
                <a:cubicBezTo>
                  <a:pt x="46667" y="45700"/>
                  <a:pt x="48167" y="45000"/>
                  <a:pt x="50000" y="45000"/>
                </a:cubicBezTo>
                <a:lnTo>
                  <a:pt x="50000" y="45000"/>
                </a:lnTo>
                <a:lnTo>
                  <a:pt x="93750" y="45000"/>
                </a:lnTo>
                <a:cubicBezTo>
                  <a:pt x="95583" y="45000"/>
                  <a:pt x="97083" y="45700"/>
                  <a:pt x="98250" y="47100"/>
                </a:cubicBezTo>
                <a:lnTo>
                  <a:pt x="98250" y="47100"/>
                </a:lnTo>
                <a:cubicBezTo>
                  <a:pt x="99417" y="48500"/>
                  <a:pt x="100000" y="50300"/>
                  <a:pt x="100000" y="52500"/>
                </a:cubicBezTo>
                <a:lnTo>
                  <a:pt x="100000" y="52500"/>
                </a:lnTo>
                <a:cubicBezTo>
                  <a:pt x="100000" y="54700"/>
                  <a:pt x="99417" y="56500"/>
                  <a:pt x="98250" y="57900"/>
                </a:cubicBezTo>
                <a:lnTo>
                  <a:pt x="98250" y="57900"/>
                </a:lnTo>
                <a:cubicBezTo>
                  <a:pt x="97083" y="59300"/>
                  <a:pt x="95583" y="60000"/>
                  <a:pt x="93750" y="60000"/>
                </a:cubicBezTo>
                <a:lnTo>
                  <a:pt x="93750" y="60000"/>
                </a:lnTo>
                <a:lnTo>
                  <a:pt x="50000" y="60000"/>
                </a:lnTo>
                <a:cubicBezTo>
                  <a:pt x="48167" y="60000"/>
                  <a:pt x="46667" y="59300"/>
                  <a:pt x="45500" y="57900"/>
                </a:cubicBezTo>
                <a:lnTo>
                  <a:pt x="45500" y="57900"/>
                </a:lnTo>
                <a:cubicBezTo>
                  <a:pt x="44333" y="56500"/>
                  <a:pt x="43750" y="54700"/>
                  <a:pt x="43750" y="52500"/>
                </a:cubicBezTo>
                <a:lnTo>
                  <a:pt x="43750" y="52500"/>
                </a:lnTo>
                <a:moveTo>
                  <a:pt x="31250" y="90000"/>
                </a:moveTo>
                <a:lnTo>
                  <a:pt x="31250" y="90000"/>
                </a:lnTo>
                <a:cubicBezTo>
                  <a:pt x="31250" y="87800"/>
                  <a:pt x="31833" y="86000"/>
                  <a:pt x="33000" y="84600"/>
                </a:cubicBezTo>
                <a:lnTo>
                  <a:pt x="33000" y="84600"/>
                </a:lnTo>
                <a:lnTo>
                  <a:pt x="33000" y="84600"/>
                </a:lnTo>
                <a:cubicBezTo>
                  <a:pt x="34167" y="83200"/>
                  <a:pt x="35667" y="82500"/>
                  <a:pt x="37500" y="82500"/>
                </a:cubicBezTo>
                <a:lnTo>
                  <a:pt x="37500" y="82500"/>
                </a:lnTo>
                <a:lnTo>
                  <a:pt x="93750" y="82500"/>
                </a:lnTo>
                <a:cubicBezTo>
                  <a:pt x="95583" y="82500"/>
                  <a:pt x="97083" y="83200"/>
                  <a:pt x="98250" y="84600"/>
                </a:cubicBezTo>
                <a:lnTo>
                  <a:pt x="98250" y="84600"/>
                </a:lnTo>
                <a:cubicBezTo>
                  <a:pt x="99417" y="86000"/>
                  <a:pt x="100000" y="87800"/>
                  <a:pt x="100000" y="90000"/>
                </a:cubicBezTo>
                <a:lnTo>
                  <a:pt x="100000" y="90000"/>
                </a:lnTo>
                <a:cubicBezTo>
                  <a:pt x="100000" y="92200"/>
                  <a:pt x="99417" y="94000"/>
                  <a:pt x="98250" y="95400"/>
                </a:cubicBezTo>
                <a:lnTo>
                  <a:pt x="98250" y="95400"/>
                </a:lnTo>
                <a:cubicBezTo>
                  <a:pt x="97083" y="96800"/>
                  <a:pt x="95583" y="97500"/>
                  <a:pt x="93750" y="97500"/>
                </a:cubicBezTo>
                <a:lnTo>
                  <a:pt x="93750" y="97500"/>
                </a:lnTo>
                <a:lnTo>
                  <a:pt x="37500" y="97500"/>
                </a:lnTo>
                <a:cubicBezTo>
                  <a:pt x="35667" y="97500"/>
                  <a:pt x="34167" y="96800"/>
                  <a:pt x="33000" y="95400"/>
                </a:cubicBezTo>
                <a:lnTo>
                  <a:pt x="33000" y="95400"/>
                </a:lnTo>
                <a:cubicBezTo>
                  <a:pt x="31833" y="94000"/>
                  <a:pt x="31250" y="92200"/>
                  <a:pt x="31250" y="90000"/>
                </a:cubicBezTo>
                <a:lnTo>
                  <a:pt x="31250" y="90000"/>
                </a:lnTo>
                <a:moveTo>
                  <a:pt x="9417" y="78800"/>
                </a:moveTo>
                <a:lnTo>
                  <a:pt x="9417" y="78800"/>
                </a:lnTo>
                <a:cubicBezTo>
                  <a:pt x="12917" y="78933"/>
                  <a:pt x="15639" y="80800"/>
                  <a:pt x="17583" y="84400"/>
                </a:cubicBezTo>
                <a:lnTo>
                  <a:pt x="17583" y="84400"/>
                </a:lnTo>
                <a:cubicBezTo>
                  <a:pt x="19139" y="88133"/>
                  <a:pt x="19139" y="91867"/>
                  <a:pt x="17583" y="95600"/>
                </a:cubicBezTo>
                <a:lnTo>
                  <a:pt x="17583" y="95600"/>
                </a:lnTo>
                <a:cubicBezTo>
                  <a:pt x="15639" y="99200"/>
                  <a:pt x="12917" y="101100"/>
                  <a:pt x="9417" y="101300"/>
                </a:cubicBezTo>
                <a:lnTo>
                  <a:pt x="9417" y="101300"/>
                </a:lnTo>
                <a:cubicBezTo>
                  <a:pt x="5861" y="101100"/>
                  <a:pt x="3111" y="99200"/>
                  <a:pt x="1167" y="95600"/>
                </a:cubicBezTo>
                <a:lnTo>
                  <a:pt x="1167" y="95600"/>
                </a:lnTo>
                <a:cubicBezTo>
                  <a:pt x="-389" y="91867"/>
                  <a:pt x="-389" y="88133"/>
                  <a:pt x="1167" y="84400"/>
                </a:cubicBezTo>
                <a:lnTo>
                  <a:pt x="1167" y="84400"/>
                </a:lnTo>
                <a:cubicBezTo>
                  <a:pt x="3111" y="80800"/>
                  <a:pt x="5861" y="78933"/>
                  <a:pt x="9417" y="78800"/>
                </a:cubicBezTo>
                <a:lnTo>
                  <a:pt x="9417" y="7880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2653966063-11"/>
          <p:cNvSpPr/>
          <p:nvPr/>
        </p:nvSpPr>
        <p:spPr>
          <a:xfrm>
            <a:off x="400050" y="1032272"/>
            <a:ext cx="3246120" cy="510064"/>
          </a:xfrm>
          <a:prstGeom prst="roundRect">
            <a:avLst>
              <a:gd name="adj" fmla="val 18674"/>
            </a:avLst>
          </a:pr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l-1792653966106-31"/>
          <p:cNvSpPr/>
          <p:nvPr/>
        </p:nvSpPr>
        <p:spPr>
          <a:xfrm>
            <a:off x="521494" y="117300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6534-57"/>
          <p:cNvSpPr/>
          <p:nvPr/>
        </p:nvSpPr>
        <p:spPr>
          <a:xfrm>
            <a:off x="595610" y="1240369"/>
            <a:ext cx="80367" cy="938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0000" y="1600"/>
                </a:moveTo>
                <a:lnTo>
                  <a:pt x="20000" y="1600"/>
                </a:lnTo>
                <a:cubicBezTo>
                  <a:pt x="15667" y="-467"/>
                  <a:pt x="11292" y="-533"/>
                  <a:pt x="6875" y="1400"/>
                </a:cubicBezTo>
                <a:lnTo>
                  <a:pt x="6875" y="1400"/>
                </a:lnTo>
                <a:cubicBezTo>
                  <a:pt x="2458" y="3467"/>
                  <a:pt x="167" y="6533"/>
                  <a:pt x="0" y="10600"/>
                </a:cubicBezTo>
                <a:lnTo>
                  <a:pt x="0" y="10600"/>
                </a:lnTo>
                <a:lnTo>
                  <a:pt x="0" y="87900"/>
                </a:lnTo>
                <a:cubicBezTo>
                  <a:pt x="167" y="92033"/>
                  <a:pt x="2458" y="95133"/>
                  <a:pt x="6875" y="97200"/>
                </a:cubicBezTo>
                <a:lnTo>
                  <a:pt x="6875" y="97200"/>
                </a:lnTo>
                <a:cubicBezTo>
                  <a:pt x="11292" y="99067"/>
                  <a:pt x="15667" y="99000"/>
                  <a:pt x="20000" y="97000"/>
                </a:cubicBezTo>
                <a:lnTo>
                  <a:pt x="20000" y="97000"/>
                </a:lnTo>
                <a:lnTo>
                  <a:pt x="99125" y="58300"/>
                </a:lnTo>
                <a:cubicBezTo>
                  <a:pt x="103208" y="56233"/>
                  <a:pt x="105333" y="53233"/>
                  <a:pt x="105500" y="49300"/>
                </a:cubicBezTo>
                <a:lnTo>
                  <a:pt x="105500" y="49300"/>
                </a:lnTo>
                <a:cubicBezTo>
                  <a:pt x="105333" y="45500"/>
                  <a:pt x="103208" y="42500"/>
                  <a:pt x="99125" y="40300"/>
                </a:cubicBezTo>
                <a:lnTo>
                  <a:pt x="99125" y="40300"/>
                </a:lnTo>
                <a:lnTo>
                  <a:pt x="20000" y="16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2653966064-12"/>
          <p:cNvSpPr/>
          <p:nvPr/>
        </p:nvSpPr>
        <p:spPr>
          <a:xfrm>
            <a:off x="400050" y="1628061"/>
            <a:ext cx="3246120" cy="510064"/>
          </a:xfrm>
          <a:prstGeom prst="roundRect">
            <a:avLst>
              <a:gd name="adj" fmla="val 18674"/>
            </a:avLst>
          </a:pr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l-1792653966107-32"/>
          <p:cNvSpPr/>
          <p:nvPr/>
        </p:nvSpPr>
        <p:spPr>
          <a:xfrm>
            <a:off x="521494" y="1768793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2653966534-58"/>
          <p:cNvSpPr/>
          <p:nvPr/>
        </p:nvSpPr>
        <p:spPr>
          <a:xfrm>
            <a:off x="585553" y="1829828"/>
            <a:ext cx="100481" cy="10652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909" y="0"/>
                </a:moveTo>
                <a:lnTo>
                  <a:pt x="47909" y="0"/>
                </a:lnTo>
                <a:cubicBezTo>
                  <a:pt x="48879" y="0"/>
                  <a:pt x="49758" y="212"/>
                  <a:pt x="50545" y="636"/>
                </a:cubicBezTo>
                <a:lnTo>
                  <a:pt x="50545" y="636"/>
                </a:lnTo>
                <a:lnTo>
                  <a:pt x="88273" y="16545"/>
                </a:lnTo>
                <a:cubicBezTo>
                  <a:pt x="90576" y="17515"/>
                  <a:pt x="92394" y="19000"/>
                  <a:pt x="93727" y="21000"/>
                </a:cubicBezTo>
                <a:lnTo>
                  <a:pt x="93727" y="21000"/>
                </a:lnTo>
                <a:cubicBezTo>
                  <a:pt x="95182" y="23000"/>
                  <a:pt x="95909" y="25333"/>
                  <a:pt x="95909" y="28000"/>
                </a:cubicBezTo>
                <a:lnTo>
                  <a:pt x="95909" y="28000"/>
                </a:lnTo>
                <a:cubicBezTo>
                  <a:pt x="96030" y="34788"/>
                  <a:pt x="94879" y="42758"/>
                  <a:pt x="92455" y="51909"/>
                </a:cubicBezTo>
                <a:lnTo>
                  <a:pt x="92455" y="51909"/>
                </a:lnTo>
                <a:cubicBezTo>
                  <a:pt x="90091" y="61121"/>
                  <a:pt x="85788" y="70061"/>
                  <a:pt x="79545" y="78727"/>
                </a:cubicBezTo>
                <a:lnTo>
                  <a:pt x="79545" y="78727"/>
                </a:lnTo>
                <a:cubicBezTo>
                  <a:pt x="73424" y="87515"/>
                  <a:pt x="64636" y="94758"/>
                  <a:pt x="53182" y="100455"/>
                </a:cubicBezTo>
                <a:lnTo>
                  <a:pt x="53182" y="100455"/>
                </a:lnTo>
                <a:cubicBezTo>
                  <a:pt x="49667" y="102091"/>
                  <a:pt x="46182" y="102091"/>
                  <a:pt x="42727" y="100455"/>
                </a:cubicBezTo>
                <a:lnTo>
                  <a:pt x="42727" y="100455"/>
                </a:lnTo>
                <a:cubicBezTo>
                  <a:pt x="31273" y="94758"/>
                  <a:pt x="22485" y="87515"/>
                  <a:pt x="16364" y="78727"/>
                </a:cubicBezTo>
                <a:lnTo>
                  <a:pt x="16364" y="78727"/>
                </a:lnTo>
                <a:cubicBezTo>
                  <a:pt x="10121" y="70061"/>
                  <a:pt x="5788" y="61121"/>
                  <a:pt x="3364" y="51909"/>
                </a:cubicBezTo>
                <a:lnTo>
                  <a:pt x="3364" y="51909"/>
                </a:lnTo>
                <a:cubicBezTo>
                  <a:pt x="1000" y="42758"/>
                  <a:pt x="-121" y="34788"/>
                  <a:pt x="0" y="28000"/>
                </a:cubicBezTo>
                <a:lnTo>
                  <a:pt x="0" y="28000"/>
                </a:lnTo>
                <a:cubicBezTo>
                  <a:pt x="0" y="25333"/>
                  <a:pt x="727" y="23000"/>
                  <a:pt x="2182" y="21000"/>
                </a:cubicBezTo>
                <a:lnTo>
                  <a:pt x="2182" y="21000"/>
                </a:lnTo>
                <a:cubicBezTo>
                  <a:pt x="3515" y="19000"/>
                  <a:pt x="5333" y="17515"/>
                  <a:pt x="7636" y="16545"/>
                </a:cubicBezTo>
                <a:lnTo>
                  <a:pt x="7636" y="16545"/>
                </a:lnTo>
                <a:lnTo>
                  <a:pt x="45364" y="636"/>
                </a:lnTo>
                <a:cubicBezTo>
                  <a:pt x="46152" y="212"/>
                  <a:pt x="47000" y="0"/>
                  <a:pt x="47909" y="0"/>
                </a:cubicBezTo>
                <a:lnTo>
                  <a:pt x="47909" y="0"/>
                </a:lnTo>
                <a:moveTo>
                  <a:pt x="47909" y="13364"/>
                </a:moveTo>
                <a:lnTo>
                  <a:pt x="47909" y="13364"/>
                </a:lnTo>
                <a:lnTo>
                  <a:pt x="47909" y="88909"/>
                </a:lnTo>
                <a:cubicBezTo>
                  <a:pt x="57000" y="84242"/>
                  <a:pt x="64152" y="78303"/>
                  <a:pt x="69364" y="71091"/>
                </a:cubicBezTo>
                <a:lnTo>
                  <a:pt x="69364" y="71091"/>
                </a:lnTo>
                <a:cubicBezTo>
                  <a:pt x="74394" y="63939"/>
                  <a:pt x="77970" y="56545"/>
                  <a:pt x="80091" y="48909"/>
                </a:cubicBezTo>
                <a:lnTo>
                  <a:pt x="80091" y="48909"/>
                </a:lnTo>
                <a:cubicBezTo>
                  <a:pt x="82091" y="41212"/>
                  <a:pt x="83091" y="34303"/>
                  <a:pt x="83091" y="28182"/>
                </a:cubicBezTo>
                <a:lnTo>
                  <a:pt x="83091" y="28182"/>
                </a:lnTo>
                <a:lnTo>
                  <a:pt x="47909" y="13364"/>
                </a:lnTo>
                <a:lnTo>
                  <a:pt x="47909" y="13364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2653966065-13"/>
          <p:cNvSpPr/>
          <p:nvPr/>
        </p:nvSpPr>
        <p:spPr>
          <a:xfrm>
            <a:off x="400050" y="2223850"/>
            <a:ext cx="3246120" cy="510064"/>
          </a:xfrm>
          <a:prstGeom prst="roundRect">
            <a:avLst>
              <a:gd name="adj" fmla="val 18674"/>
            </a:avLst>
          </a:pr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el-1792653966108-33"/>
          <p:cNvSpPr/>
          <p:nvPr/>
        </p:nvSpPr>
        <p:spPr>
          <a:xfrm>
            <a:off x="521494" y="2364581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92653966535-59"/>
          <p:cNvSpPr/>
          <p:nvPr/>
        </p:nvSpPr>
        <p:spPr>
          <a:xfrm>
            <a:off x="602307" y="2438698"/>
            <a:ext cx="66973" cy="803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5000" y="0"/>
                </a:moveTo>
                <a:lnTo>
                  <a:pt x="15000" y="0"/>
                </a:lnTo>
                <a:cubicBezTo>
                  <a:pt x="10905" y="167"/>
                  <a:pt x="7381" y="1458"/>
                  <a:pt x="4429" y="3875"/>
                </a:cubicBezTo>
                <a:lnTo>
                  <a:pt x="4429" y="3875"/>
                </a:lnTo>
                <a:lnTo>
                  <a:pt x="4429" y="3875"/>
                </a:lnTo>
                <a:cubicBezTo>
                  <a:pt x="1667" y="6458"/>
                  <a:pt x="190" y="9542"/>
                  <a:pt x="0" y="13125"/>
                </a:cubicBezTo>
                <a:lnTo>
                  <a:pt x="0" y="13125"/>
                </a:lnTo>
                <a:lnTo>
                  <a:pt x="0" y="92250"/>
                </a:lnTo>
                <a:cubicBezTo>
                  <a:pt x="190" y="95917"/>
                  <a:pt x="1667" y="99042"/>
                  <a:pt x="4429" y="101625"/>
                </a:cubicBezTo>
                <a:lnTo>
                  <a:pt x="4429" y="101625"/>
                </a:lnTo>
                <a:cubicBezTo>
                  <a:pt x="7381" y="104042"/>
                  <a:pt x="10905" y="105333"/>
                  <a:pt x="15000" y="105500"/>
                </a:cubicBezTo>
                <a:lnTo>
                  <a:pt x="15000" y="105500"/>
                </a:lnTo>
                <a:lnTo>
                  <a:pt x="25143" y="105500"/>
                </a:lnTo>
                <a:cubicBezTo>
                  <a:pt x="29333" y="105333"/>
                  <a:pt x="32857" y="104042"/>
                  <a:pt x="35714" y="101625"/>
                </a:cubicBezTo>
                <a:lnTo>
                  <a:pt x="35714" y="101625"/>
                </a:lnTo>
                <a:cubicBezTo>
                  <a:pt x="38476" y="99042"/>
                  <a:pt x="39952" y="95917"/>
                  <a:pt x="40143" y="92250"/>
                </a:cubicBezTo>
                <a:lnTo>
                  <a:pt x="40143" y="92250"/>
                </a:lnTo>
                <a:lnTo>
                  <a:pt x="40143" y="13125"/>
                </a:lnTo>
                <a:cubicBezTo>
                  <a:pt x="39952" y="9542"/>
                  <a:pt x="38476" y="6458"/>
                  <a:pt x="35714" y="3875"/>
                </a:cubicBezTo>
                <a:lnTo>
                  <a:pt x="35714" y="3875"/>
                </a:lnTo>
                <a:cubicBezTo>
                  <a:pt x="32857" y="1458"/>
                  <a:pt x="29333" y="167"/>
                  <a:pt x="25143" y="0"/>
                </a:cubicBezTo>
                <a:lnTo>
                  <a:pt x="25143" y="0"/>
                </a:lnTo>
                <a:lnTo>
                  <a:pt x="15000" y="0"/>
                </a:lnTo>
                <a:moveTo>
                  <a:pt x="75286" y="0"/>
                </a:moveTo>
                <a:lnTo>
                  <a:pt x="75286" y="0"/>
                </a:lnTo>
                <a:cubicBezTo>
                  <a:pt x="71095" y="167"/>
                  <a:pt x="67571" y="1458"/>
                  <a:pt x="64714" y="3875"/>
                </a:cubicBezTo>
                <a:lnTo>
                  <a:pt x="64714" y="3875"/>
                </a:lnTo>
                <a:lnTo>
                  <a:pt x="64714" y="3875"/>
                </a:lnTo>
                <a:cubicBezTo>
                  <a:pt x="61952" y="6458"/>
                  <a:pt x="60476" y="9542"/>
                  <a:pt x="60286" y="13125"/>
                </a:cubicBezTo>
                <a:lnTo>
                  <a:pt x="60286" y="13125"/>
                </a:lnTo>
                <a:lnTo>
                  <a:pt x="60286" y="92250"/>
                </a:lnTo>
                <a:cubicBezTo>
                  <a:pt x="60476" y="95917"/>
                  <a:pt x="61952" y="99042"/>
                  <a:pt x="64714" y="101625"/>
                </a:cubicBezTo>
                <a:lnTo>
                  <a:pt x="64714" y="101625"/>
                </a:lnTo>
                <a:cubicBezTo>
                  <a:pt x="67571" y="104042"/>
                  <a:pt x="71095" y="105333"/>
                  <a:pt x="75286" y="105500"/>
                </a:cubicBezTo>
                <a:lnTo>
                  <a:pt x="75286" y="105500"/>
                </a:lnTo>
                <a:lnTo>
                  <a:pt x="85429" y="105500"/>
                </a:lnTo>
                <a:cubicBezTo>
                  <a:pt x="89619" y="105333"/>
                  <a:pt x="93143" y="104042"/>
                  <a:pt x="96000" y="101625"/>
                </a:cubicBezTo>
                <a:lnTo>
                  <a:pt x="96000" y="101625"/>
                </a:lnTo>
                <a:cubicBezTo>
                  <a:pt x="98762" y="99042"/>
                  <a:pt x="100238" y="95917"/>
                  <a:pt x="100429" y="92250"/>
                </a:cubicBezTo>
                <a:lnTo>
                  <a:pt x="100429" y="92250"/>
                </a:lnTo>
                <a:lnTo>
                  <a:pt x="100429" y="13125"/>
                </a:lnTo>
                <a:cubicBezTo>
                  <a:pt x="100238" y="9542"/>
                  <a:pt x="98762" y="6458"/>
                  <a:pt x="96000" y="3875"/>
                </a:cubicBezTo>
                <a:lnTo>
                  <a:pt x="96000" y="3875"/>
                </a:lnTo>
                <a:cubicBezTo>
                  <a:pt x="93143" y="1458"/>
                  <a:pt x="89619" y="167"/>
                  <a:pt x="85429" y="0"/>
                </a:cubicBezTo>
                <a:lnTo>
                  <a:pt x="85429" y="0"/>
                </a:lnTo>
                <a:lnTo>
                  <a:pt x="75286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92653966070-14"/>
          <p:cNvSpPr/>
          <p:nvPr/>
        </p:nvSpPr>
        <p:spPr>
          <a:xfrm>
            <a:off x="400050" y="2819638"/>
            <a:ext cx="3246120" cy="510064"/>
          </a:xfrm>
          <a:prstGeom prst="roundRect">
            <a:avLst>
              <a:gd name="adj" fmla="val 18674"/>
            </a:avLst>
          </a:pr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el-1792653966109-34"/>
          <p:cNvSpPr/>
          <p:nvPr/>
        </p:nvSpPr>
        <p:spPr>
          <a:xfrm>
            <a:off x="521494" y="296037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2653966536-60"/>
          <p:cNvSpPr/>
          <p:nvPr/>
        </p:nvSpPr>
        <p:spPr>
          <a:xfrm>
            <a:off x="582216" y="3021092"/>
            <a:ext cx="107156" cy="10715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1182"/>
                </a:moveTo>
                <a:lnTo>
                  <a:pt x="0" y="51182"/>
                </a:lnTo>
                <a:cubicBezTo>
                  <a:pt x="121" y="41848"/>
                  <a:pt x="2394" y="33303"/>
                  <a:pt x="6818" y="25545"/>
                </a:cubicBezTo>
                <a:lnTo>
                  <a:pt x="6818" y="25545"/>
                </a:lnTo>
                <a:lnTo>
                  <a:pt x="6818" y="25545"/>
                </a:lnTo>
                <a:cubicBezTo>
                  <a:pt x="11303" y="17848"/>
                  <a:pt x="17545" y="11606"/>
                  <a:pt x="25545" y="6818"/>
                </a:cubicBezTo>
                <a:lnTo>
                  <a:pt x="25545" y="6818"/>
                </a:lnTo>
                <a:cubicBezTo>
                  <a:pt x="33667" y="2273"/>
                  <a:pt x="42212" y="0"/>
                  <a:pt x="51182" y="0"/>
                </a:cubicBezTo>
                <a:lnTo>
                  <a:pt x="51182" y="0"/>
                </a:lnTo>
                <a:cubicBezTo>
                  <a:pt x="60091" y="0"/>
                  <a:pt x="68606" y="2273"/>
                  <a:pt x="76727" y="6818"/>
                </a:cubicBezTo>
                <a:lnTo>
                  <a:pt x="76727" y="6818"/>
                </a:lnTo>
                <a:cubicBezTo>
                  <a:pt x="84727" y="11606"/>
                  <a:pt x="90970" y="17848"/>
                  <a:pt x="95455" y="25545"/>
                </a:cubicBezTo>
                <a:lnTo>
                  <a:pt x="95455" y="25545"/>
                </a:lnTo>
                <a:cubicBezTo>
                  <a:pt x="99879" y="33303"/>
                  <a:pt x="102152" y="41848"/>
                  <a:pt x="102273" y="51182"/>
                </a:cubicBezTo>
                <a:lnTo>
                  <a:pt x="102273" y="51182"/>
                </a:lnTo>
                <a:cubicBezTo>
                  <a:pt x="102152" y="60455"/>
                  <a:pt x="99879" y="68970"/>
                  <a:pt x="95455" y="76727"/>
                </a:cubicBezTo>
                <a:lnTo>
                  <a:pt x="95455" y="76727"/>
                </a:lnTo>
                <a:cubicBezTo>
                  <a:pt x="90970" y="84424"/>
                  <a:pt x="84727" y="90667"/>
                  <a:pt x="76727" y="95455"/>
                </a:cubicBezTo>
                <a:lnTo>
                  <a:pt x="76727" y="95455"/>
                </a:lnTo>
                <a:cubicBezTo>
                  <a:pt x="68606" y="100000"/>
                  <a:pt x="60091" y="102273"/>
                  <a:pt x="51182" y="102273"/>
                </a:cubicBezTo>
                <a:lnTo>
                  <a:pt x="51182" y="102273"/>
                </a:lnTo>
                <a:cubicBezTo>
                  <a:pt x="42212" y="102273"/>
                  <a:pt x="33667" y="100000"/>
                  <a:pt x="25545" y="95455"/>
                </a:cubicBezTo>
                <a:lnTo>
                  <a:pt x="25545" y="95455"/>
                </a:lnTo>
                <a:cubicBezTo>
                  <a:pt x="17545" y="90667"/>
                  <a:pt x="11303" y="84424"/>
                  <a:pt x="6818" y="76727"/>
                </a:cubicBezTo>
                <a:lnTo>
                  <a:pt x="6818" y="76727"/>
                </a:lnTo>
                <a:cubicBezTo>
                  <a:pt x="2394" y="68970"/>
                  <a:pt x="121" y="60455"/>
                  <a:pt x="0" y="51182"/>
                </a:cubicBezTo>
                <a:lnTo>
                  <a:pt x="0" y="51182"/>
                </a:lnTo>
                <a:moveTo>
                  <a:pt x="57545" y="19182"/>
                </a:moveTo>
                <a:lnTo>
                  <a:pt x="57545" y="19182"/>
                </a:lnTo>
                <a:cubicBezTo>
                  <a:pt x="57545" y="17303"/>
                  <a:pt x="56939" y="15758"/>
                  <a:pt x="55727" y="14545"/>
                </a:cubicBezTo>
                <a:lnTo>
                  <a:pt x="55727" y="14545"/>
                </a:lnTo>
                <a:lnTo>
                  <a:pt x="55727" y="14545"/>
                </a:lnTo>
                <a:cubicBezTo>
                  <a:pt x="54515" y="13394"/>
                  <a:pt x="53000" y="12818"/>
                  <a:pt x="51182" y="12818"/>
                </a:cubicBezTo>
                <a:lnTo>
                  <a:pt x="51182" y="12818"/>
                </a:lnTo>
                <a:cubicBezTo>
                  <a:pt x="49303" y="12818"/>
                  <a:pt x="47758" y="13394"/>
                  <a:pt x="46545" y="14545"/>
                </a:cubicBezTo>
                <a:lnTo>
                  <a:pt x="46545" y="14545"/>
                </a:lnTo>
                <a:cubicBezTo>
                  <a:pt x="45333" y="15758"/>
                  <a:pt x="44727" y="17303"/>
                  <a:pt x="44727" y="19182"/>
                </a:cubicBezTo>
                <a:lnTo>
                  <a:pt x="44727" y="19182"/>
                </a:lnTo>
                <a:cubicBezTo>
                  <a:pt x="44727" y="21061"/>
                  <a:pt x="45333" y="22576"/>
                  <a:pt x="46545" y="23727"/>
                </a:cubicBezTo>
                <a:lnTo>
                  <a:pt x="46545" y="23727"/>
                </a:lnTo>
                <a:cubicBezTo>
                  <a:pt x="47758" y="24939"/>
                  <a:pt x="49303" y="25545"/>
                  <a:pt x="51182" y="25545"/>
                </a:cubicBezTo>
                <a:lnTo>
                  <a:pt x="51182" y="25545"/>
                </a:lnTo>
                <a:cubicBezTo>
                  <a:pt x="53000" y="25545"/>
                  <a:pt x="54515" y="24939"/>
                  <a:pt x="55727" y="23727"/>
                </a:cubicBezTo>
                <a:lnTo>
                  <a:pt x="55727" y="23727"/>
                </a:lnTo>
                <a:cubicBezTo>
                  <a:pt x="56939" y="22576"/>
                  <a:pt x="57545" y="21061"/>
                  <a:pt x="57545" y="19182"/>
                </a:cubicBezTo>
                <a:lnTo>
                  <a:pt x="57545" y="19182"/>
                </a:lnTo>
                <a:moveTo>
                  <a:pt x="51182" y="83091"/>
                </a:moveTo>
                <a:lnTo>
                  <a:pt x="51182" y="83091"/>
                </a:lnTo>
                <a:cubicBezTo>
                  <a:pt x="54758" y="82970"/>
                  <a:pt x="57727" y="81697"/>
                  <a:pt x="60091" y="79273"/>
                </a:cubicBezTo>
                <a:lnTo>
                  <a:pt x="60091" y="79273"/>
                </a:lnTo>
                <a:lnTo>
                  <a:pt x="60091" y="79273"/>
                </a:lnTo>
                <a:cubicBezTo>
                  <a:pt x="62515" y="76909"/>
                  <a:pt x="63788" y="73909"/>
                  <a:pt x="63909" y="70273"/>
                </a:cubicBezTo>
                <a:lnTo>
                  <a:pt x="63909" y="70273"/>
                </a:lnTo>
                <a:cubicBezTo>
                  <a:pt x="63788" y="66697"/>
                  <a:pt x="62606" y="63727"/>
                  <a:pt x="60364" y="61364"/>
                </a:cubicBezTo>
                <a:lnTo>
                  <a:pt x="60364" y="61364"/>
                </a:lnTo>
                <a:lnTo>
                  <a:pt x="73091" y="32364"/>
                </a:lnTo>
                <a:cubicBezTo>
                  <a:pt x="74061" y="29576"/>
                  <a:pt x="73273" y="27455"/>
                  <a:pt x="70727" y="26000"/>
                </a:cubicBezTo>
                <a:lnTo>
                  <a:pt x="70727" y="26000"/>
                </a:lnTo>
                <a:cubicBezTo>
                  <a:pt x="67939" y="25030"/>
                  <a:pt x="65818" y="25818"/>
                  <a:pt x="64364" y="28364"/>
                </a:cubicBezTo>
                <a:lnTo>
                  <a:pt x="64364" y="28364"/>
                </a:lnTo>
                <a:lnTo>
                  <a:pt x="51545" y="57545"/>
                </a:lnTo>
                <a:cubicBezTo>
                  <a:pt x="51424" y="57545"/>
                  <a:pt x="51364" y="57545"/>
                  <a:pt x="51364" y="57545"/>
                </a:cubicBezTo>
                <a:lnTo>
                  <a:pt x="51364" y="57545"/>
                </a:lnTo>
                <a:cubicBezTo>
                  <a:pt x="51242" y="57545"/>
                  <a:pt x="51182" y="57545"/>
                  <a:pt x="51182" y="57545"/>
                </a:cubicBezTo>
                <a:lnTo>
                  <a:pt x="51182" y="57545"/>
                </a:lnTo>
                <a:cubicBezTo>
                  <a:pt x="47545" y="57667"/>
                  <a:pt x="44545" y="58939"/>
                  <a:pt x="42182" y="61364"/>
                </a:cubicBezTo>
                <a:lnTo>
                  <a:pt x="42182" y="61364"/>
                </a:lnTo>
                <a:cubicBezTo>
                  <a:pt x="39758" y="63727"/>
                  <a:pt x="38485" y="66697"/>
                  <a:pt x="38364" y="70273"/>
                </a:cubicBezTo>
                <a:lnTo>
                  <a:pt x="38364" y="70273"/>
                </a:lnTo>
                <a:cubicBezTo>
                  <a:pt x="38485" y="73909"/>
                  <a:pt x="39758" y="76909"/>
                  <a:pt x="42182" y="79273"/>
                </a:cubicBezTo>
                <a:lnTo>
                  <a:pt x="42182" y="79273"/>
                </a:lnTo>
                <a:cubicBezTo>
                  <a:pt x="44545" y="81697"/>
                  <a:pt x="47545" y="82970"/>
                  <a:pt x="51182" y="83091"/>
                </a:cubicBezTo>
                <a:lnTo>
                  <a:pt x="51182" y="83091"/>
                </a:lnTo>
                <a:moveTo>
                  <a:pt x="35182" y="28727"/>
                </a:moveTo>
                <a:lnTo>
                  <a:pt x="35182" y="28727"/>
                </a:lnTo>
                <a:cubicBezTo>
                  <a:pt x="35182" y="26909"/>
                  <a:pt x="34576" y="25394"/>
                  <a:pt x="33364" y="24182"/>
                </a:cubicBezTo>
                <a:lnTo>
                  <a:pt x="33364" y="24182"/>
                </a:lnTo>
                <a:lnTo>
                  <a:pt x="33364" y="24182"/>
                </a:lnTo>
                <a:cubicBezTo>
                  <a:pt x="32152" y="22970"/>
                  <a:pt x="30606" y="22364"/>
                  <a:pt x="28727" y="22364"/>
                </a:cubicBezTo>
                <a:lnTo>
                  <a:pt x="28727" y="22364"/>
                </a:lnTo>
                <a:cubicBezTo>
                  <a:pt x="26909" y="22364"/>
                  <a:pt x="25394" y="22970"/>
                  <a:pt x="24182" y="24182"/>
                </a:cubicBezTo>
                <a:lnTo>
                  <a:pt x="24182" y="24182"/>
                </a:lnTo>
                <a:cubicBezTo>
                  <a:pt x="22970" y="25394"/>
                  <a:pt x="22364" y="26909"/>
                  <a:pt x="22364" y="28727"/>
                </a:cubicBezTo>
                <a:lnTo>
                  <a:pt x="22364" y="28727"/>
                </a:lnTo>
                <a:cubicBezTo>
                  <a:pt x="22364" y="30606"/>
                  <a:pt x="22970" y="32152"/>
                  <a:pt x="24182" y="33364"/>
                </a:cubicBezTo>
                <a:lnTo>
                  <a:pt x="24182" y="33364"/>
                </a:lnTo>
                <a:cubicBezTo>
                  <a:pt x="25394" y="34576"/>
                  <a:pt x="26909" y="35182"/>
                  <a:pt x="28727" y="35182"/>
                </a:cubicBezTo>
                <a:lnTo>
                  <a:pt x="28727" y="35182"/>
                </a:lnTo>
                <a:cubicBezTo>
                  <a:pt x="30606" y="35182"/>
                  <a:pt x="32152" y="34576"/>
                  <a:pt x="33364" y="33364"/>
                </a:cubicBezTo>
                <a:lnTo>
                  <a:pt x="33364" y="33364"/>
                </a:lnTo>
                <a:cubicBezTo>
                  <a:pt x="34576" y="32152"/>
                  <a:pt x="35182" y="30606"/>
                  <a:pt x="35182" y="28727"/>
                </a:cubicBezTo>
                <a:lnTo>
                  <a:pt x="35182" y="28727"/>
                </a:lnTo>
                <a:moveTo>
                  <a:pt x="19182" y="57545"/>
                </a:moveTo>
                <a:lnTo>
                  <a:pt x="19182" y="57545"/>
                </a:lnTo>
                <a:cubicBezTo>
                  <a:pt x="21061" y="57545"/>
                  <a:pt x="22576" y="56939"/>
                  <a:pt x="23727" y="55727"/>
                </a:cubicBezTo>
                <a:lnTo>
                  <a:pt x="23727" y="55727"/>
                </a:lnTo>
                <a:lnTo>
                  <a:pt x="23727" y="55727"/>
                </a:lnTo>
                <a:cubicBezTo>
                  <a:pt x="24939" y="54515"/>
                  <a:pt x="25545" y="53000"/>
                  <a:pt x="25545" y="51182"/>
                </a:cubicBezTo>
                <a:lnTo>
                  <a:pt x="25545" y="51182"/>
                </a:lnTo>
                <a:cubicBezTo>
                  <a:pt x="25545" y="49303"/>
                  <a:pt x="24939" y="47758"/>
                  <a:pt x="23727" y="46545"/>
                </a:cubicBezTo>
                <a:lnTo>
                  <a:pt x="23727" y="46545"/>
                </a:lnTo>
                <a:cubicBezTo>
                  <a:pt x="22576" y="45333"/>
                  <a:pt x="21061" y="44727"/>
                  <a:pt x="19182" y="44727"/>
                </a:cubicBezTo>
                <a:lnTo>
                  <a:pt x="19182" y="44727"/>
                </a:lnTo>
                <a:cubicBezTo>
                  <a:pt x="17303" y="44727"/>
                  <a:pt x="15758" y="45333"/>
                  <a:pt x="14545" y="46545"/>
                </a:cubicBezTo>
                <a:lnTo>
                  <a:pt x="14545" y="46545"/>
                </a:lnTo>
                <a:cubicBezTo>
                  <a:pt x="13394" y="47758"/>
                  <a:pt x="12818" y="49303"/>
                  <a:pt x="12818" y="51182"/>
                </a:cubicBezTo>
                <a:lnTo>
                  <a:pt x="12818" y="51182"/>
                </a:lnTo>
                <a:cubicBezTo>
                  <a:pt x="12818" y="53000"/>
                  <a:pt x="13394" y="54515"/>
                  <a:pt x="14545" y="55727"/>
                </a:cubicBezTo>
                <a:lnTo>
                  <a:pt x="14545" y="55727"/>
                </a:lnTo>
                <a:cubicBezTo>
                  <a:pt x="15758" y="56939"/>
                  <a:pt x="17303" y="57545"/>
                  <a:pt x="19182" y="57545"/>
                </a:cubicBezTo>
                <a:lnTo>
                  <a:pt x="19182" y="57545"/>
                </a:lnTo>
                <a:moveTo>
                  <a:pt x="89455" y="51182"/>
                </a:moveTo>
                <a:lnTo>
                  <a:pt x="89455" y="51182"/>
                </a:lnTo>
                <a:cubicBezTo>
                  <a:pt x="89455" y="49303"/>
                  <a:pt x="88879" y="47758"/>
                  <a:pt x="87727" y="46545"/>
                </a:cubicBezTo>
                <a:lnTo>
                  <a:pt x="87727" y="46545"/>
                </a:lnTo>
                <a:lnTo>
                  <a:pt x="87727" y="46545"/>
                </a:lnTo>
                <a:cubicBezTo>
                  <a:pt x="86515" y="45333"/>
                  <a:pt x="84970" y="44727"/>
                  <a:pt x="83091" y="44727"/>
                </a:cubicBezTo>
                <a:lnTo>
                  <a:pt x="83091" y="44727"/>
                </a:lnTo>
                <a:cubicBezTo>
                  <a:pt x="81212" y="44727"/>
                  <a:pt x="79697" y="45333"/>
                  <a:pt x="78545" y="46545"/>
                </a:cubicBezTo>
                <a:lnTo>
                  <a:pt x="78545" y="46545"/>
                </a:lnTo>
                <a:cubicBezTo>
                  <a:pt x="77333" y="47758"/>
                  <a:pt x="76727" y="49303"/>
                  <a:pt x="76727" y="51182"/>
                </a:cubicBezTo>
                <a:lnTo>
                  <a:pt x="76727" y="51182"/>
                </a:lnTo>
                <a:cubicBezTo>
                  <a:pt x="76727" y="53000"/>
                  <a:pt x="77333" y="54515"/>
                  <a:pt x="78545" y="55727"/>
                </a:cubicBezTo>
                <a:lnTo>
                  <a:pt x="78545" y="55727"/>
                </a:lnTo>
                <a:cubicBezTo>
                  <a:pt x="79697" y="56939"/>
                  <a:pt x="81212" y="57545"/>
                  <a:pt x="83091" y="57545"/>
                </a:cubicBezTo>
                <a:lnTo>
                  <a:pt x="83091" y="57545"/>
                </a:lnTo>
                <a:cubicBezTo>
                  <a:pt x="84970" y="57545"/>
                  <a:pt x="86515" y="56939"/>
                  <a:pt x="87727" y="55727"/>
                </a:cubicBezTo>
                <a:lnTo>
                  <a:pt x="87727" y="55727"/>
                </a:lnTo>
                <a:cubicBezTo>
                  <a:pt x="88879" y="54515"/>
                  <a:pt x="89455" y="53000"/>
                  <a:pt x="89455" y="51182"/>
                </a:cubicBezTo>
                <a:lnTo>
                  <a:pt x="89455" y="5118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92653966072-15"/>
          <p:cNvSpPr/>
          <p:nvPr/>
        </p:nvSpPr>
        <p:spPr>
          <a:xfrm>
            <a:off x="400050" y="3415427"/>
            <a:ext cx="3246120" cy="510064"/>
          </a:xfrm>
          <a:prstGeom prst="roundRect">
            <a:avLst>
              <a:gd name="adj" fmla="val 18674"/>
            </a:avLst>
          </a:pr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el-1792653966110-35"/>
          <p:cNvSpPr/>
          <p:nvPr/>
        </p:nvSpPr>
        <p:spPr>
          <a:xfrm>
            <a:off x="521494" y="355615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2653966537-61"/>
          <p:cNvSpPr/>
          <p:nvPr/>
        </p:nvSpPr>
        <p:spPr>
          <a:xfrm>
            <a:off x="582216" y="3617299"/>
            <a:ext cx="107156" cy="1063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6909" y="818"/>
                </a:moveTo>
                <a:lnTo>
                  <a:pt x="46909" y="818"/>
                </a:lnTo>
                <a:cubicBezTo>
                  <a:pt x="49758" y="-273"/>
                  <a:pt x="52636" y="-273"/>
                  <a:pt x="55545" y="818"/>
                </a:cubicBezTo>
                <a:lnTo>
                  <a:pt x="55545" y="818"/>
                </a:lnTo>
                <a:lnTo>
                  <a:pt x="93909" y="14364"/>
                </a:lnTo>
                <a:cubicBezTo>
                  <a:pt x="96394" y="15455"/>
                  <a:pt x="98394" y="17061"/>
                  <a:pt x="99909" y="19182"/>
                </a:cubicBezTo>
                <a:lnTo>
                  <a:pt x="99909" y="19182"/>
                </a:lnTo>
                <a:cubicBezTo>
                  <a:pt x="101485" y="21303"/>
                  <a:pt x="102273" y="23758"/>
                  <a:pt x="102273" y="26545"/>
                </a:cubicBezTo>
                <a:lnTo>
                  <a:pt x="102273" y="26545"/>
                </a:lnTo>
                <a:lnTo>
                  <a:pt x="102273" y="74909"/>
                </a:lnTo>
                <a:cubicBezTo>
                  <a:pt x="102273" y="77697"/>
                  <a:pt x="101485" y="80152"/>
                  <a:pt x="99909" y="82273"/>
                </a:cubicBezTo>
                <a:lnTo>
                  <a:pt x="99909" y="82273"/>
                </a:lnTo>
                <a:cubicBezTo>
                  <a:pt x="98394" y="84394"/>
                  <a:pt x="96394" y="86000"/>
                  <a:pt x="93909" y="87091"/>
                </a:cubicBezTo>
                <a:lnTo>
                  <a:pt x="93909" y="87091"/>
                </a:lnTo>
                <a:lnTo>
                  <a:pt x="55545" y="100636"/>
                </a:lnTo>
                <a:cubicBezTo>
                  <a:pt x="52636" y="101727"/>
                  <a:pt x="49697" y="101727"/>
                  <a:pt x="46727" y="100636"/>
                </a:cubicBezTo>
                <a:lnTo>
                  <a:pt x="46727" y="100636"/>
                </a:lnTo>
                <a:lnTo>
                  <a:pt x="8364" y="87091"/>
                </a:lnTo>
                <a:cubicBezTo>
                  <a:pt x="5879" y="86182"/>
                  <a:pt x="3879" y="84576"/>
                  <a:pt x="2364" y="82273"/>
                </a:cubicBezTo>
                <a:lnTo>
                  <a:pt x="2364" y="82273"/>
                </a:lnTo>
                <a:cubicBezTo>
                  <a:pt x="788" y="80152"/>
                  <a:pt x="0" y="77697"/>
                  <a:pt x="0" y="74909"/>
                </a:cubicBezTo>
                <a:lnTo>
                  <a:pt x="0" y="74909"/>
                </a:lnTo>
                <a:lnTo>
                  <a:pt x="0" y="26545"/>
                </a:lnTo>
                <a:cubicBezTo>
                  <a:pt x="0" y="23758"/>
                  <a:pt x="788" y="21303"/>
                  <a:pt x="2364" y="19182"/>
                </a:cubicBezTo>
                <a:lnTo>
                  <a:pt x="2364" y="19182"/>
                </a:lnTo>
                <a:cubicBezTo>
                  <a:pt x="3879" y="17061"/>
                  <a:pt x="5939" y="15455"/>
                  <a:pt x="8545" y="14364"/>
                </a:cubicBezTo>
                <a:lnTo>
                  <a:pt x="8545" y="14364"/>
                </a:lnTo>
                <a:lnTo>
                  <a:pt x="46909" y="818"/>
                </a:lnTo>
                <a:moveTo>
                  <a:pt x="51182" y="12818"/>
                </a:moveTo>
                <a:lnTo>
                  <a:pt x="51182" y="12818"/>
                </a:lnTo>
                <a:lnTo>
                  <a:pt x="16364" y="25182"/>
                </a:lnTo>
                <a:lnTo>
                  <a:pt x="51182" y="37545"/>
                </a:lnTo>
                <a:lnTo>
                  <a:pt x="85909" y="25182"/>
                </a:lnTo>
                <a:lnTo>
                  <a:pt x="51182" y="12818"/>
                </a:lnTo>
                <a:moveTo>
                  <a:pt x="57545" y="86455"/>
                </a:moveTo>
                <a:lnTo>
                  <a:pt x="57545" y="86455"/>
                </a:lnTo>
                <a:lnTo>
                  <a:pt x="89455" y="75091"/>
                </a:lnTo>
                <a:lnTo>
                  <a:pt x="89455" y="37545"/>
                </a:lnTo>
                <a:lnTo>
                  <a:pt x="57545" y="48909"/>
                </a:lnTo>
                <a:lnTo>
                  <a:pt x="57545" y="86455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2653966073-16"/>
          <p:cNvSpPr/>
          <p:nvPr/>
        </p:nvSpPr>
        <p:spPr>
          <a:xfrm>
            <a:off x="400050" y="4011216"/>
            <a:ext cx="3246120" cy="537210"/>
          </a:xfrm>
          <a:prstGeom prst="roundRect">
            <a:avLst>
              <a:gd name="adj" fmla="val 17730"/>
            </a:avLst>
          </a:pr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el-1792653966111-36"/>
          <p:cNvSpPr/>
          <p:nvPr/>
        </p:nvSpPr>
        <p:spPr>
          <a:xfrm>
            <a:off x="521494" y="4165521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92653966538-62"/>
          <p:cNvSpPr/>
          <p:nvPr/>
        </p:nvSpPr>
        <p:spPr>
          <a:xfrm>
            <a:off x="575518" y="4239637"/>
            <a:ext cx="120551" cy="803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846" y="0"/>
                </a:moveTo>
                <a:lnTo>
                  <a:pt x="10846" y="0"/>
                </a:lnTo>
                <a:cubicBezTo>
                  <a:pt x="7769" y="167"/>
                  <a:pt x="5231" y="1917"/>
                  <a:pt x="3231" y="5250"/>
                </a:cubicBezTo>
                <a:lnTo>
                  <a:pt x="3231" y="5250"/>
                </a:lnTo>
                <a:lnTo>
                  <a:pt x="3231" y="5250"/>
                </a:lnTo>
                <a:cubicBezTo>
                  <a:pt x="1179" y="8500"/>
                  <a:pt x="103" y="12625"/>
                  <a:pt x="0" y="17625"/>
                </a:cubicBezTo>
                <a:lnTo>
                  <a:pt x="0" y="17625"/>
                </a:lnTo>
                <a:lnTo>
                  <a:pt x="0" y="87875"/>
                </a:lnTo>
                <a:cubicBezTo>
                  <a:pt x="103" y="92792"/>
                  <a:pt x="1179" y="96917"/>
                  <a:pt x="3231" y="100250"/>
                </a:cubicBezTo>
                <a:lnTo>
                  <a:pt x="3231" y="100250"/>
                </a:lnTo>
                <a:cubicBezTo>
                  <a:pt x="5231" y="103583"/>
                  <a:pt x="7769" y="105333"/>
                  <a:pt x="10846" y="105500"/>
                </a:cubicBezTo>
                <a:lnTo>
                  <a:pt x="10846" y="105500"/>
                </a:lnTo>
                <a:lnTo>
                  <a:pt x="86538" y="105500"/>
                </a:lnTo>
                <a:cubicBezTo>
                  <a:pt x="89564" y="105333"/>
                  <a:pt x="92103" y="103583"/>
                  <a:pt x="94154" y="100250"/>
                </a:cubicBezTo>
                <a:lnTo>
                  <a:pt x="94154" y="100250"/>
                </a:lnTo>
                <a:cubicBezTo>
                  <a:pt x="96154" y="96917"/>
                  <a:pt x="97231" y="92792"/>
                  <a:pt x="97385" y="87875"/>
                </a:cubicBezTo>
                <a:lnTo>
                  <a:pt x="97385" y="87875"/>
                </a:lnTo>
                <a:lnTo>
                  <a:pt x="97385" y="17625"/>
                </a:lnTo>
                <a:cubicBezTo>
                  <a:pt x="97231" y="12625"/>
                  <a:pt x="96154" y="8500"/>
                  <a:pt x="94154" y="5250"/>
                </a:cubicBezTo>
                <a:lnTo>
                  <a:pt x="94154" y="5250"/>
                </a:lnTo>
                <a:cubicBezTo>
                  <a:pt x="92103" y="1917"/>
                  <a:pt x="89564" y="167"/>
                  <a:pt x="86538" y="0"/>
                </a:cubicBezTo>
                <a:lnTo>
                  <a:pt x="86538" y="0"/>
                </a:lnTo>
                <a:lnTo>
                  <a:pt x="10846" y="0"/>
                </a:lnTo>
                <a:moveTo>
                  <a:pt x="13538" y="17625"/>
                </a:moveTo>
                <a:lnTo>
                  <a:pt x="13538" y="17625"/>
                </a:lnTo>
                <a:lnTo>
                  <a:pt x="18923" y="17625"/>
                </a:lnTo>
                <a:cubicBezTo>
                  <a:pt x="20615" y="17792"/>
                  <a:pt x="21513" y="19250"/>
                  <a:pt x="21615" y="22000"/>
                </a:cubicBezTo>
                <a:lnTo>
                  <a:pt x="21615" y="22000"/>
                </a:lnTo>
                <a:lnTo>
                  <a:pt x="21615" y="30750"/>
                </a:lnTo>
                <a:cubicBezTo>
                  <a:pt x="21513" y="33500"/>
                  <a:pt x="20615" y="34958"/>
                  <a:pt x="18923" y="35125"/>
                </a:cubicBezTo>
                <a:lnTo>
                  <a:pt x="18923" y="35125"/>
                </a:lnTo>
                <a:lnTo>
                  <a:pt x="13538" y="35125"/>
                </a:lnTo>
                <a:cubicBezTo>
                  <a:pt x="11846" y="34958"/>
                  <a:pt x="10949" y="33500"/>
                  <a:pt x="10846" y="30750"/>
                </a:cubicBezTo>
                <a:lnTo>
                  <a:pt x="10846" y="30750"/>
                </a:lnTo>
                <a:lnTo>
                  <a:pt x="10846" y="22000"/>
                </a:lnTo>
                <a:cubicBezTo>
                  <a:pt x="10949" y="19250"/>
                  <a:pt x="11846" y="17792"/>
                  <a:pt x="13538" y="17625"/>
                </a:cubicBezTo>
                <a:lnTo>
                  <a:pt x="13538" y="17625"/>
                </a:lnTo>
                <a:moveTo>
                  <a:pt x="10846" y="48375"/>
                </a:moveTo>
                <a:lnTo>
                  <a:pt x="10846" y="48375"/>
                </a:lnTo>
                <a:cubicBezTo>
                  <a:pt x="10949" y="45625"/>
                  <a:pt x="11846" y="44167"/>
                  <a:pt x="13538" y="44000"/>
                </a:cubicBezTo>
                <a:lnTo>
                  <a:pt x="13538" y="44000"/>
                </a:lnTo>
                <a:lnTo>
                  <a:pt x="18923" y="44000"/>
                </a:lnTo>
                <a:cubicBezTo>
                  <a:pt x="20615" y="44167"/>
                  <a:pt x="21513" y="45625"/>
                  <a:pt x="21615" y="48375"/>
                </a:cubicBezTo>
                <a:lnTo>
                  <a:pt x="21615" y="48375"/>
                </a:lnTo>
                <a:lnTo>
                  <a:pt x="21615" y="57125"/>
                </a:lnTo>
                <a:cubicBezTo>
                  <a:pt x="21513" y="59875"/>
                  <a:pt x="20615" y="61333"/>
                  <a:pt x="18923" y="61500"/>
                </a:cubicBezTo>
                <a:lnTo>
                  <a:pt x="18923" y="61500"/>
                </a:lnTo>
                <a:lnTo>
                  <a:pt x="13538" y="61500"/>
                </a:lnTo>
                <a:cubicBezTo>
                  <a:pt x="11846" y="61333"/>
                  <a:pt x="10949" y="59875"/>
                  <a:pt x="10846" y="57125"/>
                </a:cubicBezTo>
                <a:lnTo>
                  <a:pt x="10846" y="57125"/>
                </a:lnTo>
                <a:lnTo>
                  <a:pt x="10846" y="48375"/>
                </a:lnTo>
                <a:moveTo>
                  <a:pt x="13538" y="70375"/>
                </a:moveTo>
                <a:lnTo>
                  <a:pt x="13538" y="70375"/>
                </a:lnTo>
                <a:lnTo>
                  <a:pt x="18923" y="70375"/>
                </a:lnTo>
                <a:cubicBezTo>
                  <a:pt x="20615" y="70542"/>
                  <a:pt x="21513" y="72000"/>
                  <a:pt x="21615" y="74750"/>
                </a:cubicBezTo>
                <a:lnTo>
                  <a:pt x="21615" y="74750"/>
                </a:lnTo>
                <a:lnTo>
                  <a:pt x="21615" y="83500"/>
                </a:lnTo>
                <a:cubicBezTo>
                  <a:pt x="21513" y="86250"/>
                  <a:pt x="20615" y="87708"/>
                  <a:pt x="18923" y="87875"/>
                </a:cubicBezTo>
                <a:lnTo>
                  <a:pt x="18923" y="87875"/>
                </a:lnTo>
                <a:lnTo>
                  <a:pt x="13538" y="87875"/>
                </a:lnTo>
                <a:cubicBezTo>
                  <a:pt x="11846" y="87708"/>
                  <a:pt x="10949" y="86250"/>
                  <a:pt x="10846" y="83500"/>
                </a:cubicBezTo>
                <a:lnTo>
                  <a:pt x="10846" y="83500"/>
                </a:lnTo>
                <a:lnTo>
                  <a:pt x="10846" y="74750"/>
                </a:lnTo>
                <a:cubicBezTo>
                  <a:pt x="10949" y="72000"/>
                  <a:pt x="11846" y="70542"/>
                  <a:pt x="13538" y="70375"/>
                </a:cubicBezTo>
                <a:lnTo>
                  <a:pt x="13538" y="70375"/>
                </a:lnTo>
                <a:moveTo>
                  <a:pt x="27077" y="22000"/>
                </a:moveTo>
                <a:lnTo>
                  <a:pt x="27077" y="22000"/>
                </a:lnTo>
                <a:cubicBezTo>
                  <a:pt x="27179" y="19250"/>
                  <a:pt x="28077" y="17792"/>
                  <a:pt x="29769" y="17625"/>
                </a:cubicBezTo>
                <a:lnTo>
                  <a:pt x="29769" y="17625"/>
                </a:lnTo>
                <a:lnTo>
                  <a:pt x="35154" y="17625"/>
                </a:lnTo>
                <a:cubicBezTo>
                  <a:pt x="36846" y="17792"/>
                  <a:pt x="37744" y="19250"/>
                  <a:pt x="37846" y="22000"/>
                </a:cubicBezTo>
                <a:lnTo>
                  <a:pt x="37846" y="22000"/>
                </a:lnTo>
                <a:lnTo>
                  <a:pt x="37846" y="30750"/>
                </a:lnTo>
                <a:cubicBezTo>
                  <a:pt x="37744" y="33500"/>
                  <a:pt x="36846" y="34958"/>
                  <a:pt x="35154" y="35125"/>
                </a:cubicBezTo>
                <a:lnTo>
                  <a:pt x="35154" y="35125"/>
                </a:lnTo>
                <a:lnTo>
                  <a:pt x="29769" y="35125"/>
                </a:lnTo>
                <a:cubicBezTo>
                  <a:pt x="28077" y="34958"/>
                  <a:pt x="27179" y="33500"/>
                  <a:pt x="27077" y="30750"/>
                </a:cubicBezTo>
                <a:lnTo>
                  <a:pt x="27077" y="30750"/>
                </a:lnTo>
                <a:lnTo>
                  <a:pt x="27077" y="22000"/>
                </a:lnTo>
                <a:moveTo>
                  <a:pt x="29769" y="44000"/>
                </a:moveTo>
                <a:lnTo>
                  <a:pt x="29769" y="44000"/>
                </a:lnTo>
                <a:lnTo>
                  <a:pt x="35154" y="44000"/>
                </a:lnTo>
                <a:cubicBezTo>
                  <a:pt x="36846" y="44167"/>
                  <a:pt x="37744" y="45625"/>
                  <a:pt x="37846" y="48375"/>
                </a:cubicBezTo>
                <a:lnTo>
                  <a:pt x="37846" y="48375"/>
                </a:lnTo>
                <a:lnTo>
                  <a:pt x="37846" y="57125"/>
                </a:lnTo>
                <a:cubicBezTo>
                  <a:pt x="37744" y="59875"/>
                  <a:pt x="36846" y="61333"/>
                  <a:pt x="35154" y="61500"/>
                </a:cubicBezTo>
                <a:lnTo>
                  <a:pt x="35154" y="61500"/>
                </a:lnTo>
                <a:lnTo>
                  <a:pt x="29769" y="61500"/>
                </a:lnTo>
                <a:cubicBezTo>
                  <a:pt x="28077" y="61333"/>
                  <a:pt x="27179" y="59875"/>
                  <a:pt x="27077" y="57125"/>
                </a:cubicBezTo>
                <a:lnTo>
                  <a:pt x="27077" y="57125"/>
                </a:lnTo>
                <a:lnTo>
                  <a:pt x="27077" y="48375"/>
                </a:lnTo>
                <a:cubicBezTo>
                  <a:pt x="27179" y="45625"/>
                  <a:pt x="28077" y="44167"/>
                  <a:pt x="29769" y="44000"/>
                </a:cubicBezTo>
                <a:lnTo>
                  <a:pt x="29769" y="44000"/>
                </a:lnTo>
                <a:moveTo>
                  <a:pt x="27077" y="74750"/>
                </a:moveTo>
                <a:lnTo>
                  <a:pt x="27077" y="74750"/>
                </a:lnTo>
                <a:cubicBezTo>
                  <a:pt x="27179" y="72000"/>
                  <a:pt x="28077" y="70542"/>
                  <a:pt x="29769" y="70375"/>
                </a:cubicBezTo>
                <a:lnTo>
                  <a:pt x="29769" y="70375"/>
                </a:lnTo>
                <a:lnTo>
                  <a:pt x="67615" y="70375"/>
                </a:lnTo>
                <a:cubicBezTo>
                  <a:pt x="69308" y="70542"/>
                  <a:pt x="70205" y="72000"/>
                  <a:pt x="70308" y="74750"/>
                </a:cubicBezTo>
                <a:lnTo>
                  <a:pt x="70308" y="74750"/>
                </a:lnTo>
                <a:lnTo>
                  <a:pt x="70308" y="83500"/>
                </a:lnTo>
                <a:cubicBezTo>
                  <a:pt x="70205" y="86250"/>
                  <a:pt x="69308" y="87708"/>
                  <a:pt x="67615" y="87875"/>
                </a:cubicBezTo>
                <a:lnTo>
                  <a:pt x="67615" y="87875"/>
                </a:lnTo>
                <a:lnTo>
                  <a:pt x="29769" y="87875"/>
                </a:lnTo>
                <a:cubicBezTo>
                  <a:pt x="28077" y="87708"/>
                  <a:pt x="27179" y="86250"/>
                  <a:pt x="27077" y="83500"/>
                </a:cubicBezTo>
                <a:lnTo>
                  <a:pt x="27077" y="83500"/>
                </a:lnTo>
                <a:lnTo>
                  <a:pt x="27077" y="74750"/>
                </a:lnTo>
                <a:moveTo>
                  <a:pt x="46000" y="17625"/>
                </a:moveTo>
                <a:lnTo>
                  <a:pt x="46000" y="17625"/>
                </a:lnTo>
                <a:lnTo>
                  <a:pt x="51385" y="17625"/>
                </a:lnTo>
                <a:cubicBezTo>
                  <a:pt x="53077" y="17792"/>
                  <a:pt x="53974" y="19250"/>
                  <a:pt x="54077" y="22000"/>
                </a:cubicBezTo>
                <a:lnTo>
                  <a:pt x="54077" y="22000"/>
                </a:lnTo>
                <a:lnTo>
                  <a:pt x="54077" y="30750"/>
                </a:lnTo>
                <a:cubicBezTo>
                  <a:pt x="53974" y="33500"/>
                  <a:pt x="53077" y="34958"/>
                  <a:pt x="51385" y="35125"/>
                </a:cubicBezTo>
                <a:lnTo>
                  <a:pt x="51385" y="35125"/>
                </a:lnTo>
                <a:lnTo>
                  <a:pt x="46000" y="35125"/>
                </a:lnTo>
                <a:cubicBezTo>
                  <a:pt x="44308" y="34958"/>
                  <a:pt x="43410" y="33500"/>
                  <a:pt x="43308" y="30750"/>
                </a:cubicBezTo>
                <a:lnTo>
                  <a:pt x="43308" y="30750"/>
                </a:lnTo>
                <a:lnTo>
                  <a:pt x="43308" y="22000"/>
                </a:lnTo>
                <a:cubicBezTo>
                  <a:pt x="43410" y="19250"/>
                  <a:pt x="44308" y="17792"/>
                  <a:pt x="46000" y="17625"/>
                </a:cubicBezTo>
                <a:lnTo>
                  <a:pt x="46000" y="17625"/>
                </a:lnTo>
                <a:moveTo>
                  <a:pt x="43308" y="48375"/>
                </a:moveTo>
                <a:lnTo>
                  <a:pt x="43308" y="48375"/>
                </a:lnTo>
                <a:cubicBezTo>
                  <a:pt x="43410" y="45625"/>
                  <a:pt x="44308" y="44167"/>
                  <a:pt x="46000" y="44000"/>
                </a:cubicBezTo>
                <a:lnTo>
                  <a:pt x="46000" y="44000"/>
                </a:lnTo>
                <a:lnTo>
                  <a:pt x="51385" y="44000"/>
                </a:lnTo>
                <a:cubicBezTo>
                  <a:pt x="53077" y="44167"/>
                  <a:pt x="53974" y="45625"/>
                  <a:pt x="54077" y="48375"/>
                </a:cubicBezTo>
                <a:lnTo>
                  <a:pt x="54077" y="48375"/>
                </a:lnTo>
                <a:lnTo>
                  <a:pt x="54077" y="57125"/>
                </a:lnTo>
                <a:cubicBezTo>
                  <a:pt x="53974" y="59875"/>
                  <a:pt x="53077" y="61333"/>
                  <a:pt x="51385" y="61500"/>
                </a:cubicBezTo>
                <a:lnTo>
                  <a:pt x="51385" y="61500"/>
                </a:lnTo>
                <a:lnTo>
                  <a:pt x="46000" y="61500"/>
                </a:lnTo>
                <a:cubicBezTo>
                  <a:pt x="44308" y="61333"/>
                  <a:pt x="43410" y="59875"/>
                  <a:pt x="43308" y="57125"/>
                </a:cubicBezTo>
                <a:lnTo>
                  <a:pt x="43308" y="57125"/>
                </a:lnTo>
                <a:lnTo>
                  <a:pt x="43308" y="48375"/>
                </a:lnTo>
                <a:moveTo>
                  <a:pt x="62231" y="17625"/>
                </a:moveTo>
                <a:lnTo>
                  <a:pt x="62231" y="17625"/>
                </a:lnTo>
                <a:lnTo>
                  <a:pt x="67615" y="17625"/>
                </a:lnTo>
                <a:cubicBezTo>
                  <a:pt x="69308" y="17792"/>
                  <a:pt x="70205" y="19250"/>
                  <a:pt x="70308" y="22000"/>
                </a:cubicBezTo>
                <a:lnTo>
                  <a:pt x="70308" y="22000"/>
                </a:lnTo>
                <a:lnTo>
                  <a:pt x="70308" y="30750"/>
                </a:lnTo>
                <a:cubicBezTo>
                  <a:pt x="70205" y="33500"/>
                  <a:pt x="69308" y="34958"/>
                  <a:pt x="67615" y="35125"/>
                </a:cubicBezTo>
                <a:lnTo>
                  <a:pt x="67615" y="35125"/>
                </a:lnTo>
                <a:lnTo>
                  <a:pt x="62231" y="35125"/>
                </a:lnTo>
                <a:cubicBezTo>
                  <a:pt x="60538" y="34958"/>
                  <a:pt x="59615" y="33500"/>
                  <a:pt x="59462" y="30750"/>
                </a:cubicBezTo>
                <a:lnTo>
                  <a:pt x="59462" y="30750"/>
                </a:lnTo>
                <a:lnTo>
                  <a:pt x="59462" y="22000"/>
                </a:lnTo>
                <a:cubicBezTo>
                  <a:pt x="59615" y="19250"/>
                  <a:pt x="60538" y="17792"/>
                  <a:pt x="62231" y="17625"/>
                </a:cubicBezTo>
                <a:lnTo>
                  <a:pt x="62231" y="17625"/>
                </a:lnTo>
                <a:moveTo>
                  <a:pt x="59462" y="48375"/>
                </a:moveTo>
                <a:lnTo>
                  <a:pt x="59462" y="48375"/>
                </a:lnTo>
                <a:cubicBezTo>
                  <a:pt x="59615" y="45625"/>
                  <a:pt x="60538" y="44167"/>
                  <a:pt x="62231" y="44000"/>
                </a:cubicBezTo>
                <a:lnTo>
                  <a:pt x="62231" y="44000"/>
                </a:lnTo>
                <a:lnTo>
                  <a:pt x="67615" y="44000"/>
                </a:lnTo>
                <a:cubicBezTo>
                  <a:pt x="69308" y="44167"/>
                  <a:pt x="70205" y="45625"/>
                  <a:pt x="70308" y="48375"/>
                </a:cubicBezTo>
                <a:lnTo>
                  <a:pt x="70308" y="48375"/>
                </a:lnTo>
                <a:lnTo>
                  <a:pt x="70308" y="57125"/>
                </a:lnTo>
                <a:cubicBezTo>
                  <a:pt x="70205" y="59875"/>
                  <a:pt x="69308" y="61333"/>
                  <a:pt x="67615" y="61500"/>
                </a:cubicBezTo>
                <a:lnTo>
                  <a:pt x="67615" y="61500"/>
                </a:lnTo>
                <a:lnTo>
                  <a:pt x="62231" y="61500"/>
                </a:lnTo>
                <a:cubicBezTo>
                  <a:pt x="60538" y="61333"/>
                  <a:pt x="59615" y="59875"/>
                  <a:pt x="59462" y="57125"/>
                </a:cubicBezTo>
                <a:lnTo>
                  <a:pt x="59462" y="57125"/>
                </a:lnTo>
                <a:lnTo>
                  <a:pt x="59462" y="48375"/>
                </a:lnTo>
                <a:moveTo>
                  <a:pt x="78462" y="17625"/>
                </a:moveTo>
                <a:lnTo>
                  <a:pt x="78462" y="17625"/>
                </a:lnTo>
                <a:lnTo>
                  <a:pt x="83846" y="17625"/>
                </a:lnTo>
                <a:cubicBezTo>
                  <a:pt x="85538" y="17792"/>
                  <a:pt x="86436" y="19250"/>
                  <a:pt x="86538" y="22000"/>
                </a:cubicBezTo>
                <a:lnTo>
                  <a:pt x="86538" y="22000"/>
                </a:lnTo>
                <a:lnTo>
                  <a:pt x="86538" y="30750"/>
                </a:lnTo>
                <a:cubicBezTo>
                  <a:pt x="86436" y="33500"/>
                  <a:pt x="85538" y="34958"/>
                  <a:pt x="83846" y="35125"/>
                </a:cubicBezTo>
                <a:lnTo>
                  <a:pt x="83846" y="35125"/>
                </a:lnTo>
                <a:lnTo>
                  <a:pt x="78462" y="35125"/>
                </a:lnTo>
                <a:cubicBezTo>
                  <a:pt x="76769" y="34958"/>
                  <a:pt x="75846" y="33500"/>
                  <a:pt x="75692" y="30750"/>
                </a:cubicBezTo>
                <a:lnTo>
                  <a:pt x="75692" y="30750"/>
                </a:lnTo>
                <a:lnTo>
                  <a:pt x="75692" y="22000"/>
                </a:lnTo>
                <a:cubicBezTo>
                  <a:pt x="75846" y="19250"/>
                  <a:pt x="76769" y="17792"/>
                  <a:pt x="78462" y="17625"/>
                </a:cubicBezTo>
                <a:lnTo>
                  <a:pt x="78462" y="17625"/>
                </a:lnTo>
                <a:moveTo>
                  <a:pt x="75692" y="48375"/>
                </a:moveTo>
                <a:lnTo>
                  <a:pt x="75692" y="48375"/>
                </a:lnTo>
                <a:cubicBezTo>
                  <a:pt x="75846" y="45625"/>
                  <a:pt x="76769" y="44167"/>
                  <a:pt x="78462" y="44000"/>
                </a:cubicBezTo>
                <a:lnTo>
                  <a:pt x="78462" y="44000"/>
                </a:lnTo>
                <a:lnTo>
                  <a:pt x="83846" y="44000"/>
                </a:lnTo>
                <a:cubicBezTo>
                  <a:pt x="85538" y="44167"/>
                  <a:pt x="86436" y="45625"/>
                  <a:pt x="86538" y="48375"/>
                </a:cubicBezTo>
                <a:lnTo>
                  <a:pt x="86538" y="48375"/>
                </a:lnTo>
                <a:lnTo>
                  <a:pt x="86538" y="57125"/>
                </a:lnTo>
                <a:cubicBezTo>
                  <a:pt x="86436" y="59875"/>
                  <a:pt x="85538" y="61333"/>
                  <a:pt x="83846" y="61500"/>
                </a:cubicBezTo>
                <a:lnTo>
                  <a:pt x="83846" y="61500"/>
                </a:lnTo>
                <a:lnTo>
                  <a:pt x="78462" y="61500"/>
                </a:lnTo>
                <a:cubicBezTo>
                  <a:pt x="76769" y="61333"/>
                  <a:pt x="75846" y="59875"/>
                  <a:pt x="75692" y="57125"/>
                </a:cubicBezTo>
                <a:lnTo>
                  <a:pt x="75692" y="57125"/>
                </a:lnTo>
                <a:lnTo>
                  <a:pt x="75692" y="48375"/>
                </a:lnTo>
                <a:moveTo>
                  <a:pt x="78462" y="70375"/>
                </a:moveTo>
                <a:lnTo>
                  <a:pt x="78462" y="70375"/>
                </a:lnTo>
                <a:lnTo>
                  <a:pt x="83846" y="70375"/>
                </a:lnTo>
                <a:cubicBezTo>
                  <a:pt x="85538" y="70542"/>
                  <a:pt x="86436" y="72000"/>
                  <a:pt x="86538" y="74750"/>
                </a:cubicBezTo>
                <a:lnTo>
                  <a:pt x="86538" y="74750"/>
                </a:lnTo>
                <a:lnTo>
                  <a:pt x="86538" y="83500"/>
                </a:lnTo>
                <a:cubicBezTo>
                  <a:pt x="86436" y="86250"/>
                  <a:pt x="85538" y="87708"/>
                  <a:pt x="83846" y="87875"/>
                </a:cubicBezTo>
                <a:lnTo>
                  <a:pt x="83846" y="87875"/>
                </a:lnTo>
                <a:lnTo>
                  <a:pt x="78462" y="87875"/>
                </a:lnTo>
                <a:cubicBezTo>
                  <a:pt x="76769" y="87708"/>
                  <a:pt x="75846" y="86250"/>
                  <a:pt x="75692" y="83500"/>
                </a:cubicBezTo>
                <a:lnTo>
                  <a:pt x="75692" y="83500"/>
                </a:lnTo>
                <a:lnTo>
                  <a:pt x="75692" y="74750"/>
                </a:lnTo>
                <a:cubicBezTo>
                  <a:pt x="75846" y="72000"/>
                  <a:pt x="76769" y="70542"/>
                  <a:pt x="78462" y="70375"/>
                </a:cubicBezTo>
                <a:lnTo>
                  <a:pt x="78462" y="70375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68" name="el-1792653966046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el-1792653966511-52"/>
          <p:cNvSpPr/>
          <p:nvPr/>
        </p:nvSpPr>
        <p:spPr>
          <a:xfrm>
            <a:off x="401337" y="4919749"/>
            <a:ext cx="140301" cy="11174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600" y="24833"/>
                </a:moveTo>
                <a:lnTo>
                  <a:pt x="47733" y="24833"/>
                </a:lnTo>
                <a:cubicBezTo>
                  <a:pt x="48889" y="23500"/>
                  <a:pt x="49200" y="21861"/>
                  <a:pt x="48667" y="19917"/>
                </a:cubicBezTo>
                <a:lnTo>
                  <a:pt x="48667" y="19917"/>
                </a:lnTo>
                <a:cubicBezTo>
                  <a:pt x="48267" y="18861"/>
                  <a:pt x="47844" y="17889"/>
                  <a:pt x="47400" y="17000"/>
                </a:cubicBezTo>
                <a:lnTo>
                  <a:pt x="47400" y="17000"/>
                </a:lnTo>
                <a:lnTo>
                  <a:pt x="46933" y="15833"/>
                </a:lnTo>
                <a:cubicBezTo>
                  <a:pt x="46444" y="14889"/>
                  <a:pt x="45933" y="13972"/>
                  <a:pt x="45400" y="13083"/>
                </a:cubicBezTo>
                <a:lnTo>
                  <a:pt x="45400" y="13083"/>
                </a:lnTo>
                <a:cubicBezTo>
                  <a:pt x="44333" y="11528"/>
                  <a:pt x="43089" y="11083"/>
                  <a:pt x="41667" y="11750"/>
                </a:cubicBezTo>
                <a:lnTo>
                  <a:pt x="41667" y="11750"/>
                </a:lnTo>
                <a:lnTo>
                  <a:pt x="37133" y="13500"/>
                </a:lnTo>
                <a:cubicBezTo>
                  <a:pt x="35444" y="11778"/>
                  <a:pt x="33556" y="10417"/>
                  <a:pt x="31467" y="9417"/>
                </a:cubicBezTo>
                <a:lnTo>
                  <a:pt x="31467" y="9417"/>
                </a:lnTo>
                <a:lnTo>
                  <a:pt x="30533" y="3750"/>
                </a:lnTo>
                <a:cubicBezTo>
                  <a:pt x="30133" y="1750"/>
                  <a:pt x="29200" y="556"/>
                  <a:pt x="27733" y="167"/>
                </a:cubicBezTo>
                <a:lnTo>
                  <a:pt x="27733" y="167"/>
                </a:lnTo>
                <a:cubicBezTo>
                  <a:pt x="26711" y="56"/>
                  <a:pt x="25622" y="0"/>
                  <a:pt x="24467" y="0"/>
                </a:cubicBezTo>
                <a:lnTo>
                  <a:pt x="24467" y="0"/>
                </a:lnTo>
                <a:lnTo>
                  <a:pt x="24467" y="0"/>
                </a:lnTo>
                <a:cubicBezTo>
                  <a:pt x="23400" y="0"/>
                  <a:pt x="22356" y="56"/>
                  <a:pt x="21333" y="167"/>
                </a:cubicBezTo>
                <a:lnTo>
                  <a:pt x="21333" y="167"/>
                </a:lnTo>
                <a:cubicBezTo>
                  <a:pt x="19778" y="556"/>
                  <a:pt x="18778" y="1750"/>
                  <a:pt x="18333" y="3750"/>
                </a:cubicBezTo>
                <a:lnTo>
                  <a:pt x="18333" y="3750"/>
                </a:lnTo>
                <a:lnTo>
                  <a:pt x="17400" y="9417"/>
                </a:lnTo>
                <a:cubicBezTo>
                  <a:pt x="15311" y="10417"/>
                  <a:pt x="13444" y="11778"/>
                  <a:pt x="11800" y="13500"/>
                </a:cubicBezTo>
                <a:lnTo>
                  <a:pt x="11800" y="13500"/>
                </a:lnTo>
                <a:lnTo>
                  <a:pt x="7400" y="11750"/>
                </a:lnTo>
                <a:cubicBezTo>
                  <a:pt x="5844" y="11083"/>
                  <a:pt x="4556" y="11528"/>
                  <a:pt x="3533" y="13083"/>
                </a:cubicBezTo>
                <a:lnTo>
                  <a:pt x="3533" y="13083"/>
                </a:lnTo>
                <a:cubicBezTo>
                  <a:pt x="3000" y="13972"/>
                  <a:pt x="2467" y="14944"/>
                  <a:pt x="1933" y="16000"/>
                </a:cubicBezTo>
                <a:lnTo>
                  <a:pt x="1933" y="16000"/>
                </a:lnTo>
                <a:lnTo>
                  <a:pt x="1467" y="17000"/>
                </a:lnTo>
                <a:cubicBezTo>
                  <a:pt x="1067" y="17889"/>
                  <a:pt x="644" y="18861"/>
                  <a:pt x="200" y="19917"/>
                </a:cubicBezTo>
                <a:lnTo>
                  <a:pt x="200" y="19917"/>
                </a:lnTo>
                <a:cubicBezTo>
                  <a:pt x="-289" y="21861"/>
                  <a:pt x="89" y="23500"/>
                  <a:pt x="1333" y="24833"/>
                </a:cubicBezTo>
                <a:lnTo>
                  <a:pt x="1333" y="24833"/>
                </a:lnTo>
                <a:lnTo>
                  <a:pt x="4733" y="28750"/>
                </a:lnTo>
                <a:cubicBezTo>
                  <a:pt x="4556" y="30028"/>
                  <a:pt x="4467" y="31389"/>
                  <a:pt x="4467" y="32833"/>
                </a:cubicBezTo>
                <a:lnTo>
                  <a:pt x="4467" y="32833"/>
                </a:lnTo>
                <a:cubicBezTo>
                  <a:pt x="4467" y="34278"/>
                  <a:pt x="4556" y="35639"/>
                  <a:pt x="4733" y="36917"/>
                </a:cubicBezTo>
                <a:lnTo>
                  <a:pt x="4733" y="36917"/>
                </a:lnTo>
                <a:lnTo>
                  <a:pt x="1333" y="40833"/>
                </a:lnTo>
                <a:cubicBezTo>
                  <a:pt x="89" y="42111"/>
                  <a:pt x="-289" y="43722"/>
                  <a:pt x="200" y="45667"/>
                </a:cubicBezTo>
                <a:lnTo>
                  <a:pt x="200" y="45667"/>
                </a:lnTo>
                <a:cubicBezTo>
                  <a:pt x="644" y="46722"/>
                  <a:pt x="1067" y="47722"/>
                  <a:pt x="1467" y="48667"/>
                </a:cubicBezTo>
                <a:lnTo>
                  <a:pt x="1467" y="48667"/>
                </a:lnTo>
                <a:lnTo>
                  <a:pt x="1933" y="49833"/>
                </a:lnTo>
                <a:cubicBezTo>
                  <a:pt x="2378" y="50722"/>
                  <a:pt x="2911" y="51611"/>
                  <a:pt x="3533" y="52500"/>
                </a:cubicBezTo>
                <a:lnTo>
                  <a:pt x="3533" y="52500"/>
                </a:lnTo>
                <a:cubicBezTo>
                  <a:pt x="4556" y="54111"/>
                  <a:pt x="5844" y="54583"/>
                  <a:pt x="7400" y="53917"/>
                </a:cubicBezTo>
                <a:lnTo>
                  <a:pt x="7400" y="53917"/>
                </a:lnTo>
                <a:lnTo>
                  <a:pt x="11800" y="52167"/>
                </a:lnTo>
                <a:cubicBezTo>
                  <a:pt x="13444" y="53833"/>
                  <a:pt x="15311" y="55194"/>
                  <a:pt x="17400" y="56250"/>
                </a:cubicBezTo>
                <a:lnTo>
                  <a:pt x="17400" y="56250"/>
                </a:lnTo>
                <a:lnTo>
                  <a:pt x="18333" y="61917"/>
                </a:lnTo>
                <a:cubicBezTo>
                  <a:pt x="18778" y="63861"/>
                  <a:pt x="19778" y="65028"/>
                  <a:pt x="21333" y="65417"/>
                </a:cubicBezTo>
                <a:lnTo>
                  <a:pt x="21333" y="65417"/>
                </a:lnTo>
                <a:cubicBezTo>
                  <a:pt x="22356" y="65583"/>
                  <a:pt x="23400" y="65667"/>
                  <a:pt x="24467" y="65667"/>
                </a:cubicBezTo>
                <a:lnTo>
                  <a:pt x="24467" y="65667"/>
                </a:lnTo>
                <a:cubicBezTo>
                  <a:pt x="25489" y="65667"/>
                  <a:pt x="26533" y="65583"/>
                  <a:pt x="27600" y="65417"/>
                </a:cubicBezTo>
                <a:lnTo>
                  <a:pt x="27600" y="65417"/>
                </a:lnTo>
                <a:cubicBezTo>
                  <a:pt x="29156" y="65028"/>
                  <a:pt x="30133" y="63861"/>
                  <a:pt x="30533" y="61917"/>
                </a:cubicBezTo>
                <a:lnTo>
                  <a:pt x="30533" y="61917"/>
                </a:lnTo>
                <a:lnTo>
                  <a:pt x="31467" y="56250"/>
                </a:lnTo>
                <a:cubicBezTo>
                  <a:pt x="33556" y="55194"/>
                  <a:pt x="35444" y="53833"/>
                  <a:pt x="37133" y="52167"/>
                </a:cubicBezTo>
                <a:lnTo>
                  <a:pt x="37133" y="52167"/>
                </a:lnTo>
                <a:lnTo>
                  <a:pt x="41467" y="53917"/>
                </a:lnTo>
                <a:cubicBezTo>
                  <a:pt x="43022" y="54583"/>
                  <a:pt x="44333" y="54111"/>
                  <a:pt x="45400" y="52500"/>
                </a:cubicBezTo>
                <a:lnTo>
                  <a:pt x="45400" y="52500"/>
                </a:lnTo>
                <a:cubicBezTo>
                  <a:pt x="45933" y="51611"/>
                  <a:pt x="46444" y="50722"/>
                  <a:pt x="46933" y="49833"/>
                </a:cubicBezTo>
                <a:lnTo>
                  <a:pt x="46933" y="49833"/>
                </a:lnTo>
                <a:lnTo>
                  <a:pt x="47400" y="48667"/>
                </a:lnTo>
                <a:cubicBezTo>
                  <a:pt x="47844" y="47722"/>
                  <a:pt x="48267" y="46722"/>
                  <a:pt x="48667" y="45667"/>
                </a:cubicBezTo>
                <a:lnTo>
                  <a:pt x="48667" y="45667"/>
                </a:lnTo>
                <a:cubicBezTo>
                  <a:pt x="49200" y="43722"/>
                  <a:pt x="48844" y="42111"/>
                  <a:pt x="47600" y="40833"/>
                </a:cubicBezTo>
                <a:lnTo>
                  <a:pt x="47600" y="40833"/>
                </a:lnTo>
                <a:lnTo>
                  <a:pt x="44133" y="36917"/>
                </a:lnTo>
                <a:cubicBezTo>
                  <a:pt x="44356" y="35639"/>
                  <a:pt x="44467" y="34278"/>
                  <a:pt x="44467" y="32833"/>
                </a:cubicBezTo>
                <a:lnTo>
                  <a:pt x="44467" y="32833"/>
                </a:lnTo>
                <a:cubicBezTo>
                  <a:pt x="44467" y="31389"/>
                  <a:pt x="44356" y="30028"/>
                  <a:pt x="44133" y="28750"/>
                </a:cubicBezTo>
                <a:lnTo>
                  <a:pt x="44133" y="28750"/>
                </a:lnTo>
                <a:lnTo>
                  <a:pt x="47600" y="24833"/>
                </a:lnTo>
                <a:moveTo>
                  <a:pt x="16933" y="32833"/>
                </a:moveTo>
                <a:lnTo>
                  <a:pt x="16933" y="32833"/>
                </a:lnTo>
                <a:cubicBezTo>
                  <a:pt x="17067" y="29278"/>
                  <a:pt x="18311" y="26528"/>
                  <a:pt x="20667" y="24583"/>
                </a:cubicBezTo>
                <a:lnTo>
                  <a:pt x="20667" y="24583"/>
                </a:lnTo>
                <a:cubicBezTo>
                  <a:pt x="23200" y="23028"/>
                  <a:pt x="25711" y="23028"/>
                  <a:pt x="28200" y="24583"/>
                </a:cubicBezTo>
                <a:lnTo>
                  <a:pt x="28200" y="24583"/>
                </a:lnTo>
                <a:cubicBezTo>
                  <a:pt x="30600" y="26528"/>
                  <a:pt x="31844" y="29278"/>
                  <a:pt x="31933" y="32833"/>
                </a:cubicBezTo>
                <a:lnTo>
                  <a:pt x="31933" y="32833"/>
                </a:lnTo>
                <a:cubicBezTo>
                  <a:pt x="31844" y="36333"/>
                  <a:pt x="30600" y="39056"/>
                  <a:pt x="28200" y="41000"/>
                </a:cubicBezTo>
                <a:lnTo>
                  <a:pt x="28200" y="41000"/>
                </a:lnTo>
                <a:cubicBezTo>
                  <a:pt x="25711" y="42556"/>
                  <a:pt x="23200" y="42556"/>
                  <a:pt x="20667" y="41000"/>
                </a:cubicBezTo>
                <a:lnTo>
                  <a:pt x="20667" y="41000"/>
                </a:lnTo>
                <a:cubicBezTo>
                  <a:pt x="18311" y="39056"/>
                  <a:pt x="17067" y="36333"/>
                  <a:pt x="16933" y="32833"/>
                </a:cubicBezTo>
                <a:lnTo>
                  <a:pt x="16933" y="32833"/>
                </a:lnTo>
                <a:moveTo>
                  <a:pt x="78333" y="96083"/>
                </a:moveTo>
                <a:lnTo>
                  <a:pt x="78333" y="96250"/>
                </a:lnTo>
                <a:cubicBezTo>
                  <a:pt x="79400" y="97694"/>
                  <a:pt x="80711" y="98111"/>
                  <a:pt x="82267" y="97500"/>
                </a:cubicBezTo>
                <a:lnTo>
                  <a:pt x="82267" y="97500"/>
                </a:lnTo>
                <a:cubicBezTo>
                  <a:pt x="83111" y="96944"/>
                  <a:pt x="83889" y="96417"/>
                  <a:pt x="84600" y="95917"/>
                </a:cubicBezTo>
                <a:lnTo>
                  <a:pt x="84600" y="95917"/>
                </a:lnTo>
                <a:lnTo>
                  <a:pt x="85533" y="95333"/>
                </a:lnTo>
                <a:cubicBezTo>
                  <a:pt x="86289" y="94667"/>
                  <a:pt x="87022" y="94000"/>
                  <a:pt x="87733" y="93333"/>
                </a:cubicBezTo>
                <a:lnTo>
                  <a:pt x="87733" y="93333"/>
                </a:lnTo>
                <a:cubicBezTo>
                  <a:pt x="88978" y="92056"/>
                  <a:pt x="89333" y="90500"/>
                  <a:pt x="88800" y="88667"/>
                </a:cubicBezTo>
                <a:lnTo>
                  <a:pt x="88800" y="88667"/>
                </a:lnTo>
                <a:lnTo>
                  <a:pt x="87400" y="83000"/>
                </a:lnTo>
                <a:cubicBezTo>
                  <a:pt x="88778" y="80944"/>
                  <a:pt x="89867" y="78611"/>
                  <a:pt x="90667" y="76000"/>
                </a:cubicBezTo>
                <a:lnTo>
                  <a:pt x="90667" y="76000"/>
                </a:lnTo>
                <a:lnTo>
                  <a:pt x="95200" y="74833"/>
                </a:lnTo>
                <a:cubicBezTo>
                  <a:pt x="96800" y="74278"/>
                  <a:pt x="97756" y="73028"/>
                  <a:pt x="98067" y="71083"/>
                </a:cubicBezTo>
                <a:lnTo>
                  <a:pt x="98067" y="71083"/>
                </a:lnTo>
                <a:cubicBezTo>
                  <a:pt x="98156" y="69806"/>
                  <a:pt x="98200" y="68500"/>
                  <a:pt x="98200" y="67167"/>
                </a:cubicBezTo>
                <a:lnTo>
                  <a:pt x="98200" y="67167"/>
                </a:lnTo>
                <a:cubicBezTo>
                  <a:pt x="98200" y="65889"/>
                  <a:pt x="98156" y="64583"/>
                  <a:pt x="98067" y="63250"/>
                </a:cubicBezTo>
                <a:lnTo>
                  <a:pt x="98067" y="63250"/>
                </a:lnTo>
                <a:cubicBezTo>
                  <a:pt x="97756" y="61306"/>
                  <a:pt x="96800" y="60083"/>
                  <a:pt x="95200" y="59583"/>
                </a:cubicBezTo>
                <a:lnTo>
                  <a:pt x="95200" y="59583"/>
                </a:lnTo>
                <a:lnTo>
                  <a:pt x="90667" y="58417"/>
                </a:lnTo>
                <a:cubicBezTo>
                  <a:pt x="89867" y="55806"/>
                  <a:pt x="88778" y="53444"/>
                  <a:pt x="87400" y="51333"/>
                </a:cubicBezTo>
                <a:lnTo>
                  <a:pt x="87400" y="51333"/>
                </a:lnTo>
                <a:lnTo>
                  <a:pt x="88800" y="45917"/>
                </a:lnTo>
                <a:cubicBezTo>
                  <a:pt x="89333" y="43972"/>
                  <a:pt x="88978" y="42333"/>
                  <a:pt x="87733" y="41000"/>
                </a:cubicBezTo>
                <a:lnTo>
                  <a:pt x="87733" y="41000"/>
                </a:lnTo>
                <a:cubicBezTo>
                  <a:pt x="87022" y="40333"/>
                  <a:pt x="86289" y="39694"/>
                  <a:pt x="85533" y="39083"/>
                </a:cubicBezTo>
                <a:lnTo>
                  <a:pt x="85533" y="39083"/>
                </a:lnTo>
                <a:lnTo>
                  <a:pt x="84600" y="38500"/>
                </a:lnTo>
                <a:cubicBezTo>
                  <a:pt x="83889" y="37944"/>
                  <a:pt x="83111" y="37417"/>
                  <a:pt x="82267" y="36917"/>
                </a:cubicBezTo>
                <a:lnTo>
                  <a:pt x="82267" y="36917"/>
                </a:lnTo>
                <a:cubicBezTo>
                  <a:pt x="80711" y="36250"/>
                  <a:pt x="79400" y="36694"/>
                  <a:pt x="78333" y="38250"/>
                </a:cubicBezTo>
                <a:lnTo>
                  <a:pt x="78333" y="38250"/>
                </a:lnTo>
                <a:lnTo>
                  <a:pt x="75200" y="42583"/>
                </a:lnTo>
                <a:cubicBezTo>
                  <a:pt x="74178" y="42306"/>
                  <a:pt x="73089" y="42167"/>
                  <a:pt x="71933" y="42167"/>
                </a:cubicBezTo>
                <a:lnTo>
                  <a:pt x="71933" y="42167"/>
                </a:lnTo>
                <a:cubicBezTo>
                  <a:pt x="70778" y="42167"/>
                  <a:pt x="69689" y="42306"/>
                  <a:pt x="68667" y="42583"/>
                </a:cubicBezTo>
                <a:lnTo>
                  <a:pt x="68667" y="42583"/>
                </a:lnTo>
                <a:lnTo>
                  <a:pt x="65533" y="38250"/>
                </a:lnTo>
                <a:cubicBezTo>
                  <a:pt x="64511" y="36694"/>
                  <a:pt x="63222" y="36250"/>
                  <a:pt x="61667" y="36917"/>
                </a:cubicBezTo>
                <a:lnTo>
                  <a:pt x="61667" y="36917"/>
                </a:lnTo>
                <a:cubicBezTo>
                  <a:pt x="60822" y="37417"/>
                  <a:pt x="60022" y="37944"/>
                  <a:pt x="59267" y="38500"/>
                </a:cubicBezTo>
                <a:lnTo>
                  <a:pt x="59267" y="38500"/>
                </a:lnTo>
                <a:lnTo>
                  <a:pt x="58533" y="39083"/>
                </a:lnTo>
                <a:cubicBezTo>
                  <a:pt x="57689" y="39694"/>
                  <a:pt x="56911" y="40333"/>
                  <a:pt x="56200" y="41000"/>
                </a:cubicBezTo>
                <a:lnTo>
                  <a:pt x="56200" y="41000"/>
                </a:lnTo>
                <a:cubicBezTo>
                  <a:pt x="54911" y="42333"/>
                  <a:pt x="54533" y="43972"/>
                  <a:pt x="55067" y="45917"/>
                </a:cubicBezTo>
                <a:lnTo>
                  <a:pt x="55067" y="45917"/>
                </a:lnTo>
                <a:lnTo>
                  <a:pt x="56467" y="51333"/>
                </a:lnTo>
                <a:cubicBezTo>
                  <a:pt x="55133" y="53444"/>
                  <a:pt x="54044" y="55806"/>
                  <a:pt x="53200" y="58417"/>
                </a:cubicBezTo>
                <a:lnTo>
                  <a:pt x="53200" y="58417"/>
                </a:lnTo>
                <a:lnTo>
                  <a:pt x="48667" y="59583"/>
                </a:lnTo>
                <a:cubicBezTo>
                  <a:pt x="47111" y="60083"/>
                  <a:pt x="46178" y="61306"/>
                  <a:pt x="45867" y="63250"/>
                </a:cubicBezTo>
                <a:lnTo>
                  <a:pt x="45867" y="63250"/>
                </a:lnTo>
                <a:cubicBezTo>
                  <a:pt x="45733" y="64583"/>
                  <a:pt x="45667" y="65889"/>
                  <a:pt x="45667" y="67167"/>
                </a:cubicBezTo>
                <a:lnTo>
                  <a:pt x="45667" y="67167"/>
                </a:lnTo>
                <a:cubicBezTo>
                  <a:pt x="45667" y="68500"/>
                  <a:pt x="45733" y="69806"/>
                  <a:pt x="45867" y="71083"/>
                </a:cubicBezTo>
                <a:lnTo>
                  <a:pt x="45867" y="71083"/>
                </a:lnTo>
                <a:cubicBezTo>
                  <a:pt x="46178" y="73028"/>
                  <a:pt x="47111" y="74278"/>
                  <a:pt x="48667" y="74833"/>
                </a:cubicBezTo>
                <a:lnTo>
                  <a:pt x="48667" y="74833"/>
                </a:lnTo>
                <a:lnTo>
                  <a:pt x="53200" y="76000"/>
                </a:lnTo>
                <a:cubicBezTo>
                  <a:pt x="54044" y="78611"/>
                  <a:pt x="55133" y="80944"/>
                  <a:pt x="56467" y="83000"/>
                </a:cubicBezTo>
                <a:lnTo>
                  <a:pt x="56467" y="83000"/>
                </a:lnTo>
                <a:lnTo>
                  <a:pt x="55067" y="88500"/>
                </a:lnTo>
                <a:cubicBezTo>
                  <a:pt x="54533" y="90444"/>
                  <a:pt x="54911" y="92056"/>
                  <a:pt x="56200" y="93333"/>
                </a:cubicBezTo>
                <a:lnTo>
                  <a:pt x="56200" y="93333"/>
                </a:lnTo>
                <a:cubicBezTo>
                  <a:pt x="56911" y="94000"/>
                  <a:pt x="57689" y="94667"/>
                  <a:pt x="58533" y="95333"/>
                </a:cubicBezTo>
                <a:lnTo>
                  <a:pt x="58533" y="95333"/>
                </a:lnTo>
                <a:lnTo>
                  <a:pt x="59267" y="95917"/>
                </a:lnTo>
                <a:cubicBezTo>
                  <a:pt x="60022" y="96417"/>
                  <a:pt x="60822" y="96944"/>
                  <a:pt x="61667" y="97500"/>
                </a:cubicBezTo>
                <a:lnTo>
                  <a:pt x="61667" y="97500"/>
                </a:lnTo>
                <a:cubicBezTo>
                  <a:pt x="63222" y="98111"/>
                  <a:pt x="64511" y="97639"/>
                  <a:pt x="65533" y="96083"/>
                </a:cubicBezTo>
                <a:lnTo>
                  <a:pt x="65533" y="96083"/>
                </a:lnTo>
                <a:lnTo>
                  <a:pt x="68667" y="91833"/>
                </a:lnTo>
                <a:cubicBezTo>
                  <a:pt x="69689" y="92056"/>
                  <a:pt x="70778" y="92167"/>
                  <a:pt x="71933" y="92167"/>
                </a:cubicBezTo>
                <a:lnTo>
                  <a:pt x="71933" y="92167"/>
                </a:lnTo>
                <a:cubicBezTo>
                  <a:pt x="73089" y="92167"/>
                  <a:pt x="74178" y="92056"/>
                  <a:pt x="75200" y="91833"/>
                </a:cubicBezTo>
                <a:lnTo>
                  <a:pt x="75200" y="91833"/>
                </a:lnTo>
                <a:lnTo>
                  <a:pt x="78333" y="96083"/>
                </a:lnTo>
                <a:moveTo>
                  <a:pt x="71933" y="57833"/>
                </a:moveTo>
                <a:lnTo>
                  <a:pt x="71933" y="57833"/>
                </a:lnTo>
                <a:cubicBezTo>
                  <a:pt x="74778" y="57944"/>
                  <a:pt x="76978" y="59500"/>
                  <a:pt x="78533" y="62500"/>
                </a:cubicBezTo>
                <a:lnTo>
                  <a:pt x="78533" y="62500"/>
                </a:lnTo>
                <a:cubicBezTo>
                  <a:pt x="79778" y="65611"/>
                  <a:pt x="79778" y="68750"/>
                  <a:pt x="78533" y="71917"/>
                </a:cubicBezTo>
                <a:lnTo>
                  <a:pt x="78533" y="71917"/>
                </a:lnTo>
                <a:cubicBezTo>
                  <a:pt x="76978" y="74861"/>
                  <a:pt x="74778" y="76417"/>
                  <a:pt x="71933" y="76583"/>
                </a:cubicBezTo>
                <a:lnTo>
                  <a:pt x="71933" y="76583"/>
                </a:lnTo>
                <a:cubicBezTo>
                  <a:pt x="69133" y="76417"/>
                  <a:pt x="66956" y="74861"/>
                  <a:pt x="65400" y="71917"/>
                </a:cubicBezTo>
                <a:lnTo>
                  <a:pt x="65400" y="71917"/>
                </a:lnTo>
                <a:cubicBezTo>
                  <a:pt x="64156" y="68750"/>
                  <a:pt x="64156" y="65611"/>
                  <a:pt x="65400" y="62500"/>
                </a:cubicBezTo>
                <a:lnTo>
                  <a:pt x="65400" y="62500"/>
                </a:lnTo>
                <a:cubicBezTo>
                  <a:pt x="66956" y="59500"/>
                  <a:pt x="69133" y="57944"/>
                  <a:pt x="71933" y="57833"/>
                </a:cubicBezTo>
                <a:lnTo>
                  <a:pt x="71933" y="57833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el-1792653966058-8"/>
          <p:cNvSpPr txBox="1"/>
          <p:nvPr/>
        </p:nvSpPr>
        <p:spPr>
          <a:xfrm>
            <a:off x="757238" y="139303"/>
            <a:ext cx="2889218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功能二 —— 指令执行引擎</a:t>
            </a:r>
            <a:endParaRPr/>
          </a:p>
        </p:txBody>
      </p:sp>
      <p:sp>
        <p:nvSpPr>
          <p:cNvPr id="71" name="el-1792653966048-5"/>
          <p:cNvSpPr txBox="1"/>
          <p:nvPr/>
        </p:nvSpPr>
        <p:spPr>
          <a:xfrm>
            <a:off x="7598003" y="185023"/>
            <a:ext cx="131196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55377"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执行反馈 · 状态检测</a:t>
            </a:r>
            <a:endParaRPr/>
          </a:p>
        </p:txBody>
      </p:sp>
      <p:sp>
        <p:nvSpPr>
          <p:cNvPr id="72" name="el-1792653966088-23"/>
          <p:cNvSpPr txBox="1"/>
          <p:nvPr/>
        </p:nvSpPr>
        <p:spPr>
          <a:xfrm>
            <a:off x="585788" y="795099"/>
            <a:ext cx="52720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13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核心特性</a:t>
            </a:r>
            <a:endParaRPr/>
          </a:p>
        </p:txBody>
      </p:sp>
      <p:sp>
        <p:nvSpPr>
          <p:cNvPr id="73" name="el-1792653966091-24"/>
          <p:cNvSpPr txBox="1"/>
          <p:nvPr/>
        </p:nvSpPr>
        <p:spPr>
          <a:xfrm>
            <a:off x="850106" y="1125141"/>
            <a:ext cx="269199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每行一条 GGB 指令，一键批量执行</a:t>
            </a:r>
            <a:endParaRPr/>
          </a:p>
        </p:txBody>
      </p:sp>
      <p:sp>
        <p:nvSpPr>
          <p:cNvPr id="74" name="el-1792653966113-38"/>
          <p:cNvSpPr txBox="1"/>
          <p:nvPr/>
        </p:nvSpPr>
        <p:spPr>
          <a:xfrm>
            <a:off x="850106" y="1309449"/>
            <a:ext cx="2265515" cy="140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Computed 引擎统一调度</a:t>
            </a:r>
            <a:endParaRPr/>
          </a:p>
        </p:txBody>
      </p:sp>
      <p:sp>
        <p:nvSpPr>
          <p:cNvPr id="75" name="el-1792653966091-25"/>
          <p:cNvSpPr txBox="1"/>
          <p:nvPr/>
        </p:nvSpPr>
        <p:spPr>
          <a:xfrm>
            <a:off x="850106" y="1720929"/>
            <a:ext cx="1318879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智能错误判定</a:t>
            </a:r>
            <a:endParaRPr/>
          </a:p>
        </p:txBody>
      </p:sp>
      <p:sp>
        <p:nvSpPr>
          <p:cNvPr id="76" name="el-1792653966113-39"/>
          <p:cNvSpPr txBox="1"/>
          <p:nvPr/>
        </p:nvSpPr>
        <p:spPr>
          <a:xfrm>
            <a:off x="850106" y="1905238"/>
            <a:ext cx="2080421" cy="140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 evalCommand 返回值 bug</a:t>
            </a:r>
            <a:endParaRPr/>
          </a:p>
        </p:txBody>
      </p:sp>
      <p:sp>
        <p:nvSpPr>
          <p:cNvPr id="77" name="el-1792653966092-26"/>
          <p:cNvSpPr txBox="1"/>
          <p:nvPr/>
        </p:nvSpPr>
        <p:spPr>
          <a:xfrm>
            <a:off x="850106" y="2316718"/>
            <a:ext cx="184033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出错暂停 + 单步确认</a:t>
            </a:r>
            <a:endParaRPr/>
          </a:p>
        </p:txBody>
      </p:sp>
      <p:sp>
        <p:nvSpPr>
          <p:cNvPr id="78" name="el-1792653966113-40"/>
          <p:cNvSpPr txBox="1"/>
          <p:nvPr/>
        </p:nvSpPr>
        <p:spPr>
          <a:xfrm>
            <a:off x="850106" y="2501027"/>
            <a:ext cx="1203543" cy="140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逐条可控，防止连锁错误</a:t>
            </a:r>
            <a:endParaRPr/>
          </a:p>
        </p:txBody>
      </p:sp>
      <p:sp>
        <p:nvSpPr>
          <p:cNvPr id="79" name="el-1792653966092-27"/>
          <p:cNvSpPr txBox="1"/>
          <p:nvPr/>
        </p:nvSpPr>
        <p:spPr>
          <a:xfrm>
            <a:off x="850106" y="2912507"/>
            <a:ext cx="144032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可调节执行间隔</a:t>
            </a:r>
            <a:endParaRPr/>
          </a:p>
        </p:txBody>
      </p:sp>
      <p:sp>
        <p:nvSpPr>
          <p:cNvPr id="80" name="el-1792653966114-41"/>
          <p:cNvSpPr txBox="1"/>
          <p:nvPr/>
        </p:nvSpPr>
        <p:spPr>
          <a:xfrm>
            <a:off x="850106" y="3096816"/>
            <a:ext cx="1470184" cy="140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自定义节奏，适应不同演示需求</a:t>
            </a:r>
            <a:endParaRPr/>
          </a:p>
        </p:txBody>
      </p:sp>
      <p:sp>
        <p:nvSpPr>
          <p:cNvPr id="81" name="el-1792653966092-28"/>
          <p:cNvSpPr txBox="1"/>
          <p:nvPr/>
        </p:nvSpPr>
        <p:spPr>
          <a:xfrm>
            <a:off x="850106" y="3508296"/>
            <a:ext cx="187409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2D / 3D 一键切换</a:t>
            </a:r>
            <a:endParaRPr/>
          </a:p>
        </p:txBody>
      </p:sp>
      <p:sp>
        <p:nvSpPr>
          <p:cNvPr id="82" name="el-1792653966114-42"/>
          <p:cNvSpPr txBox="1"/>
          <p:nvPr/>
        </p:nvSpPr>
        <p:spPr>
          <a:xfrm>
            <a:off x="850106" y="3692605"/>
            <a:ext cx="1042987" cy="140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几何视图无缝转换</a:t>
            </a:r>
            <a:endParaRPr/>
          </a:p>
        </p:txBody>
      </p:sp>
      <p:sp>
        <p:nvSpPr>
          <p:cNvPr id="83" name="el-1792653966094-29"/>
          <p:cNvSpPr txBox="1"/>
          <p:nvPr/>
        </p:nvSpPr>
        <p:spPr>
          <a:xfrm>
            <a:off x="850106" y="4104084"/>
            <a:ext cx="2310128" cy="197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快捷键 </a:t>
            </a:r>
            <a:r>
              <a:rPr sz="9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⁠⁠⁠⁠⁠⁠⁠</a:t>
            </a:r>
            <a:endParaRPr/>
          </a:p>
        </p:txBody>
      </p:sp>
      <p:sp>
        <p:nvSpPr>
          <p:cNvPr id="84" name="el-1792653966096-30"/>
          <p:cNvSpPr/>
          <p:nvPr/>
        </p:nvSpPr>
        <p:spPr>
          <a:xfrm>
            <a:off x="1278999" y="4104084"/>
            <a:ext cx="785813" cy="197168"/>
          </a:xfrm>
          <a:prstGeom prst="roundRect">
            <a:avLst>
              <a:gd name="adj" fmla="val 28986"/>
            </a:avLst>
          </a:prstGeom>
          <a:solidFill>
            <a:srgbClr val="0B1F3A"/>
          </a:solidFill>
          <a:ln w="7144" algn="in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el-1792653966096-30__text"/>
          <p:cNvSpPr txBox="1"/>
          <p:nvPr/>
        </p:nvSpPr>
        <p:spPr>
          <a:xfrm>
            <a:off x="1278999" y="4104084"/>
            <a:ext cx="785813" cy="197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spc="0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Ctrl + Enter</a:t>
            </a:r>
            <a:endParaRPr dirty="0"/>
          </a:p>
        </p:txBody>
      </p:sp>
      <p:sp>
        <p:nvSpPr>
          <p:cNvPr id="86" name="el-1792653966116-44"/>
          <p:cNvSpPr txBox="1"/>
          <p:nvPr/>
        </p:nvSpPr>
        <p:spPr>
          <a:xfrm>
            <a:off x="850106" y="4315540"/>
            <a:ext cx="1284714" cy="140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免鼠标高效操作</a:t>
            </a:r>
            <a:endParaRPr/>
          </a:p>
        </p:txBody>
      </p:sp>
      <p:sp>
        <p:nvSpPr>
          <p:cNvPr id="115" name="el-1792653966059-9"/>
          <p:cNvSpPr txBox="1"/>
          <p:nvPr/>
        </p:nvSpPr>
        <p:spPr>
          <a:xfrm>
            <a:off x="628650" y="4907042"/>
            <a:ext cx="143882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功能模块 · 02</a:t>
            </a:r>
            <a:endParaRPr/>
          </a:p>
        </p:txBody>
      </p:sp>
      <p:sp>
        <p:nvSpPr>
          <p:cNvPr id="116" name="el-1792653966050-7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12</a:t>
            </a:r>
            <a:endParaRPr/>
          </a:p>
        </p:txBody>
      </p:sp>
      <p:pic>
        <p:nvPicPr>
          <p:cNvPr id="118" name="图片 117">
            <a:extLst>
              <a:ext uri="{FF2B5EF4-FFF2-40B4-BE49-F238E27FC236}">
                <a16:creationId xmlns:a16="http://schemas.microsoft.com/office/drawing/2014/main" id="{8C4D0EBE-0C2A-66DB-507E-57426D60A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066" y="1058820"/>
            <a:ext cx="5174078" cy="31808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6234-1"/>
          <p:cNvSpPr/>
          <p:nvPr/>
        </p:nvSpPr>
        <p:spPr>
          <a:xfrm>
            <a:off x="8286750" y="394335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50000"/>
                </a:lnTo>
                <a:cubicBezTo>
                  <a:pt x="0" y="22386"/>
                  <a:pt x="22386" y="0"/>
                  <a:pt x="50000" y="0"/>
                </a:cubicBezTo>
                <a:close/>
              </a:path>
            </a:pathLst>
          </a:custGeom>
          <a:gradFill rotWithShape="1">
            <a:gsLst>
              <a:gs pos="0">
                <a:srgbClr val="2563EB">
                  <a:alpha val="6000"/>
                </a:srgbClr>
              </a:gs>
              <a:gs pos="70000">
                <a:srgbClr val="2563EB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" name="el-1792653966645-98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4" name="el-1792653966234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92653966247-9"/>
          <p:cNvSpPr/>
          <p:nvPr/>
        </p:nvSpPr>
        <p:spPr>
          <a:xfrm>
            <a:off x="400050" y="12501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el-1792653966601-83"/>
          <p:cNvSpPr/>
          <p:nvPr/>
        </p:nvSpPr>
        <p:spPr>
          <a:xfrm>
            <a:off x="472380" y="189309"/>
            <a:ext cx="112514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8417" y="15071"/>
                </a:moveTo>
                <a:lnTo>
                  <a:pt x="98417" y="15071"/>
                </a:lnTo>
                <a:lnTo>
                  <a:pt x="98417" y="24143"/>
                </a:lnTo>
                <a:cubicBezTo>
                  <a:pt x="98139" y="28381"/>
                  <a:pt x="93306" y="31952"/>
                  <a:pt x="83917" y="34857"/>
                </a:cubicBezTo>
                <a:lnTo>
                  <a:pt x="83917" y="34857"/>
                </a:lnTo>
                <a:cubicBezTo>
                  <a:pt x="74694" y="37619"/>
                  <a:pt x="63139" y="39048"/>
                  <a:pt x="49250" y="39143"/>
                </a:cubicBezTo>
                <a:lnTo>
                  <a:pt x="49250" y="39143"/>
                </a:lnTo>
                <a:cubicBezTo>
                  <a:pt x="35306" y="39048"/>
                  <a:pt x="23722" y="37619"/>
                  <a:pt x="14500" y="34857"/>
                </a:cubicBezTo>
                <a:lnTo>
                  <a:pt x="14500" y="34857"/>
                </a:lnTo>
                <a:cubicBezTo>
                  <a:pt x="5111" y="31952"/>
                  <a:pt x="278" y="28381"/>
                  <a:pt x="0" y="24143"/>
                </a:cubicBezTo>
                <a:lnTo>
                  <a:pt x="0" y="24143"/>
                </a:lnTo>
                <a:lnTo>
                  <a:pt x="0" y="15071"/>
                </a:lnTo>
                <a:cubicBezTo>
                  <a:pt x="278" y="10786"/>
                  <a:pt x="5111" y="7214"/>
                  <a:pt x="14500" y="4357"/>
                </a:cubicBezTo>
                <a:lnTo>
                  <a:pt x="14500" y="4357"/>
                </a:lnTo>
                <a:cubicBezTo>
                  <a:pt x="23722" y="1595"/>
                  <a:pt x="35306" y="143"/>
                  <a:pt x="49250" y="0"/>
                </a:cubicBezTo>
                <a:lnTo>
                  <a:pt x="49250" y="0"/>
                </a:lnTo>
                <a:cubicBezTo>
                  <a:pt x="63139" y="143"/>
                  <a:pt x="74694" y="1595"/>
                  <a:pt x="83917" y="4357"/>
                </a:cubicBezTo>
                <a:lnTo>
                  <a:pt x="83917" y="4357"/>
                </a:lnTo>
                <a:cubicBezTo>
                  <a:pt x="93306" y="7214"/>
                  <a:pt x="98139" y="10786"/>
                  <a:pt x="98417" y="15071"/>
                </a:cubicBezTo>
                <a:lnTo>
                  <a:pt x="98417" y="15071"/>
                </a:lnTo>
                <a:moveTo>
                  <a:pt x="86333" y="40500"/>
                </a:moveTo>
                <a:lnTo>
                  <a:pt x="86333" y="40500"/>
                </a:lnTo>
                <a:cubicBezTo>
                  <a:pt x="91056" y="39119"/>
                  <a:pt x="95083" y="37286"/>
                  <a:pt x="98417" y="35000"/>
                </a:cubicBezTo>
                <a:lnTo>
                  <a:pt x="98417" y="35000"/>
                </a:lnTo>
                <a:lnTo>
                  <a:pt x="98417" y="54214"/>
                </a:lnTo>
                <a:cubicBezTo>
                  <a:pt x="98139" y="58500"/>
                  <a:pt x="93306" y="62095"/>
                  <a:pt x="83917" y="65000"/>
                </a:cubicBezTo>
                <a:lnTo>
                  <a:pt x="83917" y="65000"/>
                </a:lnTo>
                <a:cubicBezTo>
                  <a:pt x="74694" y="67762"/>
                  <a:pt x="63139" y="69190"/>
                  <a:pt x="49250" y="69286"/>
                </a:cubicBezTo>
                <a:lnTo>
                  <a:pt x="49250" y="69286"/>
                </a:lnTo>
                <a:cubicBezTo>
                  <a:pt x="35306" y="69190"/>
                  <a:pt x="23722" y="67762"/>
                  <a:pt x="14500" y="65000"/>
                </a:cubicBezTo>
                <a:lnTo>
                  <a:pt x="14500" y="65000"/>
                </a:lnTo>
                <a:cubicBezTo>
                  <a:pt x="5111" y="62095"/>
                  <a:pt x="278" y="58500"/>
                  <a:pt x="0" y="54214"/>
                </a:cubicBezTo>
                <a:lnTo>
                  <a:pt x="0" y="54214"/>
                </a:lnTo>
                <a:lnTo>
                  <a:pt x="0" y="35000"/>
                </a:lnTo>
                <a:cubicBezTo>
                  <a:pt x="3389" y="37286"/>
                  <a:pt x="7417" y="39119"/>
                  <a:pt x="12083" y="40500"/>
                </a:cubicBezTo>
                <a:lnTo>
                  <a:pt x="12083" y="40500"/>
                </a:lnTo>
                <a:cubicBezTo>
                  <a:pt x="22361" y="43500"/>
                  <a:pt x="34750" y="45071"/>
                  <a:pt x="49250" y="45214"/>
                </a:cubicBezTo>
                <a:lnTo>
                  <a:pt x="49250" y="45214"/>
                </a:lnTo>
                <a:cubicBezTo>
                  <a:pt x="63750" y="45071"/>
                  <a:pt x="76111" y="43500"/>
                  <a:pt x="86333" y="40500"/>
                </a:cubicBezTo>
                <a:lnTo>
                  <a:pt x="86333" y="40500"/>
                </a:lnTo>
                <a:moveTo>
                  <a:pt x="0" y="65143"/>
                </a:moveTo>
                <a:lnTo>
                  <a:pt x="0" y="65143"/>
                </a:lnTo>
                <a:cubicBezTo>
                  <a:pt x="3389" y="67429"/>
                  <a:pt x="7417" y="69262"/>
                  <a:pt x="12083" y="70643"/>
                </a:cubicBezTo>
                <a:lnTo>
                  <a:pt x="12083" y="70643"/>
                </a:lnTo>
                <a:cubicBezTo>
                  <a:pt x="22361" y="73643"/>
                  <a:pt x="34750" y="75214"/>
                  <a:pt x="49250" y="75357"/>
                </a:cubicBezTo>
                <a:lnTo>
                  <a:pt x="49250" y="75357"/>
                </a:lnTo>
                <a:cubicBezTo>
                  <a:pt x="63750" y="75214"/>
                  <a:pt x="76111" y="73643"/>
                  <a:pt x="86333" y="70643"/>
                </a:cubicBezTo>
                <a:lnTo>
                  <a:pt x="86333" y="70643"/>
                </a:lnTo>
                <a:cubicBezTo>
                  <a:pt x="91056" y="69262"/>
                  <a:pt x="95083" y="67429"/>
                  <a:pt x="98417" y="65143"/>
                </a:cubicBezTo>
                <a:lnTo>
                  <a:pt x="98417" y="65143"/>
                </a:lnTo>
                <a:lnTo>
                  <a:pt x="98417" y="81357"/>
                </a:lnTo>
                <a:cubicBezTo>
                  <a:pt x="98139" y="85643"/>
                  <a:pt x="93306" y="89214"/>
                  <a:pt x="83917" y="92071"/>
                </a:cubicBezTo>
                <a:lnTo>
                  <a:pt x="83917" y="92071"/>
                </a:lnTo>
                <a:cubicBezTo>
                  <a:pt x="74694" y="94833"/>
                  <a:pt x="63139" y="96286"/>
                  <a:pt x="49250" y="96429"/>
                </a:cubicBezTo>
                <a:lnTo>
                  <a:pt x="49250" y="96429"/>
                </a:lnTo>
                <a:cubicBezTo>
                  <a:pt x="35306" y="96286"/>
                  <a:pt x="23722" y="94833"/>
                  <a:pt x="14500" y="92071"/>
                </a:cubicBezTo>
                <a:lnTo>
                  <a:pt x="14500" y="92071"/>
                </a:lnTo>
                <a:cubicBezTo>
                  <a:pt x="5111" y="89214"/>
                  <a:pt x="278" y="85643"/>
                  <a:pt x="0" y="81357"/>
                </a:cubicBezTo>
                <a:lnTo>
                  <a:pt x="0" y="81357"/>
                </a:lnTo>
                <a:lnTo>
                  <a:pt x="0" y="65143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6237-5"/>
          <p:cNvSpPr/>
          <p:nvPr/>
        </p:nvSpPr>
        <p:spPr>
          <a:xfrm>
            <a:off x="7986713" y="149304"/>
            <a:ext cx="757238" cy="20859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l-1792653966599-81"/>
          <p:cNvSpPr/>
          <p:nvPr/>
        </p:nvSpPr>
        <p:spPr>
          <a:xfrm>
            <a:off x="8096989" y="208176"/>
            <a:ext cx="93772" cy="994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9200" y="0"/>
                </a:moveTo>
                <a:lnTo>
                  <a:pt x="49200" y="0"/>
                </a:lnTo>
                <a:cubicBezTo>
                  <a:pt x="50200" y="0"/>
                  <a:pt x="51100" y="200"/>
                  <a:pt x="51900" y="600"/>
                </a:cubicBezTo>
                <a:lnTo>
                  <a:pt x="51900" y="600"/>
                </a:lnTo>
                <a:lnTo>
                  <a:pt x="90600" y="17000"/>
                </a:lnTo>
                <a:cubicBezTo>
                  <a:pt x="92933" y="18000"/>
                  <a:pt x="94800" y="19500"/>
                  <a:pt x="96200" y="21500"/>
                </a:cubicBezTo>
                <a:lnTo>
                  <a:pt x="96200" y="21500"/>
                </a:lnTo>
                <a:cubicBezTo>
                  <a:pt x="97667" y="23567"/>
                  <a:pt x="98400" y="25967"/>
                  <a:pt x="98400" y="28700"/>
                </a:cubicBezTo>
                <a:lnTo>
                  <a:pt x="98400" y="28700"/>
                </a:lnTo>
                <a:cubicBezTo>
                  <a:pt x="98533" y="35700"/>
                  <a:pt x="97400" y="43900"/>
                  <a:pt x="95000" y="53300"/>
                </a:cubicBezTo>
                <a:lnTo>
                  <a:pt x="95000" y="53300"/>
                </a:lnTo>
                <a:cubicBezTo>
                  <a:pt x="92533" y="62767"/>
                  <a:pt x="88067" y="71933"/>
                  <a:pt x="81600" y="80800"/>
                </a:cubicBezTo>
                <a:lnTo>
                  <a:pt x="81600" y="80800"/>
                </a:lnTo>
                <a:cubicBezTo>
                  <a:pt x="75333" y="89800"/>
                  <a:pt x="66333" y="97267"/>
                  <a:pt x="54600" y="103200"/>
                </a:cubicBezTo>
                <a:lnTo>
                  <a:pt x="54600" y="103200"/>
                </a:lnTo>
                <a:cubicBezTo>
                  <a:pt x="51000" y="104800"/>
                  <a:pt x="47433" y="104800"/>
                  <a:pt x="43900" y="103200"/>
                </a:cubicBezTo>
                <a:lnTo>
                  <a:pt x="43900" y="103200"/>
                </a:lnTo>
                <a:cubicBezTo>
                  <a:pt x="32167" y="97267"/>
                  <a:pt x="23133" y="89800"/>
                  <a:pt x="16800" y="80800"/>
                </a:cubicBezTo>
                <a:lnTo>
                  <a:pt x="16800" y="80800"/>
                </a:lnTo>
                <a:cubicBezTo>
                  <a:pt x="10400" y="71933"/>
                  <a:pt x="5967" y="62767"/>
                  <a:pt x="3500" y="53300"/>
                </a:cubicBezTo>
                <a:lnTo>
                  <a:pt x="3500" y="53300"/>
                </a:lnTo>
                <a:cubicBezTo>
                  <a:pt x="1033" y="43900"/>
                  <a:pt x="-133" y="35700"/>
                  <a:pt x="0" y="28700"/>
                </a:cubicBezTo>
                <a:lnTo>
                  <a:pt x="0" y="28700"/>
                </a:lnTo>
                <a:cubicBezTo>
                  <a:pt x="0" y="25967"/>
                  <a:pt x="767" y="23567"/>
                  <a:pt x="2300" y="21500"/>
                </a:cubicBezTo>
                <a:lnTo>
                  <a:pt x="2300" y="21500"/>
                </a:lnTo>
                <a:cubicBezTo>
                  <a:pt x="3633" y="19500"/>
                  <a:pt x="5467" y="18000"/>
                  <a:pt x="7800" y="17000"/>
                </a:cubicBezTo>
                <a:lnTo>
                  <a:pt x="7800" y="17000"/>
                </a:lnTo>
                <a:lnTo>
                  <a:pt x="46600" y="600"/>
                </a:lnTo>
                <a:cubicBezTo>
                  <a:pt x="47400" y="200"/>
                  <a:pt x="48267" y="0"/>
                  <a:pt x="49200" y="0"/>
                </a:cubicBezTo>
                <a:lnTo>
                  <a:pt x="49200" y="0"/>
                </a:lnTo>
                <a:moveTo>
                  <a:pt x="49200" y="13700"/>
                </a:moveTo>
                <a:lnTo>
                  <a:pt x="49200" y="13700"/>
                </a:lnTo>
                <a:lnTo>
                  <a:pt x="49200" y="91300"/>
                </a:lnTo>
                <a:cubicBezTo>
                  <a:pt x="58533" y="86500"/>
                  <a:pt x="65867" y="80400"/>
                  <a:pt x="71200" y="73000"/>
                </a:cubicBezTo>
                <a:lnTo>
                  <a:pt x="71200" y="73000"/>
                </a:lnTo>
                <a:cubicBezTo>
                  <a:pt x="76400" y="65600"/>
                  <a:pt x="80067" y="58000"/>
                  <a:pt x="82200" y="50200"/>
                </a:cubicBezTo>
                <a:lnTo>
                  <a:pt x="82200" y="50200"/>
                </a:lnTo>
                <a:cubicBezTo>
                  <a:pt x="84267" y="42267"/>
                  <a:pt x="85300" y="35167"/>
                  <a:pt x="85300" y="28900"/>
                </a:cubicBezTo>
                <a:lnTo>
                  <a:pt x="85300" y="28900"/>
                </a:lnTo>
                <a:lnTo>
                  <a:pt x="49200" y="13700"/>
                </a:lnTo>
                <a:lnTo>
                  <a:pt x="49200" y="1370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92653966263-16"/>
          <p:cNvSpPr/>
          <p:nvPr/>
        </p:nvSpPr>
        <p:spPr>
          <a:xfrm>
            <a:off x="400050" y="1543050"/>
            <a:ext cx="1103174" cy="677228"/>
          </a:xfrm>
          <a:prstGeom prst="roundRect">
            <a:avLst>
              <a:gd name="adj" fmla="val 14065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-1792653966273-27"/>
          <p:cNvSpPr/>
          <p:nvPr/>
        </p:nvSpPr>
        <p:spPr>
          <a:xfrm>
            <a:off x="400050" y="2148840"/>
            <a:ext cx="1103174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31" y="9802"/>
                </a:lnTo>
                <a:lnTo>
                  <a:pt x="124" y="19509"/>
                </a:lnTo>
                <a:lnTo>
                  <a:pt x="279" y="29028"/>
                </a:lnTo>
                <a:lnTo>
                  <a:pt x="493" y="38268"/>
                </a:lnTo>
                <a:lnTo>
                  <a:pt x="765" y="47140"/>
                </a:lnTo>
                <a:lnTo>
                  <a:pt x="1091" y="55557"/>
                </a:lnTo>
                <a:lnTo>
                  <a:pt x="1470" y="63439"/>
                </a:lnTo>
                <a:lnTo>
                  <a:pt x="1897" y="70711"/>
                </a:lnTo>
                <a:lnTo>
                  <a:pt x="2368" y="77301"/>
                </a:lnTo>
                <a:lnTo>
                  <a:pt x="2878" y="83147"/>
                </a:lnTo>
                <a:lnTo>
                  <a:pt x="3423" y="88192"/>
                </a:lnTo>
                <a:lnTo>
                  <a:pt x="3998" y="92388"/>
                </a:lnTo>
                <a:lnTo>
                  <a:pt x="4596" y="95694"/>
                </a:lnTo>
                <a:lnTo>
                  <a:pt x="5212" y="98079"/>
                </a:lnTo>
                <a:lnTo>
                  <a:pt x="5841" y="99518"/>
                </a:lnTo>
                <a:lnTo>
                  <a:pt x="6476" y="100000"/>
                </a:lnTo>
                <a:lnTo>
                  <a:pt x="93524" y="100000"/>
                </a:lnTo>
                <a:lnTo>
                  <a:pt x="94159" y="99518"/>
                </a:lnTo>
                <a:lnTo>
                  <a:pt x="94788" y="98079"/>
                </a:lnTo>
                <a:lnTo>
                  <a:pt x="95404" y="95694"/>
                </a:lnTo>
                <a:lnTo>
                  <a:pt x="96002" y="92388"/>
                </a:lnTo>
                <a:lnTo>
                  <a:pt x="96577" y="88192"/>
                </a:lnTo>
                <a:lnTo>
                  <a:pt x="97122" y="83147"/>
                </a:lnTo>
                <a:lnTo>
                  <a:pt x="97632" y="77301"/>
                </a:lnTo>
                <a:lnTo>
                  <a:pt x="98103" y="70711"/>
                </a:lnTo>
                <a:lnTo>
                  <a:pt x="98530" y="63439"/>
                </a:lnTo>
                <a:lnTo>
                  <a:pt x="98909" y="55557"/>
                </a:lnTo>
                <a:lnTo>
                  <a:pt x="99235" y="47140"/>
                </a:lnTo>
                <a:lnTo>
                  <a:pt x="99507" y="38268"/>
                </a:lnTo>
                <a:lnTo>
                  <a:pt x="99721" y="29028"/>
                </a:lnTo>
                <a:lnTo>
                  <a:pt x="99876" y="19509"/>
                </a:lnTo>
                <a:lnTo>
                  <a:pt x="99969" y="9802"/>
                </a:lnTo>
                <a:lnTo>
                  <a:pt x="100000" y="0"/>
                </a:lnTo>
                <a:lnTo>
                  <a:pt x="100000" y="0"/>
                </a:lnTo>
                <a:lnTo>
                  <a:pt x="99969" y="6861"/>
                </a:lnTo>
                <a:lnTo>
                  <a:pt x="99876" y="13656"/>
                </a:lnTo>
                <a:lnTo>
                  <a:pt x="99721" y="20320"/>
                </a:lnTo>
                <a:lnTo>
                  <a:pt x="99507" y="26788"/>
                </a:lnTo>
                <a:lnTo>
                  <a:pt x="99235" y="32998"/>
                </a:lnTo>
                <a:lnTo>
                  <a:pt x="98909" y="38890"/>
                </a:lnTo>
                <a:lnTo>
                  <a:pt x="98530" y="44408"/>
                </a:lnTo>
                <a:lnTo>
                  <a:pt x="98103" y="49497"/>
                </a:lnTo>
                <a:lnTo>
                  <a:pt x="97632" y="54111"/>
                </a:lnTo>
                <a:lnTo>
                  <a:pt x="97122" y="58203"/>
                </a:lnTo>
                <a:lnTo>
                  <a:pt x="96577" y="61734"/>
                </a:lnTo>
                <a:lnTo>
                  <a:pt x="96002" y="64672"/>
                </a:lnTo>
                <a:lnTo>
                  <a:pt x="95404" y="66986"/>
                </a:lnTo>
                <a:lnTo>
                  <a:pt x="94788" y="68655"/>
                </a:lnTo>
                <a:lnTo>
                  <a:pt x="94159" y="69663"/>
                </a:lnTo>
                <a:lnTo>
                  <a:pt x="93524" y="70000"/>
                </a:lnTo>
                <a:lnTo>
                  <a:pt x="6476" y="70000"/>
                </a:lnTo>
                <a:lnTo>
                  <a:pt x="5841" y="69663"/>
                </a:lnTo>
                <a:lnTo>
                  <a:pt x="5212" y="68655"/>
                </a:lnTo>
                <a:lnTo>
                  <a:pt x="4596" y="66986"/>
                </a:lnTo>
                <a:lnTo>
                  <a:pt x="3998" y="64672"/>
                </a:lnTo>
                <a:lnTo>
                  <a:pt x="3423" y="61734"/>
                </a:lnTo>
                <a:lnTo>
                  <a:pt x="2878" y="58203"/>
                </a:lnTo>
                <a:lnTo>
                  <a:pt x="2368" y="54111"/>
                </a:lnTo>
                <a:lnTo>
                  <a:pt x="1897" y="49497"/>
                </a:lnTo>
                <a:lnTo>
                  <a:pt x="1470" y="44408"/>
                </a:lnTo>
                <a:lnTo>
                  <a:pt x="1091" y="38890"/>
                </a:lnTo>
                <a:lnTo>
                  <a:pt x="765" y="32998"/>
                </a:lnTo>
                <a:lnTo>
                  <a:pt x="493" y="26788"/>
                </a:lnTo>
                <a:lnTo>
                  <a:pt x="279" y="20320"/>
                </a:lnTo>
                <a:lnTo>
                  <a:pt x="124" y="13656"/>
                </a:lnTo>
                <a:lnTo>
                  <a:pt x="31" y="686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2653966264-17"/>
          <p:cNvSpPr/>
          <p:nvPr/>
        </p:nvSpPr>
        <p:spPr>
          <a:xfrm>
            <a:off x="1588949" y="1543050"/>
            <a:ext cx="1103174" cy="677228"/>
          </a:xfrm>
          <a:prstGeom prst="roundRect">
            <a:avLst>
              <a:gd name="adj" fmla="val 14065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l-1792653966274-28"/>
          <p:cNvSpPr/>
          <p:nvPr/>
        </p:nvSpPr>
        <p:spPr>
          <a:xfrm>
            <a:off x="1588949" y="2148840"/>
            <a:ext cx="1103174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31" y="9802"/>
                </a:lnTo>
                <a:lnTo>
                  <a:pt x="124" y="19509"/>
                </a:lnTo>
                <a:lnTo>
                  <a:pt x="279" y="29028"/>
                </a:lnTo>
                <a:lnTo>
                  <a:pt x="493" y="38268"/>
                </a:lnTo>
                <a:lnTo>
                  <a:pt x="765" y="47140"/>
                </a:lnTo>
                <a:lnTo>
                  <a:pt x="1091" y="55557"/>
                </a:lnTo>
                <a:lnTo>
                  <a:pt x="1470" y="63439"/>
                </a:lnTo>
                <a:lnTo>
                  <a:pt x="1897" y="70711"/>
                </a:lnTo>
                <a:lnTo>
                  <a:pt x="2368" y="77301"/>
                </a:lnTo>
                <a:lnTo>
                  <a:pt x="2878" y="83147"/>
                </a:lnTo>
                <a:lnTo>
                  <a:pt x="3423" y="88192"/>
                </a:lnTo>
                <a:lnTo>
                  <a:pt x="3998" y="92388"/>
                </a:lnTo>
                <a:lnTo>
                  <a:pt x="4596" y="95694"/>
                </a:lnTo>
                <a:lnTo>
                  <a:pt x="5212" y="98079"/>
                </a:lnTo>
                <a:lnTo>
                  <a:pt x="5841" y="99518"/>
                </a:lnTo>
                <a:lnTo>
                  <a:pt x="6476" y="100000"/>
                </a:lnTo>
                <a:lnTo>
                  <a:pt x="93524" y="100000"/>
                </a:lnTo>
                <a:lnTo>
                  <a:pt x="94159" y="99518"/>
                </a:lnTo>
                <a:lnTo>
                  <a:pt x="94788" y="98079"/>
                </a:lnTo>
                <a:lnTo>
                  <a:pt x="95404" y="95694"/>
                </a:lnTo>
                <a:lnTo>
                  <a:pt x="96002" y="92388"/>
                </a:lnTo>
                <a:lnTo>
                  <a:pt x="96577" y="88192"/>
                </a:lnTo>
                <a:lnTo>
                  <a:pt x="97122" y="83147"/>
                </a:lnTo>
                <a:lnTo>
                  <a:pt x="97632" y="77301"/>
                </a:lnTo>
                <a:lnTo>
                  <a:pt x="98103" y="70711"/>
                </a:lnTo>
                <a:lnTo>
                  <a:pt x="98530" y="63439"/>
                </a:lnTo>
                <a:lnTo>
                  <a:pt x="98909" y="55557"/>
                </a:lnTo>
                <a:lnTo>
                  <a:pt x="99235" y="47140"/>
                </a:lnTo>
                <a:lnTo>
                  <a:pt x="99507" y="38268"/>
                </a:lnTo>
                <a:lnTo>
                  <a:pt x="99721" y="29028"/>
                </a:lnTo>
                <a:lnTo>
                  <a:pt x="99876" y="19509"/>
                </a:lnTo>
                <a:lnTo>
                  <a:pt x="99969" y="9802"/>
                </a:lnTo>
                <a:lnTo>
                  <a:pt x="100000" y="0"/>
                </a:lnTo>
                <a:lnTo>
                  <a:pt x="100000" y="0"/>
                </a:lnTo>
                <a:lnTo>
                  <a:pt x="99969" y="6861"/>
                </a:lnTo>
                <a:lnTo>
                  <a:pt x="99876" y="13656"/>
                </a:lnTo>
                <a:lnTo>
                  <a:pt x="99721" y="20320"/>
                </a:lnTo>
                <a:lnTo>
                  <a:pt x="99507" y="26788"/>
                </a:lnTo>
                <a:lnTo>
                  <a:pt x="99235" y="32998"/>
                </a:lnTo>
                <a:lnTo>
                  <a:pt x="98909" y="38890"/>
                </a:lnTo>
                <a:lnTo>
                  <a:pt x="98530" y="44408"/>
                </a:lnTo>
                <a:lnTo>
                  <a:pt x="98103" y="49497"/>
                </a:lnTo>
                <a:lnTo>
                  <a:pt x="97632" y="54111"/>
                </a:lnTo>
                <a:lnTo>
                  <a:pt x="97122" y="58203"/>
                </a:lnTo>
                <a:lnTo>
                  <a:pt x="96577" y="61734"/>
                </a:lnTo>
                <a:lnTo>
                  <a:pt x="96002" y="64672"/>
                </a:lnTo>
                <a:lnTo>
                  <a:pt x="95404" y="66986"/>
                </a:lnTo>
                <a:lnTo>
                  <a:pt x="94788" y="68655"/>
                </a:lnTo>
                <a:lnTo>
                  <a:pt x="94159" y="69663"/>
                </a:lnTo>
                <a:lnTo>
                  <a:pt x="93524" y="70000"/>
                </a:lnTo>
                <a:lnTo>
                  <a:pt x="6476" y="70000"/>
                </a:lnTo>
                <a:lnTo>
                  <a:pt x="5841" y="69663"/>
                </a:lnTo>
                <a:lnTo>
                  <a:pt x="5212" y="68655"/>
                </a:lnTo>
                <a:lnTo>
                  <a:pt x="4596" y="66986"/>
                </a:lnTo>
                <a:lnTo>
                  <a:pt x="3998" y="64672"/>
                </a:lnTo>
                <a:lnTo>
                  <a:pt x="3423" y="61734"/>
                </a:lnTo>
                <a:lnTo>
                  <a:pt x="2878" y="58203"/>
                </a:lnTo>
                <a:lnTo>
                  <a:pt x="2368" y="54111"/>
                </a:lnTo>
                <a:lnTo>
                  <a:pt x="1897" y="49497"/>
                </a:lnTo>
                <a:lnTo>
                  <a:pt x="1470" y="44408"/>
                </a:lnTo>
                <a:lnTo>
                  <a:pt x="1091" y="38890"/>
                </a:lnTo>
                <a:lnTo>
                  <a:pt x="765" y="32998"/>
                </a:lnTo>
                <a:lnTo>
                  <a:pt x="493" y="26788"/>
                </a:lnTo>
                <a:lnTo>
                  <a:pt x="279" y="20320"/>
                </a:lnTo>
                <a:lnTo>
                  <a:pt x="124" y="13656"/>
                </a:lnTo>
                <a:lnTo>
                  <a:pt x="31" y="686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6265-18"/>
          <p:cNvSpPr/>
          <p:nvPr/>
        </p:nvSpPr>
        <p:spPr>
          <a:xfrm>
            <a:off x="2777847" y="1543050"/>
            <a:ext cx="1323915" cy="677228"/>
          </a:xfrm>
          <a:prstGeom prst="roundRect">
            <a:avLst>
              <a:gd name="adj" fmla="val 14065"/>
            </a:avLst>
          </a:prstGeom>
          <a:solidFill>
            <a:srgbClr val="FFF8F4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l-1792653966274-29"/>
          <p:cNvSpPr/>
          <p:nvPr/>
        </p:nvSpPr>
        <p:spPr>
          <a:xfrm>
            <a:off x="2777847" y="2148840"/>
            <a:ext cx="1323915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26" y="9802"/>
                </a:lnTo>
                <a:lnTo>
                  <a:pt x="104" y="19509"/>
                </a:lnTo>
                <a:lnTo>
                  <a:pt x="232" y="29028"/>
                </a:lnTo>
                <a:lnTo>
                  <a:pt x="411" y="38268"/>
                </a:lnTo>
                <a:lnTo>
                  <a:pt x="637" y="47140"/>
                </a:lnTo>
                <a:lnTo>
                  <a:pt x="909" y="55557"/>
                </a:lnTo>
                <a:lnTo>
                  <a:pt x="1225" y="63439"/>
                </a:lnTo>
                <a:lnTo>
                  <a:pt x="1580" y="70711"/>
                </a:lnTo>
                <a:lnTo>
                  <a:pt x="1973" y="77301"/>
                </a:lnTo>
                <a:lnTo>
                  <a:pt x="2398" y="83147"/>
                </a:lnTo>
                <a:lnTo>
                  <a:pt x="2852" y="88192"/>
                </a:lnTo>
                <a:lnTo>
                  <a:pt x="3331" y="92388"/>
                </a:lnTo>
                <a:lnTo>
                  <a:pt x="3830" y="95694"/>
                </a:lnTo>
                <a:lnTo>
                  <a:pt x="4343" y="98079"/>
                </a:lnTo>
                <a:lnTo>
                  <a:pt x="4867" y="99518"/>
                </a:lnTo>
                <a:lnTo>
                  <a:pt x="5396" y="100000"/>
                </a:lnTo>
                <a:lnTo>
                  <a:pt x="94604" y="100000"/>
                </a:lnTo>
                <a:lnTo>
                  <a:pt x="95133" y="99518"/>
                </a:lnTo>
                <a:lnTo>
                  <a:pt x="95657" y="98079"/>
                </a:lnTo>
                <a:lnTo>
                  <a:pt x="96170" y="95694"/>
                </a:lnTo>
                <a:lnTo>
                  <a:pt x="96669" y="92388"/>
                </a:lnTo>
                <a:lnTo>
                  <a:pt x="97148" y="88192"/>
                </a:lnTo>
                <a:lnTo>
                  <a:pt x="97602" y="83147"/>
                </a:lnTo>
                <a:lnTo>
                  <a:pt x="98027" y="77301"/>
                </a:lnTo>
                <a:lnTo>
                  <a:pt x="98420" y="70711"/>
                </a:lnTo>
                <a:lnTo>
                  <a:pt x="98775" y="63439"/>
                </a:lnTo>
                <a:lnTo>
                  <a:pt x="99091" y="55557"/>
                </a:lnTo>
                <a:lnTo>
                  <a:pt x="99363" y="47140"/>
                </a:lnTo>
                <a:lnTo>
                  <a:pt x="99589" y="38268"/>
                </a:lnTo>
                <a:lnTo>
                  <a:pt x="99768" y="29028"/>
                </a:lnTo>
                <a:lnTo>
                  <a:pt x="99896" y="19509"/>
                </a:lnTo>
                <a:lnTo>
                  <a:pt x="99974" y="9802"/>
                </a:lnTo>
                <a:lnTo>
                  <a:pt x="100000" y="0"/>
                </a:lnTo>
                <a:lnTo>
                  <a:pt x="100000" y="0"/>
                </a:lnTo>
                <a:lnTo>
                  <a:pt x="99974" y="6861"/>
                </a:lnTo>
                <a:lnTo>
                  <a:pt x="99896" y="13656"/>
                </a:lnTo>
                <a:lnTo>
                  <a:pt x="99768" y="20320"/>
                </a:lnTo>
                <a:lnTo>
                  <a:pt x="99589" y="26788"/>
                </a:lnTo>
                <a:lnTo>
                  <a:pt x="99363" y="32998"/>
                </a:lnTo>
                <a:lnTo>
                  <a:pt x="99091" y="38890"/>
                </a:lnTo>
                <a:lnTo>
                  <a:pt x="98775" y="44408"/>
                </a:lnTo>
                <a:lnTo>
                  <a:pt x="98420" y="49497"/>
                </a:lnTo>
                <a:lnTo>
                  <a:pt x="98027" y="54111"/>
                </a:lnTo>
                <a:lnTo>
                  <a:pt x="97602" y="58203"/>
                </a:lnTo>
                <a:lnTo>
                  <a:pt x="97148" y="61734"/>
                </a:lnTo>
                <a:lnTo>
                  <a:pt x="96669" y="64672"/>
                </a:lnTo>
                <a:lnTo>
                  <a:pt x="96170" y="66986"/>
                </a:lnTo>
                <a:lnTo>
                  <a:pt x="95657" y="68655"/>
                </a:lnTo>
                <a:lnTo>
                  <a:pt x="95133" y="69663"/>
                </a:lnTo>
                <a:lnTo>
                  <a:pt x="94604" y="70000"/>
                </a:lnTo>
                <a:lnTo>
                  <a:pt x="5396" y="70000"/>
                </a:lnTo>
                <a:lnTo>
                  <a:pt x="4867" y="69663"/>
                </a:lnTo>
                <a:lnTo>
                  <a:pt x="4343" y="68655"/>
                </a:lnTo>
                <a:lnTo>
                  <a:pt x="3830" y="66986"/>
                </a:lnTo>
                <a:lnTo>
                  <a:pt x="3331" y="64672"/>
                </a:lnTo>
                <a:lnTo>
                  <a:pt x="2852" y="61734"/>
                </a:lnTo>
                <a:lnTo>
                  <a:pt x="2398" y="58203"/>
                </a:lnTo>
                <a:lnTo>
                  <a:pt x="1973" y="54111"/>
                </a:lnTo>
                <a:lnTo>
                  <a:pt x="1580" y="49497"/>
                </a:lnTo>
                <a:lnTo>
                  <a:pt x="1225" y="44408"/>
                </a:lnTo>
                <a:lnTo>
                  <a:pt x="909" y="38890"/>
                </a:lnTo>
                <a:lnTo>
                  <a:pt x="637" y="32998"/>
                </a:lnTo>
                <a:lnTo>
                  <a:pt x="411" y="26788"/>
                </a:lnTo>
                <a:lnTo>
                  <a:pt x="232" y="20320"/>
                </a:lnTo>
                <a:lnTo>
                  <a:pt x="104" y="13656"/>
                </a:lnTo>
                <a:lnTo>
                  <a:pt x="26" y="686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92653966266-19"/>
          <p:cNvSpPr/>
          <p:nvPr/>
        </p:nvSpPr>
        <p:spPr>
          <a:xfrm>
            <a:off x="400050" y="2363153"/>
            <a:ext cx="1815138" cy="305752"/>
          </a:xfrm>
          <a:prstGeom prst="roundRect">
            <a:avLst>
              <a:gd name="adj" fmla="val 24922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l-1792653966602-85"/>
          <p:cNvSpPr/>
          <p:nvPr/>
        </p:nvSpPr>
        <p:spPr>
          <a:xfrm>
            <a:off x="525512" y="2478078"/>
            <a:ext cx="106263" cy="75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64" y="2750"/>
                </a:moveTo>
                <a:lnTo>
                  <a:pt x="99364" y="2750"/>
                </a:lnTo>
                <a:cubicBezTo>
                  <a:pt x="100758" y="4833"/>
                  <a:pt x="101455" y="7250"/>
                  <a:pt x="101455" y="10000"/>
                </a:cubicBezTo>
                <a:lnTo>
                  <a:pt x="101455" y="10000"/>
                </a:lnTo>
                <a:lnTo>
                  <a:pt x="101455" y="10000"/>
                </a:lnTo>
                <a:cubicBezTo>
                  <a:pt x="101455" y="12667"/>
                  <a:pt x="100758" y="15042"/>
                  <a:pt x="99364" y="17125"/>
                </a:cubicBezTo>
                <a:lnTo>
                  <a:pt x="99364" y="17125"/>
                </a:lnTo>
                <a:lnTo>
                  <a:pt x="41455" y="96750"/>
                </a:lnTo>
                <a:cubicBezTo>
                  <a:pt x="39939" y="98667"/>
                  <a:pt x="38182" y="99625"/>
                  <a:pt x="36182" y="99625"/>
                </a:cubicBezTo>
                <a:lnTo>
                  <a:pt x="36182" y="99625"/>
                </a:lnTo>
                <a:cubicBezTo>
                  <a:pt x="34242" y="99625"/>
                  <a:pt x="32515" y="98667"/>
                  <a:pt x="31000" y="96750"/>
                </a:cubicBezTo>
                <a:lnTo>
                  <a:pt x="31000" y="96750"/>
                </a:lnTo>
                <a:lnTo>
                  <a:pt x="2000" y="57000"/>
                </a:lnTo>
                <a:cubicBezTo>
                  <a:pt x="667" y="54917"/>
                  <a:pt x="0" y="52500"/>
                  <a:pt x="0" y="49750"/>
                </a:cubicBezTo>
                <a:lnTo>
                  <a:pt x="0" y="49750"/>
                </a:lnTo>
                <a:cubicBezTo>
                  <a:pt x="0" y="47083"/>
                  <a:pt x="667" y="44708"/>
                  <a:pt x="2000" y="42625"/>
                </a:cubicBezTo>
                <a:lnTo>
                  <a:pt x="2000" y="42625"/>
                </a:lnTo>
                <a:cubicBezTo>
                  <a:pt x="3515" y="40792"/>
                  <a:pt x="5273" y="39875"/>
                  <a:pt x="7273" y="39875"/>
                </a:cubicBezTo>
                <a:lnTo>
                  <a:pt x="7273" y="39875"/>
                </a:lnTo>
                <a:cubicBezTo>
                  <a:pt x="9212" y="39875"/>
                  <a:pt x="10939" y="40792"/>
                  <a:pt x="12455" y="42625"/>
                </a:cubicBezTo>
                <a:lnTo>
                  <a:pt x="12455" y="42625"/>
                </a:lnTo>
                <a:lnTo>
                  <a:pt x="36182" y="75625"/>
                </a:lnTo>
                <a:lnTo>
                  <a:pt x="89000" y="2750"/>
                </a:lnTo>
                <a:cubicBezTo>
                  <a:pt x="90515" y="917"/>
                  <a:pt x="92242" y="0"/>
                  <a:pt x="94182" y="0"/>
                </a:cubicBezTo>
                <a:lnTo>
                  <a:pt x="94182" y="0"/>
                </a:lnTo>
                <a:cubicBezTo>
                  <a:pt x="96121" y="0"/>
                  <a:pt x="97848" y="917"/>
                  <a:pt x="99364" y="2750"/>
                </a:cubicBezTo>
                <a:lnTo>
                  <a:pt x="99364" y="27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2653966266-20"/>
          <p:cNvSpPr/>
          <p:nvPr/>
        </p:nvSpPr>
        <p:spPr>
          <a:xfrm>
            <a:off x="2286625" y="2363153"/>
            <a:ext cx="1815138" cy="305752"/>
          </a:xfrm>
          <a:prstGeom prst="roundRect">
            <a:avLst>
              <a:gd name="adj" fmla="val 24922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el-1792653966603-86"/>
          <p:cNvSpPr/>
          <p:nvPr/>
        </p:nvSpPr>
        <p:spPr>
          <a:xfrm>
            <a:off x="2412087" y="2478078"/>
            <a:ext cx="106263" cy="75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64" y="2750"/>
                </a:moveTo>
                <a:lnTo>
                  <a:pt x="99364" y="2750"/>
                </a:lnTo>
                <a:cubicBezTo>
                  <a:pt x="100758" y="4833"/>
                  <a:pt x="101455" y="7250"/>
                  <a:pt x="101455" y="10000"/>
                </a:cubicBezTo>
                <a:lnTo>
                  <a:pt x="101455" y="10000"/>
                </a:lnTo>
                <a:lnTo>
                  <a:pt x="101455" y="10000"/>
                </a:lnTo>
                <a:cubicBezTo>
                  <a:pt x="101455" y="12667"/>
                  <a:pt x="100758" y="15042"/>
                  <a:pt x="99364" y="17125"/>
                </a:cubicBezTo>
                <a:lnTo>
                  <a:pt x="99364" y="17125"/>
                </a:lnTo>
                <a:lnTo>
                  <a:pt x="41455" y="96750"/>
                </a:lnTo>
                <a:cubicBezTo>
                  <a:pt x="39939" y="98667"/>
                  <a:pt x="38182" y="99625"/>
                  <a:pt x="36182" y="99625"/>
                </a:cubicBezTo>
                <a:lnTo>
                  <a:pt x="36182" y="99625"/>
                </a:lnTo>
                <a:cubicBezTo>
                  <a:pt x="34242" y="99625"/>
                  <a:pt x="32515" y="98667"/>
                  <a:pt x="31000" y="96750"/>
                </a:cubicBezTo>
                <a:lnTo>
                  <a:pt x="31000" y="96750"/>
                </a:lnTo>
                <a:lnTo>
                  <a:pt x="2000" y="57000"/>
                </a:lnTo>
                <a:cubicBezTo>
                  <a:pt x="667" y="54917"/>
                  <a:pt x="0" y="52500"/>
                  <a:pt x="0" y="49750"/>
                </a:cubicBezTo>
                <a:lnTo>
                  <a:pt x="0" y="49750"/>
                </a:lnTo>
                <a:cubicBezTo>
                  <a:pt x="0" y="47083"/>
                  <a:pt x="667" y="44708"/>
                  <a:pt x="2000" y="42625"/>
                </a:cubicBezTo>
                <a:lnTo>
                  <a:pt x="2000" y="42625"/>
                </a:lnTo>
                <a:cubicBezTo>
                  <a:pt x="3515" y="40792"/>
                  <a:pt x="5273" y="39875"/>
                  <a:pt x="7273" y="39875"/>
                </a:cubicBezTo>
                <a:lnTo>
                  <a:pt x="7273" y="39875"/>
                </a:lnTo>
                <a:cubicBezTo>
                  <a:pt x="9212" y="39875"/>
                  <a:pt x="10939" y="40792"/>
                  <a:pt x="12455" y="42625"/>
                </a:cubicBezTo>
                <a:lnTo>
                  <a:pt x="12455" y="42625"/>
                </a:lnTo>
                <a:lnTo>
                  <a:pt x="36182" y="75625"/>
                </a:lnTo>
                <a:lnTo>
                  <a:pt x="89000" y="2750"/>
                </a:lnTo>
                <a:cubicBezTo>
                  <a:pt x="90515" y="917"/>
                  <a:pt x="92242" y="0"/>
                  <a:pt x="94182" y="0"/>
                </a:cubicBezTo>
                <a:lnTo>
                  <a:pt x="94182" y="0"/>
                </a:lnTo>
                <a:cubicBezTo>
                  <a:pt x="96121" y="0"/>
                  <a:pt x="97848" y="917"/>
                  <a:pt x="99364" y="2750"/>
                </a:cubicBezTo>
                <a:lnTo>
                  <a:pt x="99364" y="27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92653966267-21"/>
          <p:cNvSpPr/>
          <p:nvPr/>
        </p:nvSpPr>
        <p:spPr>
          <a:xfrm>
            <a:off x="400050" y="2740343"/>
            <a:ext cx="1815138" cy="305752"/>
          </a:xfrm>
          <a:prstGeom prst="roundRect">
            <a:avLst>
              <a:gd name="adj" fmla="val 24922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el-1792653966604-87"/>
          <p:cNvSpPr/>
          <p:nvPr/>
        </p:nvSpPr>
        <p:spPr>
          <a:xfrm>
            <a:off x="525512" y="2855268"/>
            <a:ext cx="106263" cy="75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64" y="2750"/>
                </a:moveTo>
                <a:lnTo>
                  <a:pt x="99364" y="2750"/>
                </a:lnTo>
                <a:cubicBezTo>
                  <a:pt x="100758" y="4833"/>
                  <a:pt x="101455" y="7250"/>
                  <a:pt x="101455" y="10000"/>
                </a:cubicBezTo>
                <a:lnTo>
                  <a:pt x="101455" y="10000"/>
                </a:lnTo>
                <a:lnTo>
                  <a:pt x="101455" y="10000"/>
                </a:lnTo>
                <a:cubicBezTo>
                  <a:pt x="101455" y="12667"/>
                  <a:pt x="100758" y="15042"/>
                  <a:pt x="99364" y="17125"/>
                </a:cubicBezTo>
                <a:lnTo>
                  <a:pt x="99364" y="17125"/>
                </a:lnTo>
                <a:lnTo>
                  <a:pt x="41455" y="96750"/>
                </a:lnTo>
                <a:cubicBezTo>
                  <a:pt x="39939" y="98667"/>
                  <a:pt x="38182" y="99625"/>
                  <a:pt x="36182" y="99625"/>
                </a:cubicBezTo>
                <a:lnTo>
                  <a:pt x="36182" y="99625"/>
                </a:lnTo>
                <a:cubicBezTo>
                  <a:pt x="34242" y="99625"/>
                  <a:pt x="32515" y="98667"/>
                  <a:pt x="31000" y="96750"/>
                </a:cubicBezTo>
                <a:lnTo>
                  <a:pt x="31000" y="96750"/>
                </a:lnTo>
                <a:lnTo>
                  <a:pt x="2000" y="57000"/>
                </a:lnTo>
                <a:cubicBezTo>
                  <a:pt x="667" y="54917"/>
                  <a:pt x="0" y="52500"/>
                  <a:pt x="0" y="49750"/>
                </a:cubicBezTo>
                <a:lnTo>
                  <a:pt x="0" y="49750"/>
                </a:lnTo>
                <a:cubicBezTo>
                  <a:pt x="0" y="47083"/>
                  <a:pt x="667" y="44708"/>
                  <a:pt x="2000" y="42625"/>
                </a:cubicBezTo>
                <a:lnTo>
                  <a:pt x="2000" y="42625"/>
                </a:lnTo>
                <a:cubicBezTo>
                  <a:pt x="3515" y="40792"/>
                  <a:pt x="5273" y="39875"/>
                  <a:pt x="7273" y="39875"/>
                </a:cubicBezTo>
                <a:lnTo>
                  <a:pt x="7273" y="39875"/>
                </a:lnTo>
                <a:cubicBezTo>
                  <a:pt x="9212" y="39875"/>
                  <a:pt x="10939" y="40792"/>
                  <a:pt x="12455" y="42625"/>
                </a:cubicBezTo>
                <a:lnTo>
                  <a:pt x="12455" y="42625"/>
                </a:lnTo>
                <a:lnTo>
                  <a:pt x="36182" y="75625"/>
                </a:lnTo>
                <a:lnTo>
                  <a:pt x="89000" y="2750"/>
                </a:lnTo>
                <a:cubicBezTo>
                  <a:pt x="90515" y="917"/>
                  <a:pt x="92242" y="0"/>
                  <a:pt x="94182" y="0"/>
                </a:cubicBezTo>
                <a:lnTo>
                  <a:pt x="94182" y="0"/>
                </a:lnTo>
                <a:cubicBezTo>
                  <a:pt x="96121" y="0"/>
                  <a:pt x="97848" y="917"/>
                  <a:pt x="99364" y="2750"/>
                </a:cubicBezTo>
                <a:lnTo>
                  <a:pt x="99364" y="27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2653966268-22"/>
          <p:cNvSpPr/>
          <p:nvPr/>
        </p:nvSpPr>
        <p:spPr>
          <a:xfrm>
            <a:off x="2286625" y="2740343"/>
            <a:ext cx="1815138" cy="305752"/>
          </a:xfrm>
          <a:prstGeom prst="roundRect">
            <a:avLst>
              <a:gd name="adj" fmla="val 24922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el-1792653966604-88"/>
          <p:cNvSpPr/>
          <p:nvPr/>
        </p:nvSpPr>
        <p:spPr>
          <a:xfrm>
            <a:off x="2412087" y="2855268"/>
            <a:ext cx="106263" cy="75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64" y="2750"/>
                </a:moveTo>
                <a:lnTo>
                  <a:pt x="99364" y="2750"/>
                </a:lnTo>
                <a:cubicBezTo>
                  <a:pt x="100758" y="4833"/>
                  <a:pt x="101455" y="7250"/>
                  <a:pt x="101455" y="10000"/>
                </a:cubicBezTo>
                <a:lnTo>
                  <a:pt x="101455" y="10000"/>
                </a:lnTo>
                <a:lnTo>
                  <a:pt x="101455" y="10000"/>
                </a:lnTo>
                <a:cubicBezTo>
                  <a:pt x="101455" y="12667"/>
                  <a:pt x="100758" y="15042"/>
                  <a:pt x="99364" y="17125"/>
                </a:cubicBezTo>
                <a:lnTo>
                  <a:pt x="99364" y="17125"/>
                </a:lnTo>
                <a:lnTo>
                  <a:pt x="41455" y="96750"/>
                </a:lnTo>
                <a:cubicBezTo>
                  <a:pt x="39939" y="98667"/>
                  <a:pt x="38182" y="99625"/>
                  <a:pt x="36182" y="99625"/>
                </a:cubicBezTo>
                <a:lnTo>
                  <a:pt x="36182" y="99625"/>
                </a:lnTo>
                <a:cubicBezTo>
                  <a:pt x="34242" y="99625"/>
                  <a:pt x="32515" y="98667"/>
                  <a:pt x="31000" y="96750"/>
                </a:cubicBezTo>
                <a:lnTo>
                  <a:pt x="31000" y="96750"/>
                </a:lnTo>
                <a:lnTo>
                  <a:pt x="2000" y="57000"/>
                </a:lnTo>
                <a:cubicBezTo>
                  <a:pt x="667" y="54917"/>
                  <a:pt x="0" y="52500"/>
                  <a:pt x="0" y="49750"/>
                </a:cubicBezTo>
                <a:lnTo>
                  <a:pt x="0" y="49750"/>
                </a:lnTo>
                <a:cubicBezTo>
                  <a:pt x="0" y="47083"/>
                  <a:pt x="667" y="44708"/>
                  <a:pt x="2000" y="42625"/>
                </a:cubicBezTo>
                <a:lnTo>
                  <a:pt x="2000" y="42625"/>
                </a:lnTo>
                <a:cubicBezTo>
                  <a:pt x="3515" y="40792"/>
                  <a:pt x="5273" y="39875"/>
                  <a:pt x="7273" y="39875"/>
                </a:cubicBezTo>
                <a:lnTo>
                  <a:pt x="7273" y="39875"/>
                </a:lnTo>
                <a:cubicBezTo>
                  <a:pt x="9212" y="39875"/>
                  <a:pt x="10939" y="40792"/>
                  <a:pt x="12455" y="42625"/>
                </a:cubicBezTo>
                <a:lnTo>
                  <a:pt x="12455" y="42625"/>
                </a:lnTo>
                <a:lnTo>
                  <a:pt x="36182" y="75625"/>
                </a:lnTo>
                <a:lnTo>
                  <a:pt x="89000" y="2750"/>
                </a:lnTo>
                <a:cubicBezTo>
                  <a:pt x="90515" y="917"/>
                  <a:pt x="92242" y="0"/>
                  <a:pt x="94182" y="0"/>
                </a:cubicBezTo>
                <a:lnTo>
                  <a:pt x="94182" y="0"/>
                </a:lnTo>
                <a:cubicBezTo>
                  <a:pt x="96121" y="0"/>
                  <a:pt x="97848" y="917"/>
                  <a:pt x="99364" y="2750"/>
                </a:cubicBezTo>
                <a:lnTo>
                  <a:pt x="99364" y="27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92653966270-23"/>
          <p:cNvSpPr/>
          <p:nvPr/>
        </p:nvSpPr>
        <p:spPr>
          <a:xfrm>
            <a:off x="400050" y="3117532"/>
            <a:ext cx="1815138" cy="305752"/>
          </a:xfrm>
          <a:prstGeom prst="roundRect">
            <a:avLst>
              <a:gd name="adj" fmla="val 24922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el-1792653966605-89"/>
          <p:cNvSpPr/>
          <p:nvPr/>
        </p:nvSpPr>
        <p:spPr>
          <a:xfrm>
            <a:off x="525512" y="3232458"/>
            <a:ext cx="106263" cy="75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64" y="2750"/>
                </a:moveTo>
                <a:lnTo>
                  <a:pt x="99364" y="2750"/>
                </a:lnTo>
                <a:cubicBezTo>
                  <a:pt x="100758" y="4833"/>
                  <a:pt x="101455" y="7250"/>
                  <a:pt x="101455" y="10000"/>
                </a:cubicBezTo>
                <a:lnTo>
                  <a:pt x="101455" y="10000"/>
                </a:lnTo>
                <a:lnTo>
                  <a:pt x="101455" y="10000"/>
                </a:lnTo>
                <a:cubicBezTo>
                  <a:pt x="101455" y="12667"/>
                  <a:pt x="100758" y="15042"/>
                  <a:pt x="99364" y="17125"/>
                </a:cubicBezTo>
                <a:lnTo>
                  <a:pt x="99364" y="17125"/>
                </a:lnTo>
                <a:lnTo>
                  <a:pt x="41455" y="96750"/>
                </a:lnTo>
                <a:cubicBezTo>
                  <a:pt x="39939" y="98667"/>
                  <a:pt x="38182" y="99625"/>
                  <a:pt x="36182" y="99625"/>
                </a:cubicBezTo>
                <a:lnTo>
                  <a:pt x="36182" y="99625"/>
                </a:lnTo>
                <a:cubicBezTo>
                  <a:pt x="34242" y="99625"/>
                  <a:pt x="32515" y="98667"/>
                  <a:pt x="31000" y="96750"/>
                </a:cubicBezTo>
                <a:lnTo>
                  <a:pt x="31000" y="96750"/>
                </a:lnTo>
                <a:lnTo>
                  <a:pt x="2000" y="57000"/>
                </a:lnTo>
                <a:cubicBezTo>
                  <a:pt x="667" y="54917"/>
                  <a:pt x="0" y="52500"/>
                  <a:pt x="0" y="49750"/>
                </a:cubicBezTo>
                <a:lnTo>
                  <a:pt x="0" y="49750"/>
                </a:lnTo>
                <a:cubicBezTo>
                  <a:pt x="0" y="47083"/>
                  <a:pt x="667" y="44708"/>
                  <a:pt x="2000" y="42625"/>
                </a:cubicBezTo>
                <a:lnTo>
                  <a:pt x="2000" y="42625"/>
                </a:lnTo>
                <a:cubicBezTo>
                  <a:pt x="3515" y="40792"/>
                  <a:pt x="5273" y="39875"/>
                  <a:pt x="7273" y="39875"/>
                </a:cubicBezTo>
                <a:lnTo>
                  <a:pt x="7273" y="39875"/>
                </a:lnTo>
                <a:cubicBezTo>
                  <a:pt x="9212" y="39875"/>
                  <a:pt x="10939" y="40792"/>
                  <a:pt x="12455" y="42625"/>
                </a:cubicBezTo>
                <a:lnTo>
                  <a:pt x="12455" y="42625"/>
                </a:lnTo>
                <a:lnTo>
                  <a:pt x="36182" y="75625"/>
                </a:lnTo>
                <a:lnTo>
                  <a:pt x="89000" y="2750"/>
                </a:lnTo>
                <a:cubicBezTo>
                  <a:pt x="90515" y="917"/>
                  <a:pt x="92242" y="0"/>
                  <a:pt x="94182" y="0"/>
                </a:cubicBezTo>
                <a:lnTo>
                  <a:pt x="94182" y="0"/>
                </a:lnTo>
                <a:cubicBezTo>
                  <a:pt x="96121" y="0"/>
                  <a:pt x="97848" y="917"/>
                  <a:pt x="99364" y="2750"/>
                </a:cubicBezTo>
                <a:lnTo>
                  <a:pt x="99364" y="27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2653966271-24"/>
          <p:cNvSpPr/>
          <p:nvPr/>
        </p:nvSpPr>
        <p:spPr>
          <a:xfrm>
            <a:off x="2286625" y="3117532"/>
            <a:ext cx="1815138" cy="305752"/>
          </a:xfrm>
          <a:prstGeom prst="roundRect">
            <a:avLst>
              <a:gd name="adj" fmla="val 24922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el-1792653966605-90"/>
          <p:cNvSpPr/>
          <p:nvPr/>
        </p:nvSpPr>
        <p:spPr>
          <a:xfrm>
            <a:off x="2412087" y="3232458"/>
            <a:ext cx="106263" cy="75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64" y="2750"/>
                </a:moveTo>
                <a:lnTo>
                  <a:pt x="99364" y="2750"/>
                </a:lnTo>
                <a:cubicBezTo>
                  <a:pt x="100758" y="4833"/>
                  <a:pt x="101455" y="7250"/>
                  <a:pt x="101455" y="10000"/>
                </a:cubicBezTo>
                <a:lnTo>
                  <a:pt x="101455" y="10000"/>
                </a:lnTo>
                <a:lnTo>
                  <a:pt x="101455" y="10000"/>
                </a:lnTo>
                <a:cubicBezTo>
                  <a:pt x="101455" y="12667"/>
                  <a:pt x="100758" y="15042"/>
                  <a:pt x="99364" y="17125"/>
                </a:cubicBezTo>
                <a:lnTo>
                  <a:pt x="99364" y="17125"/>
                </a:lnTo>
                <a:lnTo>
                  <a:pt x="41455" y="96750"/>
                </a:lnTo>
                <a:cubicBezTo>
                  <a:pt x="39939" y="98667"/>
                  <a:pt x="38182" y="99625"/>
                  <a:pt x="36182" y="99625"/>
                </a:cubicBezTo>
                <a:lnTo>
                  <a:pt x="36182" y="99625"/>
                </a:lnTo>
                <a:cubicBezTo>
                  <a:pt x="34242" y="99625"/>
                  <a:pt x="32515" y="98667"/>
                  <a:pt x="31000" y="96750"/>
                </a:cubicBezTo>
                <a:lnTo>
                  <a:pt x="31000" y="96750"/>
                </a:lnTo>
                <a:lnTo>
                  <a:pt x="2000" y="57000"/>
                </a:lnTo>
                <a:cubicBezTo>
                  <a:pt x="667" y="54917"/>
                  <a:pt x="0" y="52500"/>
                  <a:pt x="0" y="49750"/>
                </a:cubicBezTo>
                <a:lnTo>
                  <a:pt x="0" y="49750"/>
                </a:lnTo>
                <a:cubicBezTo>
                  <a:pt x="0" y="47083"/>
                  <a:pt x="667" y="44708"/>
                  <a:pt x="2000" y="42625"/>
                </a:cubicBezTo>
                <a:lnTo>
                  <a:pt x="2000" y="42625"/>
                </a:lnTo>
                <a:cubicBezTo>
                  <a:pt x="3515" y="40792"/>
                  <a:pt x="5273" y="39875"/>
                  <a:pt x="7273" y="39875"/>
                </a:cubicBezTo>
                <a:lnTo>
                  <a:pt x="7273" y="39875"/>
                </a:lnTo>
                <a:cubicBezTo>
                  <a:pt x="9212" y="39875"/>
                  <a:pt x="10939" y="40792"/>
                  <a:pt x="12455" y="42625"/>
                </a:cubicBezTo>
                <a:lnTo>
                  <a:pt x="12455" y="42625"/>
                </a:lnTo>
                <a:lnTo>
                  <a:pt x="36182" y="75625"/>
                </a:lnTo>
                <a:lnTo>
                  <a:pt x="89000" y="2750"/>
                </a:lnTo>
                <a:cubicBezTo>
                  <a:pt x="90515" y="917"/>
                  <a:pt x="92242" y="0"/>
                  <a:pt x="94182" y="0"/>
                </a:cubicBezTo>
                <a:lnTo>
                  <a:pt x="94182" y="0"/>
                </a:lnTo>
                <a:cubicBezTo>
                  <a:pt x="96121" y="0"/>
                  <a:pt x="97848" y="917"/>
                  <a:pt x="99364" y="2750"/>
                </a:cubicBezTo>
                <a:lnTo>
                  <a:pt x="99364" y="27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2653966272-25"/>
          <p:cNvSpPr/>
          <p:nvPr/>
        </p:nvSpPr>
        <p:spPr>
          <a:xfrm>
            <a:off x="400050" y="3494723"/>
            <a:ext cx="1815138" cy="305752"/>
          </a:xfrm>
          <a:prstGeom prst="roundRect">
            <a:avLst>
              <a:gd name="adj" fmla="val 24922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el-1792653966606-91"/>
          <p:cNvSpPr/>
          <p:nvPr/>
        </p:nvSpPr>
        <p:spPr>
          <a:xfrm>
            <a:off x="525512" y="3609648"/>
            <a:ext cx="106263" cy="75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64" y="2750"/>
                </a:moveTo>
                <a:lnTo>
                  <a:pt x="99364" y="2750"/>
                </a:lnTo>
                <a:cubicBezTo>
                  <a:pt x="100758" y="4833"/>
                  <a:pt x="101455" y="7250"/>
                  <a:pt x="101455" y="10000"/>
                </a:cubicBezTo>
                <a:lnTo>
                  <a:pt x="101455" y="10000"/>
                </a:lnTo>
                <a:lnTo>
                  <a:pt x="101455" y="10000"/>
                </a:lnTo>
                <a:cubicBezTo>
                  <a:pt x="101455" y="12667"/>
                  <a:pt x="100758" y="15042"/>
                  <a:pt x="99364" y="17125"/>
                </a:cubicBezTo>
                <a:lnTo>
                  <a:pt x="99364" y="17125"/>
                </a:lnTo>
                <a:lnTo>
                  <a:pt x="41455" y="96750"/>
                </a:lnTo>
                <a:cubicBezTo>
                  <a:pt x="39939" y="98667"/>
                  <a:pt x="38182" y="99625"/>
                  <a:pt x="36182" y="99625"/>
                </a:cubicBezTo>
                <a:lnTo>
                  <a:pt x="36182" y="99625"/>
                </a:lnTo>
                <a:cubicBezTo>
                  <a:pt x="34242" y="99625"/>
                  <a:pt x="32515" y="98667"/>
                  <a:pt x="31000" y="96750"/>
                </a:cubicBezTo>
                <a:lnTo>
                  <a:pt x="31000" y="96750"/>
                </a:lnTo>
                <a:lnTo>
                  <a:pt x="2000" y="57000"/>
                </a:lnTo>
                <a:cubicBezTo>
                  <a:pt x="667" y="54917"/>
                  <a:pt x="0" y="52500"/>
                  <a:pt x="0" y="49750"/>
                </a:cubicBezTo>
                <a:lnTo>
                  <a:pt x="0" y="49750"/>
                </a:lnTo>
                <a:cubicBezTo>
                  <a:pt x="0" y="47083"/>
                  <a:pt x="667" y="44708"/>
                  <a:pt x="2000" y="42625"/>
                </a:cubicBezTo>
                <a:lnTo>
                  <a:pt x="2000" y="42625"/>
                </a:lnTo>
                <a:cubicBezTo>
                  <a:pt x="3515" y="40792"/>
                  <a:pt x="5273" y="39875"/>
                  <a:pt x="7273" y="39875"/>
                </a:cubicBezTo>
                <a:lnTo>
                  <a:pt x="7273" y="39875"/>
                </a:lnTo>
                <a:cubicBezTo>
                  <a:pt x="9212" y="39875"/>
                  <a:pt x="10939" y="40792"/>
                  <a:pt x="12455" y="42625"/>
                </a:cubicBezTo>
                <a:lnTo>
                  <a:pt x="12455" y="42625"/>
                </a:lnTo>
                <a:lnTo>
                  <a:pt x="36182" y="75625"/>
                </a:lnTo>
                <a:lnTo>
                  <a:pt x="89000" y="2750"/>
                </a:lnTo>
                <a:cubicBezTo>
                  <a:pt x="90515" y="917"/>
                  <a:pt x="92242" y="0"/>
                  <a:pt x="94182" y="0"/>
                </a:cubicBezTo>
                <a:lnTo>
                  <a:pt x="94182" y="0"/>
                </a:lnTo>
                <a:cubicBezTo>
                  <a:pt x="96121" y="0"/>
                  <a:pt x="97848" y="917"/>
                  <a:pt x="99364" y="2750"/>
                </a:cubicBezTo>
                <a:lnTo>
                  <a:pt x="99364" y="27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92653966273-26"/>
          <p:cNvSpPr/>
          <p:nvPr/>
        </p:nvSpPr>
        <p:spPr>
          <a:xfrm>
            <a:off x="2286625" y="3494723"/>
            <a:ext cx="1815138" cy="305752"/>
          </a:xfrm>
          <a:prstGeom prst="roundRect">
            <a:avLst>
              <a:gd name="adj" fmla="val 24922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el-1792653966606-92"/>
          <p:cNvSpPr/>
          <p:nvPr/>
        </p:nvSpPr>
        <p:spPr>
          <a:xfrm>
            <a:off x="2412087" y="3609648"/>
            <a:ext cx="106263" cy="75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364" y="2750"/>
                </a:moveTo>
                <a:lnTo>
                  <a:pt x="99364" y="2750"/>
                </a:lnTo>
                <a:cubicBezTo>
                  <a:pt x="100758" y="4833"/>
                  <a:pt x="101455" y="7250"/>
                  <a:pt x="101455" y="10000"/>
                </a:cubicBezTo>
                <a:lnTo>
                  <a:pt x="101455" y="10000"/>
                </a:lnTo>
                <a:lnTo>
                  <a:pt x="101455" y="10000"/>
                </a:lnTo>
                <a:cubicBezTo>
                  <a:pt x="101455" y="12667"/>
                  <a:pt x="100758" y="15042"/>
                  <a:pt x="99364" y="17125"/>
                </a:cubicBezTo>
                <a:lnTo>
                  <a:pt x="99364" y="17125"/>
                </a:lnTo>
                <a:lnTo>
                  <a:pt x="41455" y="96750"/>
                </a:lnTo>
                <a:cubicBezTo>
                  <a:pt x="39939" y="98667"/>
                  <a:pt x="38182" y="99625"/>
                  <a:pt x="36182" y="99625"/>
                </a:cubicBezTo>
                <a:lnTo>
                  <a:pt x="36182" y="99625"/>
                </a:lnTo>
                <a:cubicBezTo>
                  <a:pt x="34242" y="99625"/>
                  <a:pt x="32515" y="98667"/>
                  <a:pt x="31000" y="96750"/>
                </a:cubicBezTo>
                <a:lnTo>
                  <a:pt x="31000" y="96750"/>
                </a:lnTo>
                <a:lnTo>
                  <a:pt x="2000" y="57000"/>
                </a:lnTo>
                <a:cubicBezTo>
                  <a:pt x="667" y="54917"/>
                  <a:pt x="0" y="52500"/>
                  <a:pt x="0" y="49750"/>
                </a:cubicBezTo>
                <a:lnTo>
                  <a:pt x="0" y="49750"/>
                </a:lnTo>
                <a:cubicBezTo>
                  <a:pt x="0" y="47083"/>
                  <a:pt x="667" y="44708"/>
                  <a:pt x="2000" y="42625"/>
                </a:cubicBezTo>
                <a:lnTo>
                  <a:pt x="2000" y="42625"/>
                </a:lnTo>
                <a:cubicBezTo>
                  <a:pt x="3515" y="40792"/>
                  <a:pt x="5273" y="39875"/>
                  <a:pt x="7273" y="39875"/>
                </a:cubicBezTo>
                <a:lnTo>
                  <a:pt x="7273" y="39875"/>
                </a:lnTo>
                <a:cubicBezTo>
                  <a:pt x="9212" y="39875"/>
                  <a:pt x="10939" y="40792"/>
                  <a:pt x="12455" y="42625"/>
                </a:cubicBezTo>
                <a:lnTo>
                  <a:pt x="12455" y="42625"/>
                </a:lnTo>
                <a:lnTo>
                  <a:pt x="36182" y="75625"/>
                </a:lnTo>
                <a:lnTo>
                  <a:pt x="89000" y="2750"/>
                </a:lnTo>
                <a:cubicBezTo>
                  <a:pt x="90515" y="917"/>
                  <a:pt x="92242" y="0"/>
                  <a:pt x="94182" y="0"/>
                </a:cubicBezTo>
                <a:lnTo>
                  <a:pt x="94182" y="0"/>
                </a:lnTo>
                <a:cubicBezTo>
                  <a:pt x="96121" y="0"/>
                  <a:pt x="97848" y="917"/>
                  <a:pt x="99364" y="2750"/>
                </a:cubicBezTo>
                <a:lnTo>
                  <a:pt x="99364" y="275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el-1792653966248-10"/>
          <p:cNvSpPr/>
          <p:nvPr/>
        </p:nvSpPr>
        <p:spPr>
          <a:xfrm>
            <a:off x="4301788" y="1318736"/>
            <a:ext cx="4442162" cy="2706053"/>
          </a:xfrm>
          <a:prstGeom prst="roundRect">
            <a:avLst>
              <a:gd name="adj" fmla="val 5632"/>
            </a:avLst>
          </a:prstGeom>
          <a:solidFill>
            <a:srgbClr val="0B1F3A"/>
          </a:solidFill>
          <a:ln w="7144" algn="in">
            <a:solidFill>
              <a:srgbClr val="1E3A5F"/>
            </a:solidFill>
            <a:prstDash val="solid"/>
          </a:ln>
          <a:effectLst>
            <a:outerShdw blurRad="171450" dist="57150" dir="5400000" algn="ctr">
              <a:srgbClr val="0B1F3A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cxnSp>
        <p:nvCxnSpPr>
          <p:cNvPr id="32" name="el-1792653966255-12"/>
          <p:cNvCxnSpPr/>
          <p:nvPr/>
        </p:nvCxnSpPr>
        <p:spPr>
          <a:xfrm>
            <a:off x="4308931" y="1720929"/>
            <a:ext cx="4427875" cy="914"/>
          </a:xfrm>
          <a:prstGeom prst="line">
            <a:avLst/>
          </a:prstGeom>
          <a:ln w="7144" cap="flat">
            <a:solidFill>
              <a:srgbClr val="FFFFFF">
                <a:alpha val="1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-1792653966318-61"/>
          <p:cNvSpPr/>
          <p:nvPr/>
        </p:nvSpPr>
        <p:spPr>
          <a:xfrm>
            <a:off x="4451806" y="1500188"/>
            <a:ext cx="85725" cy="85725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el-1792653966319-62"/>
          <p:cNvSpPr/>
          <p:nvPr/>
        </p:nvSpPr>
        <p:spPr>
          <a:xfrm>
            <a:off x="4594681" y="1500188"/>
            <a:ext cx="85725" cy="85725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l-1792653966319-63"/>
          <p:cNvSpPr/>
          <p:nvPr/>
        </p:nvSpPr>
        <p:spPr>
          <a:xfrm>
            <a:off x="4737556" y="1500188"/>
            <a:ext cx="85725" cy="8572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6" name="el-1792653966277-30"/>
          <p:cNvCxnSpPr/>
          <p:nvPr/>
        </p:nvCxnSpPr>
        <p:spPr>
          <a:xfrm>
            <a:off x="4480381" y="2085261"/>
            <a:ext cx="4084975" cy="914"/>
          </a:xfrm>
          <a:prstGeom prst="line">
            <a:avLst/>
          </a:prstGeom>
          <a:ln w="7144" cap="flat">
            <a:solidFill>
              <a:srgbClr val="FFFFFF">
                <a:alpha val="6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-1792653966607-93"/>
          <p:cNvSpPr/>
          <p:nvPr/>
        </p:nvSpPr>
        <p:spPr>
          <a:xfrm>
            <a:off x="4494669" y="1895951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214" y="96429"/>
                </a:moveTo>
                <a:lnTo>
                  <a:pt x="48214" y="96429"/>
                </a:lnTo>
                <a:cubicBezTo>
                  <a:pt x="57024" y="96286"/>
                  <a:pt x="65071" y="94143"/>
                  <a:pt x="72357" y="90000"/>
                </a:cubicBezTo>
                <a:lnTo>
                  <a:pt x="72357" y="90000"/>
                </a:lnTo>
                <a:lnTo>
                  <a:pt x="72357" y="90000"/>
                </a:lnTo>
                <a:cubicBezTo>
                  <a:pt x="79595" y="85762"/>
                  <a:pt x="85476" y="79881"/>
                  <a:pt x="90000" y="72357"/>
                </a:cubicBezTo>
                <a:lnTo>
                  <a:pt x="90000" y="72357"/>
                </a:lnTo>
                <a:cubicBezTo>
                  <a:pt x="94286" y="64690"/>
                  <a:pt x="96429" y="56643"/>
                  <a:pt x="96429" y="48214"/>
                </a:cubicBezTo>
                <a:lnTo>
                  <a:pt x="96429" y="48214"/>
                </a:lnTo>
                <a:cubicBezTo>
                  <a:pt x="96429" y="39786"/>
                  <a:pt x="94286" y="31762"/>
                  <a:pt x="90000" y="24143"/>
                </a:cubicBezTo>
                <a:lnTo>
                  <a:pt x="90000" y="24143"/>
                </a:lnTo>
                <a:cubicBezTo>
                  <a:pt x="85476" y="16571"/>
                  <a:pt x="79595" y="10667"/>
                  <a:pt x="72357" y="6429"/>
                </a:cubicBezTo>
                <a:lnTo>
                  <a:pt x="72357" y="6429"/>
                </a:lnTo>
                <a:cubicBezTo>
                  <a:pt x="65071" y="2286"/>
                  <a:pt x="57024" y="143"/>
                  <a:pt x="48214" y="0"/>
                </a:cubicBezTo>
                <a:lnTo>
                  <a:pt x="48214" y="0"/>
                </a:lnTo>
                <a:cubicBezTo>
                  <a:pt x="39405" y="143"/>
                  <a:pt x="31381" y="2286"/>
                  <a:pt x="24143" y="6429"/>
                </a:cubicBezTo>
                <a:lnTo>
                  <a:pt x="24143" y="6429"/>
                </a:lnTo>
                <a:cubicBezTo>
                  <a:pt x="16857" y="10667"/>
                  <a:pt x="10952" y="16571"/>
                  <a:pt x="6429" y="24143"/>
                </a:cubicBezTo>
                <a:lnTo>
                  <a:pt x="6429" y="24143"/>
                </a:lnTo>
                <a:cubicBezTo>
                  <a:pt x="2143" y="31762"/>
                  <a:pt x="0" y="39786"/>
                  <a:pt x="0" y="48214"/>
                </a:cubicBezTo>
                <a:lnTo>
                  <a:pt x="0" y="48214"/>
                </a:lnTo>
                <a:cubicBezTo>
                  <a:pt x="0" y="56643"/>
                  <a:pt x="2143" y="64690"/>
                  <a:pt x="6429" y="72357"/>
                </a:cubicBezTo>
                <a:lnTo>
                  <a:pt x="6429" y="72357"/>
                </a:lnTo>
                <a:cubicBezTo>
                  <a:pt x="10952" y="79881"/>
                  <a:pt x="16857" y="85762"/>
                  <a:pt x="24143" y="90000"/>
                </a:cubicBezTo>
                <a:lnTo>
                  <a:pt x="24143" y="90000"/>
                </a:lnTo>
                <a:cubicBezTo>
                  <a:pt x="31381" y="94143"/>
                  <a:pt x="39405" y="96286"/>
                  <a:pt x="48214" y="96429"/>
                </a:cubicBezTo>
                <a:lnTo>
                  <a:pt x="48214" y="96429"/>
                </a:lnTo>
                <a:moveTo>
                  <a:pt x="69500" y="39357"/>
                </a:moveTo>
                <a:lnTo>
                  <a:pt x="69500" y="39357"/>
                </a:lnTo>
                <a:lnTo>
                  <a:pt x="45357" y="63500"/>
                </a:lnTo>
                <a:cubicBezTo>
                  <a:pt x="43262" y="65214"/>
                  <a:pt x="41143" y="65214"/>
                  <a:pt x="39000" y="63500"/>
                </a:cubicBezTo>
                <a:lnTo>
                  <a:pt x="39000" y="63500"/>
                </a:lnTo>
                <a:lnTo>
                  <a:pt x="26929" y="51429"/>
                </a:lnTo>
                <a:cubicBezTo>
                  <a:pt x="25167" y="49286"/>
                  <a:pt x="25167" y="47143"/>
                  <a:pt x="26929" y="45000"/>
                </a:cubicBezTo>
                <a:lnTo>
                  <a:pt x="26929" y="45000"/>
                </a:lnTo>
                <a:cubicBezTo>
                  <a:pt x="29071" y="43238"/>
                  <a:pt x="31214" y="43238"/>
                  <a:pt x="33357" y="45000"/>
                </a:cubicBezTo>
                <a:lnTo>
                  <a:pt x="33357" y="45000"/>
                </a:lnTo>
                <a:lnTo>
                  <a:pt x="42214" y="53857"/>
                </a:lnTo>
                <a:lnTo>
                  <a:pt x="63071" y="32929"/>
                </a:lnTo>
                <a:cubicBezTo>
                  <a:pt x="65214" y="31214"/>
                  <a:pt x="67357" y="31214"/>
                  <a:pt x="69500" y="32929"/>
                </a:cubicBezTo>
                <a:lnTo>
                  <a:pt x="69500" y="32929"/>
                </a:lnTo>
                <a:cubicBezTo>
                  <a:pt x="71262" y="35071"/>
                  <a:pt x="71262" y="37214"/>
                  <a:pt x="69500" y="39357"/>
                </a:cubicBezTo>
                <a:lnTo>
                  <a:pt x="69500" y="39357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el-1792653966308-49"/>
          <p:cNvSpPr/>
          <p:nvPr/>
        </p:nvSpPr>
        <p:spPr>
          <a:xfrm>
            <a:off x="8218170" y="1891665"/>
            <a:ext cx="347186" cy="137160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9" name="el-1792653966277-31"/>
          <p:cNvCxnSpPr/>
          <p:nvPr/>
        </p:nvCxnSpPr>
        <p:spPr>
          <a:xfrm>
            <a:off x="4480381" y="2421017"/>
            <a:ext cx="4084975" cy="914"/>
          </a:xfrm>
          <a:prstGeom prst="line">
            <a:avLst/>
          </a:prstGeom>
          <a:ln w="7144" cap="flat">
            <a:solidFill>
              <a:srgbClr val="FFFFFF">
                <a:alpha val="6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l-1792653966608-94"/>
          <p:cNvSpPr/>
          <p:nvPr/>
        </p:nvSpPr>
        <p:spPr>
          <a:xfrm>
            <a:off x="4494669" y="2231707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214" y="96429"/>
                </a:moveTo>
                <a:lnTo>
                  <a:pt x="48214" y="96429"/>
                </a:lnTo>
                <a:cubicBezTo>
                  <a:pt x="57024" y="96286"/>
                  <a:pt x="65071" y="94143"/>
                  <a:pt x="72357" y="90000"/>
                </a:cubicBezTo>
                <a:lnTo>
                  <a:pt x="72357" y="90000"/>
                </a:lnTo>
                <a:lnTo>
                  <a:pt x="72357" y="90000"/>
                </a:lnTo>
                <a:cubicBezTo>
                  <a:pt x="79595" y="85762"/>
                  <a:pt x="85476" y="79881"/>
                  <a:pt x="90000" y="72357"/>
                </a:cubicBezTo>
                <a:lnTo>
                  <a:pt x="90000" y="72357"/>
                </a:lnTo>
                <a:cubicBezTo>
                  <a:pt x="94286" y="64690"/>
                  <a:pt x="96429" y="56643"/>
                  <a:pt x="96429" y="48214"/>
                </a:cubicBezTo>
                <a:lnTo>
                  <a:pt x="96429" y="48214"/>
                </a:lnTo>
                <a:cubicBezTo>
                  <a:pt x="96429" y="39786"/>
                  <a:pt x="94286" y="31762"/>
                  <a:pt x="90000" y="24143"/>
                </a:cubicBezTo>
                <a:lnTo>
                  <a:pt x="90000" y="24143"/>
                </a:lnTo>
                <a:cubicBezTo>
                  <a:pt x="85476" y="16571"/>
                  <a:pt x="79595" y="10667"/>
                  <a:pt x="72357" y="6429"/>
                </a:cubicBezTo>
                <a:lnTo>
                  <a:pt x="72357" y="6429"/>
                </a:lnTo>
                <a:cubicBezTo>
                  <a:pt x="65071" y="2286"/>
                  <a:pt x="57024" y="143"/>
                  <a:pt x="48214" y="0"/>
                </a:cubicBezTo>
                <a:lnTo>
                  <a:pt x="48214" y="0"/>
                </a:lnTo>
                <a:cubicBezTo>
                  <a:pt x="39405" y="143"/>
                  <a:pt x="31381" y="2286"/>
                  <a:pt x="24143" y="6429"/>
                </a:cubicBezTo>
                <a:lnTo>
                  <a:pt x="24143" y="6429"/>
                </a:lnTo>
                <a:cubicBezTo>
                  <a:pt x="16857" y="10667"/>
                  <a:pt x="10952" y="16571"/>
                  <a:pt x="6429" y="24143"/>
                </a:cubicBezTo>
                <a:lnTo>
                  <a:pt x="6429" y="24143"/>
                </a:lnTo>
                <a:cubicBezTo>
                  <a:pt x="2143" y="31762"/>
                  <a:pt x="0" y="39786"/>
                  <a:pt x="0" y="48214"/>
                </a:cubicBezTo>
                <a:lnTo>
                  <a:pt x="0" y="48214"/>
                </a:lnTo>
                <a:cubicBezTo>
                  <a:pt x="0" y="56643"/>
                  <a:pt x="2143" y="64690"/>
                  <a:pt x="6429" y="72357"/>
                </a:cubicBezTo>
                <a:lnTo>
                  <a:pt x="6429" y="72357"/>
                </a:lnTo>
                <a:cubicBezTo>
                  <a:pt x="10952" y="79881"/>
                  <a:pt x="16857" y="85762"/>
                  <a:pt x="24143" y="90000"/>
                </a:cubicBezTo>
                <a:lnTo>
                  <a:pt x="24143" y="90000"/>
                </a:lnTo>
                <a:cubicBezTo>
                  <a:pt x="31381" y="94143"/>
                  <a:pt x="39405" y="96286"/>
                  <a:pt x="48214" y="96429"/>
                </a:cubicBezTo>
                <a:lnTo>
                  <a:pt x="48214" y="96429"/>
                </a:lnTo>
                <a:moveTo>
                  <a:pt x="69500" y="39357"/>
                </a:moveTo>
                <a:lnTo>
                  <a:pt x="69500" y="39357"/>
                </a:lnTo>
                <a:lnTo>
                  <a:pt x="45357" y="63500"/>
                </a:lnTo>
                <a:cubicBezTo>
                  <a:pt x="43262" y="65214"/>
                  <a:pt x="41143" y="65214"/>
                  <a:pt x="39000" y="63500"/>
                </a:cubicBezTo>
                <a:lnTo>
                  <a:pt x="39000" y="63500"/>
                </a:lnTo>
                <a:lnTo>
                  <a:pt x="26929" y="51429"/>
                </a:lnTo>
                <a:cubicBezTo>
                  <a:pt x="25167" y="49286"/>
                  <a:pt x="25167" y="47143"/>
                  <a:pt x="26929" y="45000"/>
                </a:cubicBezTo>
                <a:lnTo>
                  <a:pt x="26929" y="45000"/>
                </a:lnTo>
                <a:cubicBezTo>
                  <a:pt x="29071" y="43238"/>
                  <a:pt x="31214" y="43238"/>
                  <a:pt x="33357" y="45000"/>
                </a:cubicBezTo>
                <a:lnTo>
                  <a:pt x="33357" y="45000"/>
                </a:lnTo>
                <a:lnTo>
                  <a:pt x="42214" y="53857"/>
                </a:lnTo>
                <a:lnTo>
                  <a:pt x="63071" y="32929"/>
                </a:lnTo>
                <a:cubicBezTo>
                  <a:pt x="65214" y="31214"/>
                  <a:pt x="67357" y="31214"/>
                  <a:pt x="69500" y="32929"/>
                </a:cubicBezTo>
                <a:lnTo>
                  <a:pt x="69500" y="32929"/>
                </a:lnTo>
                <a:cubicBezTo>
                  <a:pt x="71262" y="35071"/>
                  <a:pt x="71262" y="37214"/>
                  <a:pt x="69500" y="39357"/>
                </a:cubicBezTo>
                <a:lnTo>
                  <a:pt x="69500" y="39357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-1792653966310-52"/>
          <p:cNvSpPr/>
          <p:nvPr/>
        </p:nvSpPr>
        <p:spPr>
          <a:xfrm>
            <a:off x="8218170" y="2227421"/>
            <a:ext cx="347186" cy="137160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42" name="el-1792653966277-32"/>
          <p:cNvCxnSpPr/>
          <p:nvPr/>
        </p:nvCxnSpPr>
        <p:spPr>
          <a:xfrm>
            <a:off x="4480381" y="2756773"/>
            <a:ext cx="4084975" cy="914"/>
          </a:xfrm>
          <a:prstGeom prst="line">
            <a:avLst/>
          </a:prstGeom>
          <a:ln w="7144" cap="flat">
            <a:solidFill>
              <a:srgbClr val="FFFFFF">
                <a:alpha val="6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el-1792653966608-95"/>
          <p:cNvSpPr/>
          <p:nvPr/>
        </p:nvSpPr>
        <p:spPr>
          <a:xfrm>
            <a:off x="4494669" y="2567464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214" y="96429"/>
                </a:moveTo>
                <a:lnTo>
                  <a:pt x="48214" y="96429"/>
                </a:lnTo>
                <a:cubicBezTo>
                  <a:pt x="57024" y="96286"/>
                  <a:pt x="65071" y="94143"/>
                  <a:pt x="72357" y="90000"/>
                </a:cubicBezTo>
                <a:lnTo>
                  <a:pt x="72357" y="90000"/>
                </a:lnTo>
                <a:lnTo>
                  <a:pt x="72357" y="90000"/>
                </a:lnTo>
                <a:cubicBezTo>
                  <a:pt x="79595" y="85762"/>
                  <a:pt x="85476" y="79881"/>
                  <a:pt x="90000" y="72357"/>
                </a:cubicBezTo>
                <a:lnTo>
                  <a:pt x="90000" y="72357"/>
                </a:lnTo>
                <a:cubicBezTo>
                  <a:pt x="94286" y="64690"/>
                  <a:pt x="96429" y="56643"/>
                  <a:pt x="96429" y="48214"/>
                </a:cubicBezTo>
                <a:lnTo>
                  <a:pt x="96429" y="48214"/>
                </a:lnTo>
                <a:cubicBezTo>
                  <a:pt x="96429" y="39786"/>
                  <a:pt x="94286" y="31762"/>
                  <a:pt x="90000" y="24143"/>
                </a:cubicBezTo>
                <a:lnTo>
                  <a:pt x="90000" y="24143"/>
                </a:lnTo>
                <a:cubicBezTo>
                  <a:pt x="85476" y="16571"/>
                  <a:pt x="79595" y="10667"/>
                  <a:pt x="72357" y="6429"/>
                </a:cubicBezTo>
                <a:lnTo>
                  <a:pt x="72357" y="6429"/>
                </a:lnTo>
                <a:cubicBezTo>
                  <a:pt x="65071" y="2286"/>
                  <a:pt x="57024" y="143"/>
                  <a:pt x="48214" y="0"/>
                </a:cubicBezTo>
                <a:lnTo>
                  <a:pt x="48214" y="0"/>
                </a:lnTo>
                <a:cubicBezTo>
                  <a:pt x="39405" y="143"/>
                  <a:pt x="31381" y="2286"/>
                  <a:pt x="24143" y="6429"/>
                </a:cubicBezTo>
                <a:lnTo>
                  <a:pt x="24143" y="6429"/>
                </a:lnTo>
                <a:cubicBezTo>
                  <a:pt x="16857" y="10667"/>
                  <a:pt x="10952" y="16571"/>
                  <a:pt x="6429" y="24143"/>
                </a:cubicBezTo>
                <a:lnTo>
                  <a:pt x="6429" y="24143"/>
                </a:lnTo>
                <a:cubicBezTo>
                  <a:pt x="2143" y="31762"/>
                  <a:pt x="0" y="39786"/>
                  <a:pt x="0" y="48214"/>
                </a:cubicBezTo>
                <a:lnTo>
                  <a:pt x="0" y="48214"/>
                </a:lnTo>
                <a:cubicBezTo>
                  <a:pt x="0" y="56643"/>
                  <a:pt x="2143" y="64690"/>
                  <a:pt x="6429" y="72357"/>
                </a:cubicBezTo>
                <a:lnTo>
                  <a:pt x="6429" y="72357"/>
                </a:lnTo>
                <a:cubicBezTo>
                  <a:pt x="10952" y="79881"/>
                  <a:pt x="16857" y="85762"/>
                  <a:pt x="24143" y="90000"/>
                </a:cubicBezTo>
                <a:lnTo>
                  <a:pt x="24143" y="90000"/>
                </a:lnTo>
                <a:cubicBezTo>
                  <a:pt x="31381" y="94143"/>
                  <a:pt x="39405" y="96286"/>
                  <a:pt x="48214" y="96429"/>
                </a:cubicBezTo>
                <a:lnTo>
                  <a:pt x="48214" y="96429"/>
                </a:lnTo>
                <a:moveTo>
                  <a:pt x="32929" y="32929"/>
                </a:moveTo>
                <a:lnTo>
                  <a:pt x="32929" y="32929"/>
                </a:lnTo>
                <a:cubicBezTo>
                  <a:pt x="35071" y="31214"/>
                  <a:pt x="37214" y="31214"/>
                  <a:pt x="39357" y="32929"/>
                </a:cubicBezTo>
                <a:lnTo>
                  <a:pt x="39357" y="32929"/>
                </a:lnTo>
                <a:lnTo>
                  <a:pt x="48214" y="41786"/>
                </a:lnTo>
                <a:lnTo>
                  <a:pt x="57071" y="32929"/>
                </a:lnTo>
                <a:cubicBezTo>
                  <a:pt x="59214" y="31214"/>
                  <a:pt x="61357" y="31214"/>
                  <a:pt x="63500" y="32929"/>
                </a:cubicBezTo>
                <a:lnTo>
                  <a:pt x="63500" y="32929"/>
                </a:lnTo>
                <a:cubicBezTo>
                  <a:pt x="65214" y="35071"/>
                  <a:pt x="65214" y="37214"/>
                  <a:pt x="63500" y="39357"/>
                </a:cubicBezTo>
                <a:lnTo>
                  <a:pt x="63500" y="39357"/>
                </a:lnTo>
                <a:lnTo>
                  <a:pt x="54643" y="48214"/>
                </a:lnTo>
                <a:lnTo>
                  <a:pt x="63500" y="57071"/>
                </a:lnTo>
                <a:cubicBezTo>
                  <a:pt x="65214" y="59214"/>
                  <a:pt x="65214" y="61357"/>
                  <a:pt x="63500" y="63500"/>
                </a:cubicBezTo>
                <a:lnTo>
                  <a:pt x="63500" y="63500"/>
                </a:lnTo>
                <a:cubicBezTo>
                  <a:pt x="61357" y="65214"/>
                  <a:pt x="59214" y="65214"/>
                  <a:pt x="57071" y="63500"/>
                </a:cubicBezTo>
                <a:lnTo>
                  <a:pt x="57071" y="63500"/>
                </a:lnTo>
                <a:lnTo>
                  <a:pt x="48214" y="54643"/>
                </a:lnTo>
                <a:lnTo>
                  <a:pt x="39357" y="63500"/>
                </a:lnTo>
                <a:cubicBezTo>
                  <a:pt x="37214" y="65214"/>
                  <a:pt x="35071" y="65214"/>
                  <a:pt x="32929" y="63500"/>
                </a:cubicBezTo>
                <a:lnTo>
                  <a:pt x="32929" y="63500"/>
                </a:lnTo>
                <a:cubicBezTo>
                  <a:pt x="31214" y="61357"/>
                  <a:pt x="31214" y="59214"/>
                  <a:pt x="32929" y="57071"/>
                </a:cubicBezTo>
                <a:lnTo>
                  <a:pt x="32929" y="57071"/>
                </a:lnTo>
                <a:lnTo>
                  <a:pt x="41786" y="48214"/>
                </a:lnTo>
                <a:lnTo>
                  <a:pt x="32929" y="39357"/>
                </a:lnTo>
                <a:cubicBezTo>
                  <a:pt x="31214" y="37214"/>
                  <a:pt x="31214" y="35071"/>
                  <a:pt x="32929" y="32929"/>
                </a:cubicBezTo>
                <a:lnTo>
                  <a:pt x="32929" y="32929"/>
                </a:lnTo>
              </a:path>
            </a:pathLst>
          </a:custGeom>
          <a:solidFill>
            <a:srgbClr val="F871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el-1792653966312-55"/>
          <p:cNvSpPr/>
          <p:nvPr/>
        </p:nvSpPr>
        <p:spPr>
          <a:xfrm>
            <a:off x="8269248" y="2563178"/>
            <a:ext cx="296108" cy="137160"/>
          </a:xfrm>
          <a:prstGeom prst="roundRect">
            <a:avLst>
              <a:gd name="adj" fmla="val 50000"/>
            </a:avLst>
          </a:prstGeom>
          <a:solidFill>
            <a:srgbClr val="F87171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45" name="el-1792653966277-33"/>
          <p:cNvCxnSpPr/>
          <p:nvPr/>
        </p:nvCxnSpPr>
        <p:spPr>
          <a:xfrm>
            <a:off x="4480381" y="3092529"/>
            <a:ext cx="4084975" cy="914"/>
          </a:xfrm>
          <a:prstGeom prst="line">
            <a:avLst/>
          </a:prstGeom>
          <a:ln w="7144" cap="flat">
            <a:solidFill>
              <a:srgbClr val="FFFFFF">
                <a:alpha val="6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-1792653966609-96"/>
          <p:cNvSpPr/>
          <p:nvPr/>
        </p:nvSpPr>
        <p:spPr>
          <a:xfrm>
            <a:off x="4494669" y="2903220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214" y="96429"/>
                </a:moveTo>
                <a:lnTo>
                  <a:pt x="48214" y="96429"/>
                </a:lnTo>
                <a:cubicBezTo>
                  <a:pt x="57024" y="96286"/>
                  <a:pt x="65071" y="94143"/>
                  <a:pt x="72357" y="90000"/>
                </a:cubicBezTo>
                <a:lnTo>
                  <a:pt x="72357" y="90000"/>
                </a:lnTo>
                <a:lnTo>
                  <a:pt x="72357" y="90000"/>
                </a:lnTo>
                <a:cubicBezTo>
                  <a:pt x="79595" y="85762"/>
                  <a:pt x="85476" y="79881"/>
                  <a:pt x="90000" y="72357"/>
                </a:cubicBezTo>
                <a:lnTo>
                  <a:pt x="90000" y="72357"/>
                </a:lnTo>
                <a:cubicBezTo>
                  <a:pt x="94286" y="64690"/>
                  <a:pt x="96429" y="56643"/>
                  <a:pt x="96429" y="48214"/>
                </a:cubicBezTo>
                <a:lnTo>
                  <a:pt x="96429" y="48214"/>
                </a:lnTo>
                <a:cubicBezTo>
                  <a:pt x="96429" y="39786"/>
                  <a:pt x="94286" y="31762"/>
                  <a:pt x="90000" y="24143"/>
                </a:cubicBezTo>
                <a:lnTo>
                  <a:pt x="90000" y="24143"/>
                </a:lnTo>
                <a:cubicBezTo>
                  <a:pt x="85476" y="16571"/>
                  <a:pt x="79595" y="10667"/>
                  <a:pt x="72357" y="6429"/>
                </a:cubicBezTo>
                <a:lnTo>
                  <a:pt x="72357" y="6429"/>
                </a:lnTo>
                <a:cubicBezTo>
                  <a:pt x="65071" y="2286"/>
                  <a:pt x="57024" y="143"/>
                  <a:pt x="48214" y="0"/>
                </a:cubicBezTo>
                <a:lnTo>
                  <a:pt x="48214" y="0"/>
                </a:lnTo>
                <a:cubicBezTo>
                  <a:pt x="39405" y="143"/>
                  <a:pt x="31381" y="2286"/>
                  <a:pt x="24143" y="6429"/>
                </a:cubicBezTo>
                <a:lnTo>
                  <a:pt x="24143" y="6429"/>
                </a:lnTo>
                <a:cubicBezTo>
                  <a:pt x="16857" y="10667"/>
                  <a:pt x="10952" y="16571"/>
                  <a:pt x="6429" y="24143"/>
                </a:cubicBezTo>
                <a:lnTo>
                  <a:pt x="6429" y="24143"/>
                </a:lnTo>
                <a:cubicBezTo>
                  <a:pt x="2143" y="31762"/>
                  <a:pt x="0" y="39786"/>
                  <a:pt x="0" y="48214"/>
                </a:cubicBezTo>
                <a:lnTo>
                  <a:pt x="0" y="48214"/>
                </a:lnTo>
                <a:cubicBezTo>
                  <a:pt x="0" y="56643"/>
                  <a:pt x="2143" y="64690"/>
                  <a:pt x="6429" y="72357"/>
                </a:cubicBezTo>
                <a:lnTo>
                  <a:pt x="6429" y="72357"/>
                </a:lnTo>
                <a:cubicBezTo>
                  <a:pt x="10952" y="79881"/>
                  <a:pt x="16857" y="85762"/>
                  <a:pt x="24143" y="90000"/>
                </a:cubicBezTo>
                <a:lnTo>
                  <a:pt x="24143" y="90000"/>
                </a:lnTo>
                <a:cubicBezTo>
                  <a:pt x="31381" y="94143"/>
                  <a:pt x="39405" y="96286"/>
                  <a:pt x="48214" y="96429"/>
                </a:cubicBezTo>
                <a:lnTo>
                  <a:pt x="48214" y="96429"/>
                </a:lnTo>
                <a:moveTo>
                  <a:pt x="32929" y="32929"/>
                </a:moveTo>
                <a:lnTo>
                  <a:pt x="32929" y="32929"/>
                </a:lnTo>
                <a:cubicBezTo>
                  <a:pt x="35071" y="31214"/>
                  <a:pt x="37214" y="31214"/>
                  <a:pt x="39357" y="32929"/>
                </a:cubicBezTo>
                <a:lnTo>
                  <a:pt x="39357" y="32929"/>
                </a:lnTo>
                <a:lnTo>
                  <a:pt x="48214" y="41786"/>
                </a:lnTo>
                <a:lnTo>
                  <a:pt x="57071" y="32929"/>
                </a:lnTo>
                <a:cubicBezTo>
                  <a:pt x="59214" y="31214"/>
                  <a:pt x="61357" y="31214"/>
                  <a:pt x="63500" y="32929"/>
                </a:cubicBezTo>
                <a:lnTo>
                  <a:pt x="63500" y="32929"/>
                </a:lnTo>
                <a:cubicBezTo>
                  <a:pt x="65214" y="35071"/>
                  <a:pt x="65214" y="37214"/>
                  <a:pt x="63500" y="39357"/>
                </a:cubicBezTo>
                <a:lnTo>
                  <a:pt x="63500" y="39357"/>
                </a:lnTo>
                <a:lnTo>
                  <a:pt x="54643" y="48214"/>
                </a:lnTo>
                <a:lnTo>
                  <a:pt x="63500" y="57071"/>
                </a:lnTo>
                <a:cubicBezTo>
                  <a:pt x="65214" y="59214"/>
                  <a:pt x="65214" y="61357"/>
                  <a:pt x="63500" y="63500"/>
                </a:cubicBezTo>
                <a:lnTo>
                  <a:pt x="63500" y="63500"/>
                </a:lnTo>
                <a:cubicBezTo>
                  <a:pt x="61357" y="65214"/>
                  <a:pt x="59214" y="65214"/>
                  <a:pt x="57071" y="63500"/>
                </a:cubicBezTo>
                <a:lnTo>
                  <a:pt x="57071" y="63500"/>
                </a:lnTo>
                <a:lnTo>
                  <a:pt x="48214" y="54643"/>
                </a:lnTo>
                <a:lnTo>
                  <a:pt x="39357" y="63500"/>
                </a:lnTo>
                <a:cubicBezTo>
                  <a:pt x="37214" y="65214"/>
                  <a:pt x="35071" y="65214"/>
                  <a:pt x="32929" y="63500"/>
                </a:cubicBezTo>
                <a:lnTo>
                  <a:pt x="32929" y="63500"/>
                </a:lnTo>
                <a:cubicBezTo>
                  <a:pt x="31214" y="61357"/>
                  <a:pt x="31214" y="59214"/>
                  <a:pt x="32929" y="57071"/>
                </a:cubicBezTo>
                <a:lnTo>
                  <a:pt x="32929" y="57071"/>
                </a:lnTo>
                <a:lnTo>
                  <a:pt x="41786" y="48214"/>
                </a:lnTo>
                <a:lnTo>
                  <a:pt x="32929" y="39357"/>
                </a:lnTo>
                <a:cubicBezTo>
                  <a:pt x="31214" y="37214"/>
                  <a:pt x="31214" y="35071"/>
                  <a:pt x="32929" y="32929"/>
                </a:cubicBezTo>
                <a:lnTo>
                  <a:pt x="32929" y="32929"/>
                </a:lnTo>
              </a:path>
            </a:pathLst>
          </a:custGeom>
          <a:solidFill>
            <a:srgbClr val="F871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el-1792653966313-57"/>
          <p:cNvSpPr/>
          <p:nvPr/>
        </p:nvSpPr>
        <p:spPr>
          <a:xfrm>
            <a:off x="8269248" y="2898934"/>
            <a:ext cx="296108" cy="137160"/>
          </a:xfrm>
          <a:prstGeom prst="roundRect">
            <a:avLst>
              <a:gd name="adj" fmla="val 50000"/>
            </a:avLst>
          </a:prstGeom>
          <a:solidFill>
            <a:srgbClr val="F87171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48" name="el-1792653966278-34"/>
          <p:cNvCxnSpPr/>
          <p:nvPr/>
        </p:nvCxnSpPr>
        <p:spPr>
          <a:xfrm>
            <a:off x="4480381" y="3428286"/>
            <a:ext cx="4084975" cy="914"/>
          </a:xfrm>
          <a:prstGeom prst="line">
            <a:avLst/>
          </a:prstGeom>
          <a:ln w="7144" cap="flat">
            <a:solidFill>
              <a:srgbClr val="FFFFFF">
                <a:alpha val="6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el-1792653966610-97"/>
          <p:cNvSpPr/>
          <p:nvPr/>
        </p:nvSpPr>
        <p:spPr>
          <a:xfrm>
            <a:off x="4494669" y="3238976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214" y="96429"/>
                </a:moveTo>
                <a:lnTo>
                  <a:pt x="48214" y="96429"/>
                </a:lnTo>
                <a:cubicBezTo>
                  <a:pt x="57024" y="96286"/>
                  <a:pt x="65071" y="94143"/>
                  <a:pt x="72357" y="90000"/>
                </a:cubicBezTo>
                <a:lnTo>
                  <a:pt x="72357" y="90000"/>
                </a:lnTo>
                <a:lnTo>
                  <a:pt x="72357" y="90000"/>
                </a:lnTo>
                <a:cubicBezTo>
                  <a:pt x="79595" y="85762"/>
                  <a:pt x="85476" y="79881"/>
                  <a:pt x="90000" y="72357"/>
                </a:cubicBezTo>
                <a:lnTo>
                  <a:pt x="90000" y="72357"/>
                </a:lnTo>
                <a:cubicBezTo>
                  <a:pt x="94286" y="64690"/>
                  <a:pt x="96429" y="56643"/>
                  <a:pt x="96429" y="48214"/>
                </a:cubicBezTo>
                <a:lnTo>
                  <a:pt x="96429" y="48214"/>
                </a:lnTo>
                <a:cubicBezTo>
                  <a:pt x="96429" y="39786"/>
                  <a:pt x="94286" y="31762"/>
                  <a:pt x="90000" y="24143"/>
                </a:cubicBezTo>
                <a:lnTo>
                  <a:pt x="90000" y="24143"/>
                </a:lnTo>
                <a:cubicBezTo>
                  <a:pt x="85476" y="16571"/>
                  <a:pt x="79595" y="10667"/>
                  <a:pt x="72357" y="6429"/>
                </a:cubicBezTo>
                <a:lnTo>
                  <a:pt x="72357" y="6429"/>
                </a:lnTo>
                <a:cubicBezTo>
                  <a:pt x="65071" y="2286"/>
                  <a:pt x="57024" y="143"/>
                  <a:pt x="48214" y="0"/>
                </a:cubicBezTo>
                <a:lnTo>
                  <a:pt x="48214" y="0"/>
                </a:lnTo>
                <a:cubicBezTo>
                  <a:pt x="39405" y="143"/>
                  <a:pt x="31381" y="2286"/>
                  <a:pt x="24143" y="6429"/>
                </a:cubicBezTo>
                <a:lnTo>
                  <a:pt x="24143" y="6429"/>
                </a:lnTo>
                <a:cubicBezTo>
                  <a:pt x="16857" y="10667"/>
                  <a:pt x="10952" y="16571"/>
                  <a:pt x="6429" y="24143"/>
                </a:cubicBezTo>
                <a:lnTo>
                  <a:pt x="6429" y="24143"/>
                </a:lnTo>
                <a:cubicBezTo>
                  <a:pt x="2143" y="31762"/>
                  <a:pt x="0" y="39786"/>
                  <a:pt x="0" y="48214"/>
                </a:cubicBezTo>
                <a:lnTo>
                  <a:pt x="0" y="48214"/>
                </a:lnTo>
                <a:cubicBezTo>
                  <a:pt x="0" y="56643"/>
                  <a:pt x="2143" y="64690"/>
                  <a:pt x="6429" y="72357"/>
                </a:cubicBezTo>
                <a:lnTo>
                  <a:pt x="6429" y="72357"/>
                </a:lnTo>
                <a:cubicBezTo>
                  <a:pt x="10952" y="79881"/>
                  <a:pt x="16857" y="85762"/>
                  <a:pt x="24143" y="90000"/>
                </a:cubicBezTo>
                <a:lnTo>
                  <a:pt x="24143" y="90000"/>
                </a:lnTo>
                <a:cubicBezTo>
                  <a:pt x="31381" y="94143"/>
                  <a:pt x="39405" y="96286"/>
                  <a:pt x="48214" y="96429"/>
                </a:cubicBezTo>
                <a:lnTo>
                  <a:pt x="48214" y="96429"/>
                </a:lnTo>
                <a:moveTo>
                  <a:pt x="69500" y="39357"/>
                </a:moveTo>
                <a:lnTo>
                  <a:pt x="69500" y="39357"/>
                </a:lnTo>
                <a:lnTo>
                  <a:pt x="45357" y="63500"/>
                </a:lnTo>
                <a:cubicBezTo>
                  <a:pt x="43262" y="65214"/>
                  <a:pt x="41143" y="65214"/>
                  <a:pt x="39000" y="63500"/>
                </a:cubicBezTo>
                <a:lnTo>
                  <a:pt x="39000" y="63500"/>
                </a:lnTo>
                <a:lnTo>
                  <a:pt x="26929" y="51429"/>
                </a:lnTo>
                <a:cubicBezTo>
                  <a:pt x="25167" y="49286"/>
                  <a:pt x="25167" y="47143"/>
                  <a:pt x="26929" y="45000"/>
                </a:cubicBezTo>
                <a:lnTo>
                  <a:pt x="26929" y="45000"/>
                </a:lnTo>
                <a:cubicBezTo>
                  <a:pt x="29071" y="43238"/>
                  <a:pt x="31214" y="43238"/>
                  <a:pt x="33357" y="45000"/>
                </a:cubicBezTo>
                <a:lnTo>
                  <a:pt x="33357" y="45000"/>
                </a:lnTo>
                <a:lnTo>
                  <a:pt x="42214" y="53857"/>
                </a:lnTo>
                <a:lnTo>
                  <a:pt x="63071" y="32929"/>
                </a:lnTo>
                <a:cubicBezTo>
                  <a:pt x="65214" y="31214"/>
                  <a:pt x="67357" y="31214"/>
                  <a:pt x="69500" y="32929"/>
                </a:cubicBezTo>
                <a:lnTo>
                  <a:pt x="69500" y="32929"/>
                </a:lnTo>
                <a:cubicBezTo>
                  <a:pt x="71262" y="35071"/>
                  <a:pt x="71262" y="37214"/>
                  <a:pt x="69500" y="39357"/>
                </a:cubicBezTo>
                <a:lnTo>
                  <a:pt x="69500" y="39357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el-1792653966314-60"/>
          <p:cNvSpPr/>
          <p:nvPr/>
        </p:nvSpPr>
        <p:spPr>
          <a:xfrm>
            <a:off x="8218170" y="3234690"/>
            <a:ext cx="347186" cy="137160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el-1792653966254-11"/>
          <p:cNvSpPr/>
          <p:nvPr/>
        </p:nvSpPr>
        <p:spPr>
          <a:xfrm>
            <a:off x="4480381" y="3560445"/>
            <a:ext cx="4084975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601" y="0"/>
                </a:lnTo>
                <a:lnTo>
                  <a:pt x="98739" y="83"/>
                </a:lnTo>
                <a:lnTo>
                  <a:pt x="98874" y="333"/>
                </a:lnTo>
                <a:lnTo>
                  <a:pt x="99007" y="722"/>
                </a:lnTo>
                <a:lnTo>
                  <a:pt x="99138" y="1278"/>
                </a:lnTo>
                <a:lnTo>
                  <a:pt x="99261" y="1972"/>
                </a:lnTo>
                <a:lnTo>
                  <a:pt x="99378" y="2806"/>
                </a:lnTo>
                <a:lnTo>
                  <a:pt x="99490" y="3778"/>
                </a:lnTo>
                <a:lnTo>
                  <a:pt x="99590" y="4889"/>
                </a:lnTo>
                <a:lnTo>
                  <a:pt x="99683" y="6083"/>
                </a:lnTo>
                <a:lnTo>
                  <a:pt x="99765" y="7417"/>
                </a:lnTo>
                <a:lnTo>
                  <a:pt x="99834" y="8806"/>
                </a:lnTo>
                <a:lnTo>
                  <a:pt x="99893" y="10278"/>
                </a:lnTo>
                <a:lnTo>
                  <a:pt x="99939" y="11833"/>
                </a:lnTo>
                <a:lnTo>
                  <a:pt x="99972" y="13417"/>
                </a:lnTo>
                <a:lnTo>
                  <a:pt x="99993" y="15028"/>
                </a:lnTo>
                <a:lnTo>
                  <a:pt x="100000" y="16667"/>
                </a:lnTo>
                <a:lnTo>
                  <a:pt x="100000" y="83333"/>
                </a:lnTo>
                <a:lnTo>
                  <a:pt x="99993" y="84972"/>
                </a:lnTo>
                <a:lnTo>
                  <a:pt x="99972" y="86583"/>
                </a:lnTo>
                <a:lnTo>
                  <a:pt x="99939" y="88167"/>
                </a:lnTo>
                <a:lnTo>
                  <a:pt x="99893" y="89722"/>
                </a:lnTo>
                <a:lnTo>
                  <a:pt x="99834" y="91194"/>
                </a:lnTo>
                <a:lnTo>
                  <a:pt x="99765" y="92583"/>
                </a:lnTo>
                <a:lnTo>
                  <a:pt x="99683" y="93917"/>
                </a:lnTo>
                <a:lnTo>
                  <a:pt x="99590" y="95111"/>
                </a:lnTo>
                <a:lnTo>
                  <a:pt x="99490" y="96222"/>
                </a:lnTo>
                <a:lnTo>
                  <a:pt x="99378" y="97194"/>
                </a:lnTo>
                <a:lnTo>
                  <a:pt x="99261" y="98028"/>
                </a:lnTo>
                <a:lnTo>
                  <a:pt x="99138" y="98722"/>
                </a:lnTo>
                <a:lnTo>
                  <a:pt x="99007" y="99278"/>
                </a:lnTo>
                <a:lnTo>
                  <a:pt x="98874" y="99667"/>
                </a:lnTo>
                <a:lnTo>
                  <a:pt x="98739" y="99917"/>
                </a:lnTo>
                <a:lnTo>
                  <a:pt x="98601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el-1792653966256-13"/>
          <p:cNvSpPr/>
          <p:nvPr/>
        </p:nvSpPr>
        <p:spPr>
          <a:xfrm>
            <a:off x="4480381" y="3560445"/>
            <a:ext cx="4084975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el-1792653966601-84"/>
          <p:cNvSpPr/>
          <p:nvPr/>
        </p:nvSpPr>
        <p:spPr>
          <a:xfrm>
            <a:off x="4660725" y="3660448"/>
            <a:ext cx="107229" cy="142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84455" y="8800"/>
                </a:moveTo>
                <a:lnTo>
                  <a:pt x="84455" y="8800"/>
                </a:lnTo>
                <a:cubicBezTo>
                  <a:pt x="86030" y="5822"/>
                  <a:pt x="85152" y="3289"/>
                  <a:pt x="81818" y="1200"/>
                </a:cubicBezTo>
                <a:lnTo>
                  <a:pt x="81818" y="1200"/>
                </a:lnTo>
                <a:cubicBezTo>
                  <a:pt x="78061" y="-489"/>
                  <a:pt x="74515" y="-356"/>
                  <a:pt x="71182" y="1600"/>
                </a:cubicBezTo>
                <a:lnTo>
                  <a:pt x="71182" y="1600"/>
                </a:lnTo>
                <a:lnTo>
                  <a:pt x="3000" y="45333"/>
                </a:lnTo>
                <a:cubicBezTo>
                  <a:pt x="152" y="47289"/>
                  <a:pt x="-667" y="49556"/>
                  <a:pt x="545" y="52133"/>
                </a:cubicBezTo>
                <a:lnTo>
                  <a:pt x="545" y="52133"/>
                </a:lnTo>
                <a:cubicBezTo>
                  <a:pt x="2182" y="54756"/>
                  <a:pt x="4848" y="56133"/>
                  <a:pt x="8545" y="56267"/>
                </a:cubicBezTo>
                <a:lnTo>
                  <a:pt x="8545" y="56267"/>
                </a:lnTo>
                <a:lnTo>
                  <a:pt x="38364" y="56267"/>
                </a:lnTo>
                <a:lnTo>
                  <a:pt x="17909" y="91200"/>
                </a:lnTo>
                <a:cubicBezTo>
                  <a:pt x="16273" y="94222"/>
                  <a:pt x="17152" y="96778"/>
                  <a:pt x="20545" y="98867"/>
                </a:cubicBezTo>
                <a:lnTo>
                  <a:pt x="20545" y="98867"/>
                </a:lnTo>
                <a:cubicBezTo>
                  <a:pt x="24242" y="100556"/>
                  <a:pt x="27788" y="100422"/>
                  <a:pt x="31182" y="98467"/>
                </a:cubicBezTo>
                <a:lnTo>
                  <a:pt x="31182" y="98467"/>
                </a:lnTo>
                <a:lnTo>
                  <a:pt x="99364" y="54667"/>
                </a:lnTo>
                <a:cubicBezTo>
                  <a:pt x="102212" y="52711"/>
                  <a:pt x="103030" y="50444"/>
                  <a:pt x="101818" y="47867"/>
                </a:cubicBezTo>
                <a:lnTo>
                  <a:pt x="101818" y="47867"/>
                </a:lnTo>
                <a:cubicBezTo>
                  <a:pt x="100364" y="45244"/>
                  <a:pt x="97697" y="43867"/>
                  <a:pt x="93818" y="43733"/>
                </a:cubicBezTo>
                <a:lnTo>
                  <a:pt x="93818" y="43733"/>
                </a:lnTo>
                <a:lnTo>
                  <a:pt x="64182" y="43733"/>
                </a:lnTo>
                <a:lnTo>
                  <a:pt x="84455" y="8800"/>
                </a:lnTo>
              </a:path>
            </a:pathLst>
          </a:custGeom>
          <a:solidFill>
            <a:srgbClr val="60A5F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54" name="el-1792653966235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el-1792653966600-82"/>
          <p:cNvSpPr/>
          <p:nvPr/>
        </p:nvSpPr>
        <p:spPr>
          <a:xfrm>
            <a:off x="401337" y="4919749"/>
            <a:ext cx="140301" cy="11174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600" y="24833"/>
                </a:moveTo>
                <a:lnTo>
                  <a:pt x="47733" y="24833"/>
                </a:lnTo>
                <a:cubicBezTo>
                  <a:pt x="48889" y="23500"/>
                  <a:pt x="49200" y="21861"/>
                  <a:pt x="48667" y="19917"/>
                </a:cubicBezTo>
                <a:lnTo>
                  <a:pt x="48667" y="19917"/>
                </a:lnTo>
                <a:cubicBezTo>
                  <a:pt x="48267" y="18861"/>
                  <a:pt x="47844" y="17889"/>
                  <a:pt x="47400" y="17000"/>
                </a:cubicBezTo>
                <a:lnTo>
                  <a:pt x="47400" y="17000"/>
                </a:lnTo>
                <a:lnTo>
                  <a:pt x="46933" y="15833"/>
                </a:lnTo>
                <a:cubicBezTo>
                  <a:pt x="46444" y="14889"/>
                  <a:pt x="45933" y="13972"/>
                  <a:pt x="45400" y="13083"/>
                </a:cubicBezTo>
                <a:lnTo>
                  <a:pt x="45400" y="13083"/>
                </a:lnTo>
                <a:cubicBezTo>
                  <a:pt x="44333" y="11528"/>
                  <a:pt x="43089" y="11083"/>
                  <a:pt x="41667" y="11750"/>
                </a:cubicBezTo>
                <a:lnTo>
                  <a:pt x="41667" y="11750"/>
                </a:lnTo>
                <a:lnTo>
                  <a:pt x="37133" y="13500"/>
                </a:lnTo>
                <a:cubicBezTo>
                  <a:pt x="35444" y="11778"/>
                  <a:pt x="33556" y="10417"/>
                  <a:pt x="31467" y="9417"/>
                </a:cubicBezTo>
                <a:lnTo>
                  <a:pt x="31467" y="9417"/>
                </a:lnTo>
                <a:lnTo>
                  <a:pt x="30533" y="3750"/>
                </a:lnTo>
                <a:cubicBezTo>
                  <a:pt x="30133" y="1750"/>
                  <a:pt x="29200" y="556"/>
                  <a:pt x="27733" y="167"/>
                </a:cubicBezTo>
                <a:lnTo>
                  <a:pt x="27733" y="167"/>
                </a:lnTo>
                <a:cubicBezTo>
                  <a:pt x="26711" y="56"/>
                  <a:pt x="25622" y="0"/>
                  <a:pt x="24467" y="0"/>
                </a:cubicBezTo>
                <a:lnTo>
                  <a:pt x="24467" y="0"/>
                </a:lnTo>
                <a:lnTo>
                  <a:pt x="24467" y="0"/>
                </a:lnTo>
                <a:cubicBezTo>
                  <a:pt x="23400" y="0"/>
                  <a:pt x="22356" y="56"/>
                  <a:pt x="21333" y="167"/>
                </a:cubicBezTo>
                <a:lnTo>
                  <a:pt x="21333" y="167"/>
                </a:lnTo>
                <a:cubicBezTo>
                  <a:pt x="19778" y="556"/>
                  <a:pt x="18778" y="1750"/>
                  <a:pt x="18333" y="3750"/>
                </a:cubicBezTo>
                <a:lnTo>
                  <a:pt x="18333" y="3750"/>
                </a:lnTo>
                <a:lnTo>
                  <a:pt x="17400" y="9417"/>
                </a:lnTo>
                <a:cubicBezTo>
                  <a:pt x="15311" y="10417"/>
                  <a:pt x="13444" y="11778"/>
                  <a:pt x="11800" y="13500"/>
                </a:cubicBezTo>
                <a:lnTo>
                  <a:pt x="11800" y="13500"/>
                </a:lnTo>
                <a:lnTo>
                  <a:pt x="7400" y="11750"/>
                </a:lnTo>
                <a:cubicBezTo>
                  <a:pt x="5844" y="11083"/>
                  <a:pt x="4556" y="11528"/>
                  <a:pt x="3533" y="13083"/>
                </a:cubicBezTo>
                <a:lnTo>
                  <a:pt x="3533" y="13083"/>
                </a:lnTo>
                <a:cubicBezTo>
                  <a:pt x="3000" y="13972"/>
                  <a:pt x="2467" y="14944"/>
                  <a:pt x="1933" y="16000"/>
                </a:cubicBezTo>
                <a:lnTo>
                  <a:pt x="1933" y="16000"/>
                </a:lnTo>
                <a:lnTo>
                  <a:pt x="1467" y="17000"/>
                </a:lnTo>
                <a:cubicBezTo>
                  <a:pt x="1067" y="17889"/>
                  <a:pt x="644" y="18861"/>
                  <a:pt x="200" y="19917"/>
                </a:cubicBezTo>
                <a:lnTo>
                  <a:pt x="200" y="19917"/>
                </a:lnTo>
                <a:cubicBezTo>
                  <a:pt x="-289" y="21861"/>
                  <a:pt x="89" y="23500"/>
                  <a:pt x="1333" y="24833"/>
                </a:cubicBezTo>
                <a:lnTo>
                  <a:pt x="1333" y="24833"/>
                </a:lnTo>
                <a:lnTo>
                  <a:pt x="4733" y="28750"/>
                </a:lnTo>
                <a:cubicBezTo>
                  <a:pt x="4556" y="30028"/>
                  <a:pt x="4467" y="31389"/>
                  <a:pt x="4467" y="32833"/>
                </a:cubicBezTo>
                <a:lnTo>
                  <a:pt x="4467" y="32833"/>
                </a:lnTo>
                <a:cubicBezTo>
                  <a:pt x="4467" y="34278"/>
                  <a:pt x="4556" y="35639"/>
                  <a:pt x="4733" y="36917"/>
                </a:cubicBezTo>
                <a:lnTo>
                  <a:pt x="4733" y="36917"/>
                </a:lnTo>
                <a:lnTo>
                  <a:pt x="1333" y="40833"/>
                </a:lnTo>
                <a:cubicBezTo>
                  <a:pt x="89" y="42111"/>
                  <a:pt x="-289" y="43722"/>
                  <a:pt x="200" y="45667"/>
                </a:cubicBezTo>
                <a:lnTo>
                  <a:pt x="200" y="45667"/>
                </a:lnTo>
                <a:cubicBezTo>
                  <a:pt x="644" y="46722"/>
                  <a:pt x="1067" y="47722"/>
                  <a:pt x="1467" y="48667"/>
                </a:cubicBezTo>
                <a:lnTo>
                  <a:pt x="1467" y="48667"/>
                </a:lnTo>
                <a:lnTo>
                  <a:pt x="1933" y="49833"/>
                </a:lnTo>
                <a:cubicBezTo>
                  <a:pt x="2378" y="50722"/>
                  <a:pt x="2911" y="51611"/>
                  <a:pt x="3533" y="52500"/>
                </a:cubicBezTo>
                <a:lnTo>
                  <a:pt x="3533" y="52500"/>
                </a:lnTo>
                <a:cubicBezTo>
                  <a:pt x="4556" y="54111"/>
                  <a:pt x="5844" y="54583"/>
                  <a:pt x="7400" y="53917"/>
                </a:cubicBezTo>
                <a:lnTo>
                  <a:pt x="7400" y="53917"/>
                </a:lnTo>
                <a:lnTo>
                  <a:pt x="11800" y="52167"/>
                </a:lnTo>
                <a:cubicBezTo>
                  <a:pt x="13444" y="53833"/>
                  <a:pt x="15311" y="55194"/>
                  <a:pt x="17400" y="56250"/>
                </a:cubicBezTo>
                <a:lnTo>
                  <a:pt x="17400" y="56250"/>
                </a:lnTo>
                <a:lnTo>
                  <a:pt x="18333" y="61917"/>
                </a:lnTo>
                <a:cubicBezTo>
                  <a:pt x="18778" y="63861"/>
                  <a:pt x="19778" y="65028"/>
                  <a:pt x="21333" y="65417"/>
                </a:cubicBezTo>
                <a:lnTo>
                  <a:pt x="21333" y="65417"/>
                </a:lnTo>
                <a:cubicBezTo>
                  <a:pt x="22356" y="65583"/>
                  <a:pt x="23400" y="65667"/>
                  <a:pt x="24467" y="65667"/>
                </a:cubicBezTo>
                <a:lnTo>
                  <a:pt x="24467" y="65667"/>
                </a:lnTo>
                <a:cubicBezTo>
                  <a:pt x="25489" y="65667"/>
                  <a:pt x="26533" y="65583"/>
                  <a:pt x="27600" y="65417"/>
                </a:cubicBezTo>
                <a:lnTo>
                  <a:pt x="27600" y="65417"/>
                </a:lnTo>
                <a:cubicBezTo>
                  <a:pt x="29156" y="65028"/>
                  <a:pt x="30133" y="63861"/>
                  <a:pt x="30533" y="61917"/>
                </a:cubicBezTo>
                <a:lnTo>
                  <a:pt x="30533" y="61917"/>
                </a:lnTo>
                <a:lnTo>
                  <a:pt x="31467" y="56250"/>
                </a:lnTo>
                <a:cubicBezTo>
                  <a:pt x="33556" y="55194"/>
                  <a:pt x="35444" y="53833"/>
                  <a:pt x="37133" y="52167"/>
                </a:cubicBezTo>
                <a:lnTo>
                  <a:pt x="37133" y="52167"/>
                </a:lnTo>
                <a:lnTo>
                  <a:pt x="41467" y="53917"/>
                </a:lnTo>
                <a:cubicBezTo>
                  <a:pt x="43022" y="54583"/>
                  <a:pt x="44333" y="54111"/>
                  <a:pt x="45400" y="52500"/>
                </a:cubicBezTo>
                <a:lnTo>
                  <a:pt x="45400" y="52500"/>
                </a:lnTo>
                <a:cubicBezTo>
                  <a:pt x="45933" y="51611"/>
                  <a:pt x="46444" y="50722"/>
                  <a:pt x="46933" y="49833"/>
                </a:cubicBezTo>
                <a:lnTo>
                  <a:pt x="46933" y="49833"/>
                </a:lnTo>
                <a:lnTo>
                  <a:pt x="47400" y="48667"/>
                </a:lnTo>
                <a:cubicBezTo>
                  <a:pt x="47844" y="47722"/>
                  <a:pt x="48267" y="46722"/>
                  <a:pt x="48667" y="45667"/>
                </a:cubicBezTo>
                <a:lnTo>
                  <a:pt x="48667" y="45667"/>
                </a:lnTo>
                <a:cubicBezTo>
                  <a:pt x="49200" y="43722"/>
                  <a:pt x="48844" y="42111"/>
                  <a:pt x="47600" y="40833"/>
                </a:cubicBezTo>
                <a:lnTo>
                  <a:pt x="47600" y="40833"/>
                </a:lnTo>
                <a:lnTo>
                  <a:pt x="44133" y="36917"/>
                </a:lnTo>
                <a:cubicBezTo>
                  <a:pt x="44356" y="35639"/>
                  <a:pt x="44467" y="34278"/>
                  <a:pt x="44467" y="32833"/>
                </a:cubicBezTo>
                <a:lnTo>
                  <a:pt x="44467" y="32833"/>
                </a:lnTo>
                <a:cubicBezTo>
                  <a:pt x="44467" y="31389"/>
                  <a:pt x="44356" y="30028"/>
                  <a:pt x="44133" y="28750"/>
                </a:cubicBezTo>
                <a:lnTo>
                  <a:pt x="44133" y="28750"/>
                </a:lnTo>
                <a:lnTo>
                  <a:pt x="47600" y="24833"/>
                </a:lnTo>
                <a:moveTo>
                  <a:pt x="16933" y="32833"/>
                </a:moveTo>
                <a:lnTo>
                  <a:pt x="16933" y="32833"/>
                </a:lnTo>
                <a:cubicBezTo>
                  <a:pt x="17067" y="29278"/>
                  <a:pt x="18311" y="26528"/>
                  <a:pt x="20667" y="24583"/>
                </a:cubicBezTo>
                <a:lnTo>
                  <a:pt x="20667" y="24583"/>
                </a:lnTo>
                <a:cubicBezTo>
                  <a:pt x="23200" y="23028"/>
                  <a:pt x="25711" y="23028"/>
                  <a:pt x="28200" y="24583"/>
                </a:cubicBezTo>
                <a:lnTo>
                  <a:pt x="28200" y="24583"/>
                </a:lnTo>
                <a:cubicBezTo>
                  <a:pt x="30600" y="26528"/>
                  <a:pt x="31844" y="29278"/>
                  <a:pt x="31933" y="32833"/>
                </a:cubicBezTo>
                <a:lnTo>
                  <a:pt x="31933" y="32833"/>
                </a:lnTo>
                <a:cubicBezTo>
                  <a:pt x="31844" y="36333"/>
                  <a:pt x="30600" y="39056"/>
                  <a:pt x="28200" y="41000"/>
                </a:cubicBezTo>
                <a:lnTo>
                  <a:pt x="28200" y="41000"/>
                </a:lnTo>
                <a:cubicBezTo>
                  <a:pt x="25711" y="42556"/>
                  <a:pt x="23200" y="42556"/>
                  <a:pt x="20667" y="41000"/>
                </a:cubicBezTo>
                <a:lnTo>
                  <a:pt x="20667" y="41000"/>
                </a:lnTo>
                <a:cubicBezTo>
                  <a:pt x="18311" y="39056"/>
                  <a:pt x="17067" y="36333"/>
                  <a:pt x="16933" y="32833"/>
                </a:cubicBezTo>
                <a:lnTo>
                  <a:pt x="16933" y="32833"/>
                </a:lnTo>
                <a:moveTo>
                  <a:pt x="78333" y="96083"/>
                </a:moveTo>
                <a:lnTo>
                  <a:pt x="78333" y="96250"/>
                </a:lnTo>
                <a:cubicBezTo>
                  <a:pt x="79400" y="97694"/>
                  <a:pt x="80711" y="98111"/>
                  <a:pt x="82267" y="97500"/>
                </a:cubicBezTo>
                <a:lnTo>
                  <a:pt x="82267" y="97500"/>
                </a:lnTo>
                <a:cubicBezTo>
                  <a:pt x="83111" y="96944"/>
                  <a:pt x="83889" y="96417"/>
                  <a:pt x="84600" y="95917"/>
                </a:cubicBezTo>
                <a:lnTo>
                  <a:pt x="84600" y="95917"/>
                </a:lnTo>
                <a:lnTo>
                  <a:pt x="85533" y="95333"/>
                </a:lnTo>
                <a:cubicBezTo>
                  <a:pt x="86289" y="94667"/>
                  <a:pt x="87022" y="94000"/>
                  <a:pt x="87733" y="93333"/>
                </a:cubicBezTo>
                <a:lnTo>
                  <a:pt x="87733" y="93333"/>
                </a:lnTo>
                <a:cubicBezTo>
                  <a:pt x="88978" y="92056"/>
                  <a:pt x="89333" y="90500"/>
                  <a:pt x="88800" y="88667"/>
                </a:cubicBezTo>
                <a:lnTo>
                  <a:pt x="88800" y="88667"/>
                </a:lnTo>
                <a:lnTo>
                  <a:pt x="87400" y="83000"/>
                </a:lnTo>
                <a:cubicBezTo>
                  <a:pt x="88778" y="80944"/>
                  <a:pt x="89867" y="78611"/>
                  <a:pt x="90667" y="76000"/>
                </a:cubicBezTo>
                <a:lnTo>
                  <a:pt x="90667" y="76000"/>
                </a:lnTo>
                <a:lnTo>
                  <a:pt x="95200" y="74833"/>
                </a:lnTo>
                <a:cubicBezTo>
                  <a:pt x="96800" y="74278"/>
                  <a:pt x="97756" y="73028"/>
                  <a:pt x="98067" y="71083"/>
                </a:cubicBezTo>
                <a:lnTo>
                  <a:pt x="98067" y="71083"/>
                </a:lnTo>
                <a:cubicBezTo>
                  <a:pt x="98156" y="69806"/>
                  <a:pt x="98200" y="68500"/>
                  <a:pt x="98200" y="67167"/>
                </a:cubicBezTo>
                <a:lnTo>
                  <a:pt x="98200" y="67167"/>
                </a:lnTo>
                <a:cubicBezTo>
                  <a:pt x="98200" y="65889"/>
                  <a:pt x="98156" y="64583"/>
                  <a:pt x="98067" y="63250"/>
                </a:cubicBezTo>
                <a:lnTo>
                  <a:pt x="98067" y="63250"/>
                </a:lnTo>
                <a:cubicBezTo>
                  <a:pt x="97756" y="61306"/>
                  <a:pt x="96800" y="60083"/>
                  <a:pt x="95200" y="59583"/>
                </a:cubicBezTo>
                <a:lnTo>
                  <a:pt x="95200" y="59583"/>
                </a:lnTo>
                <a:lnTo>
                  <a:pt x="90667" y="58417"/>
                </a:lnTo>
                <a:cubicBezTo>
                  <a:pt x="89867" y="55806"/>
                  <a:pt x="88778" y="53444"/>
                  <a:pt x="87400" y="51333"/>
                </a:cubicBezTo>
                <a:lnTo>
                  <a:pt x="87400" y="51333"/>
                </a:lnTo>
                <a:lnTo>
                  <a:pt x="88800" y="45917"/>
                </a:lnTo>
                <a:cubicBezTo>
                  <a:pt x="89333" y="43972"/>
                  <a:pt x="88978" y="42333"/>
                  <a:pt x="87733" y="41000"/>
                </a:cubicBezTo>
                <a:lnTo>
                  <a:pt x="87733" y="41000"/>
                </a:lnTo>
                <a:cubicBezTo>
                  <a:pt x="87022" y="40333"/>
                  <a:pt x="86289" y="39694"/>
                  <a:pt x="85533" y="39083"/>
                </a:cubicBezTo>
                <a:lnTo>
                  <a:pt x="85533" y="39083"/>
                </a:lnTo>
                <a:lnTo>
                  <a:pt x="84600" y="38500"/>
                </a:lnTo>
                <a:cubicBezTo>
                  <a:pt x="83889" y="37944"/>
                  <a:pt x="83111" y="37417"/>
                  <a:pt x="82267" y="36917"/>
                </a:cubicBezTo>
                <a:lnTo>
                  <a:pt x="82267" y="36917"/>
                </a:lnTo>
                <a:cubicBezTo>
                  <a:pt x="80711" y="36250"/>
                  <a:pt x="79400" y="36694"/>
                  <a:pt x="78333" y="38250"/>
                </a:cubicBezTo>
                <a:lnTo>
                  <a:pt x="78333" y="38250"/>
                </a:lnTo>
                <a:lnTo>
                  <a:pt x="75200" y="42583"/>
                </a:lnTo>
                <a:cubicBezTo>
                  <a:pt x="74178" y="42306"/>
                  <a:pt x="73089" y="42167"/>
                  <a:pt x="71933" y="42167"/>
                </a:cubicBezTo>
                <a:lnTo>
                  <a:pt x="71933" y="42167"/>
                </a:lnTo>
                <a:cubicBezTo>
                  <a:pt x="70778" y="42167"/>
                  <a:pt x="69689" y="42306"/>
                  <a:pt x="68667" y="42583"/>
                </a:cubicBezTo>
                <a:lnTo>
                  <a:pt x="68667" y="42583"/>
                </a:lnTo>
                <a:lnTo>
                  <a:pt x="65533" y="38250"/>
                </a:lnTo>
                <a:cubicBezTo>
                  <a:pt x="64511" y="36694"/>
                  <a:pt x="63222" y="36250"/>
                  <a:pt x="61667" y="36917"/>
                </a:cubicBezTo>
                <a:lnTo>
                  <a:pt x="61667" y="36917"/>
                </a:lnTo>
                <a:cubicBezTo>
                  <a:pt x="60822" y="37417"/>
                  <a:pt x="60022" y="37944"/>
                  <a:pt x="59267" y="38500"/>
                </a:cubicBezTo>
                <a:lnTo>
                  <a:pt x="59267" y="38500"/>
                </a:lnTo>
                <a:lnTo>
                  <a:pt x="58533" y="39083"/>
                </a:lnTo>
                <a:cubicBezTo>
                  <a:pt x="57689" y="39694"/>
                  <a:pt x="56911" y="40333"/>
                  <a:pt x="56200" y="41000"/>
                </a:cubicBezTo>
                <a:lnTo>
                  <a:pt x="56200" y="41000"/>
                </a:lnTo>
                <a:cubicBezTo>
                  <a:pt x="54911" y="42333"/>
                  <a:pt x="54533" y="43972"/>
                  <a:pt x="55067" y="45917"/>
                </a:cubicBezTo>
                <a:lnTo>
                  <a:pt x="55067" y="45917"/>
                </a:lnTo>
                <a:lnTo>
                  <a:pt x="56467" y="51333"/>
                </a:lnTo>
                <a:cubicBezTo>
                  <a:pt x="55133" y="53444"/>
                  <a:pt x="54044" y="55806"/>
                  <a:pt x="53200" y="58417"/>
                </a:cubicBezTo>
                <a:lnTo>
                  <a:pt x="53200" y="58417"/>
                </a:lnTo>
                <a:lnTo>
                  <a:pt x="48667" y="59583"/>
                </a:lnTo>
                <a:cubicBezTo>
                  <a:pt x="47111" y="60083"/>
                  <a:pt x="46178" y="61306"/>
                  <a:pt x="45867" y="63250"/>
                </a:cubicBezTo>
                <a:lnTo>
                  <a:pt x="45867" y="63250"/>
                </a:lnTo>
                <a:cubicBezTo>
                  <a:pt x="45733" y="64583"/>
                  <a:pt x="45667" y="65889"/>
                  <a:pt x="45667" y="67167"/>
                </a:cubicBezTo>
                <a:lnTo>
                  <a:pt x="45667" y="67167"/>
                </a:lnTo>
                <a:cubicBezTo>
                  <a:pt x="45667" y="68500"/>
                  <a:pt x="45733" y="69806"/>
                  <a:pt x="45867" y="71083"/>
                </a:cubicBezTo>
                <a:lnTo>
                  <a:pt x="45867" y="71083"/>
                </a:lnTo>
                <a:cubicBezTo>
                  <a:pt x="46178" y="73028"/>
                  <a:pt x="47111" y="74278"/>
                  <a:pt x="48667" y="74833"/>
                </a:cubicBezTo>
                <a:lnTo>
                  <a:pt x="48667" y="74833"/>
                </a:lnTo>
                <a:lnTo>
                  <a:pt x="53200" y="76000"/>
                </a:lnTo>
                <a:cubicBezTo>
                  <a:pt x="54044" y="78611"/>
                  <a:pt x="55133" y="80944"/>
                  <a:pt x="56467" y="83000"/>
                </a:cubicBezTo>
                <a:lnTo>
                  <a:pt x="56467" y="83000"/>
                </a:lnTo>
                <a:lnTo>
                  <a:pt x="55067" y="88500"/>
                </a:lnTo>
                <a:cubicBezTo>
                  <a:pt x="54533" y="90444"/>
                  <a:pt x="54911" y="92056"/>
                  <a:pt x="56200" y="93333"/>
                </a:cubicBezTo>
                <a:lnTo>
                  <a:pt x="56200" y="93333"/>
                </a:lnTo>
                <a:cubicBezTo>
                  <a:pt x="56911" y="94000"/>
                  <a:pt x="57689" y="94667"/>
                  <a:pt x="58533" y="95333"/>
                </a:cubicBezTo>
                <a:lnTo>
                  <a:pt x="58533" y="95333"/>
                </a:lnTo>
                <a:lnTo>
                  <a:pt x="59267" y="95917"/>
                </a:lnTo>
                <a:cubicBezTo>
                  <a:pt x="60022" y="96417"/>
                  <a:pt x="60822" y="96944"/>
                  <a:pt x="61667" y="97500"/>
                </a:cubicBezTo>
                <a:lnTo>
                  <a:pt x="61667" y="97500"/>
                </a:lnTo>
                <a:cubicBezTo>
                  <a:pt x="63222" y="98111"/>
                  <a:pt x="64511" y="97639"/>
                  <a:pt x="65533" y="96083"/>
                </a:cubicBezTo>
                <a:lnTo>
                  <a:pt x="65533" y="96083"/>
                </a:lnTo>
                <a:lnTo>
                  <a:pt x="68667" y="91833"/>
                </a:lnTo>
                <a:cubicBezTo>
                  <a:pt x="69689" y="92056"/>
                  <a:pt x="70778" y="92167"/>
                  <a:pt x="71933" y="92167"/>
                </a:cubicBezTo>
                <a:lnTo>
                  <a:pt x="71933" y="92167"/>
                </a:lnTo>
                <a:cubicBezTo>
                  <a:pt x="73089" y="92167"/>
                  <a:pt x="74178" y="92056"/>
                  <a:pt x="75200" y="91833"/>
                </a:cubicBezTo>
                <a:lnTo>
                  <a:pt x="75200" y="91833"/>
                </a:lnTo>
                <a:lnTo>
                  <a:pt x="78333" y="96083"/>
                </a:lnTo>
                <a:moveTo>
                  <a:pt x="71933" y="57833"/>
                </a:moveTo>
                <a:lnTo>
                  <a:pt x="71933" y="57833"/>
                </a:lnTo>
                <a:cubicBezTo>
                  <a:pt x="74778" y="57944"/>
                  <a:pt x="76978" y="59500"/>
                  <a:pt x="78533" y="62500"/>
                </a:cubicBezTo>
                <a:lnTo>
                  <a:pt x="78533" y="62500"/>
                </a:lnTo>
                <a:cubicBezTo>
                  <a:pt x="79778" y="65611"/>
                  <a:pt x="79778" y="68750"/>
                  <a:pt x="78533" y="71917"/>
                </a:cubicBezTo>
                <a:lnTo>
                  <a:pt x="78533" y="71917"/>
                </a:lnTo>
                <a:cubicBezTo>
                  <a:pt x="76978" y="74861"/>
                  <a:pt x="74778" y="76417"/>
                  <a:pt x="71933" y="76583"/>
                </a:cubicBezTo>
                <a:lnTo>
                  <a:pt x="71933" y="76583"/>
                </a:lnTo>
                <a:cubicBezTo>
                  <a:pt x="69133" y="76417"/>
                  <a:pt x="66956" y="74861"/>
                  <a:pt x="65400" y="71917"/>
                </a:cubicBezTo>
                <a:lnTo>
                  <a:pt x="65400" y="71917"/>
                </a:lnTo>
                <a:cubicBezTo>
                  <a:pt x="64156" y="68750"/>
                  <a:pt x="64156" y="65611"/>
                  <a:pt x="65400" y="62500"/>
                </a:cubicBezTo>
                <a:lnTo>
                  <a:pt x="65400" y="62500"/>
                </a:lnTo>
                <a:cubicBezTo>
                  <a:pt x="66956" y="59500"/>
                  <a:pt x="69133" y="57944"/>
                  <a:pt x="71933" y="57833"/>
                </a:cubicBezTo>
                <a:lnTo>
                  <a:pt x="71933" y="57833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el-1792653966243-7"/>
          <p:cNvSpPr txBox="1"/>
          <p:nvPr/>
        </p:nvSpPr>
        <p:spPr>
          <a:xfrm>
            <a:off x="757238" y="139303"/>
            <a:ext cx="3096387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功能三 —— 知识库与校验器</a:t>
            </a:r>
            <a:endParaRPr/>
          </a:p>
        </p:txBody>
      </p:sp>
      <p:sp>
        <p:nvSpPr>
          <p:cNvPr id="57" name="el-1792653966236-4"/>
          <p:cNvSpPr txBox="1"/>
          <p:nvPr/>
        </p:nvSpPr>
        <p:spPr>
          <a:xfrm>
            <a:off x="8093869" y="185023"/>
            <a:ext cx="72009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42875"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自动校验</a:t>
            </a:r>
            <a:endParaRPr/>
          </a:p>
        </p:txBody>
      </p:sp>
      <p:sp>
        <p:nvSpPr>
          <p:cNvPr id="58" name="el-1792653966321-64"/>
          <p:cNvSpPr txBox="1"/>
          <p:nvPr/>
        </p:nvSpPr>
        <p:spPr>
          <a:xfrm>
            <a:off x="507206" y="1681639"/>
            <a:ext cx="722376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642C"/>
                </a:solidFill>
                <a:latin typeface="SimHei"/>
                <a:ea typeface="SimHei"/>
                <a:cs typeface="SimHei"/>
              </a:rPr>
              <a:t>50+</a:t>
            </a:r>
            <a:endParaRPr/>
          </a:p>
        </p:txBody>
      </p:sp>
      <p:sp>
        <p:nvSpPr>
          <p:cNvPr id="59" name="el-1792653966305-44"/>
          <p:cNvSpPr txBox="1"/>
          <p:nvPr/>
        </p:nvSpPr>
        <p:spPr>
          <a:xfrm>
            <a:off x="507206" y="1955959"/>
            <a:ext cx="96387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对象缩写表</a:t>
            </a:r>
            <a:endParaRPr/>
          </a:p>
        </p:txBody>
      </p:sp>
      <p:sp>
        <p:nvSpPr>
          <p:cNvPr id="60" name="el-1792653966321-65"/>
          <p:cNvSpPr txBox="1"/>
          <p:nvPr/>
        </p:nvSpPr>
        <p:spPr>
          <a:xfrm>
            <a:off x="1696105" y="1681639"/>
            <a:ext cx="722376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642C"/>
                </a:solidFill>
                <a:latin typeface="SimHei"/>
                <a:ea typeface="SimHei"/>
                <a:cs typeface="SimHei"/>
              </a:rPr>
              <a:t>60+</a:t>
            </a:r>
            <a:endParaRPr/>
          </a:p>
        </p:txBody>
      </p:sp>
      <p:sp>
        <p:nvSpPr>
          <p:cNvPr id="61" name="el-1792653966305-45"/>
          <p:cNvSpPr txBox="1"/>
          <p:nvPr/>
        </p:nvSpPr>
        <p:spPr>
          <a:xfrm>
            <a:off x="1696105" y="1955959"/>
            <a:ext cx="96387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命令签名表</a:t>
            </a:r>
            <a:endParaRPr/>
          </a:p>
        </p:txBody>
      </p:sp>
      <p:sp>
        <p:nvSpPr>
          <p:cNvPr id="62" name="el-1792653966321-66"/>
          <p:cNvSpPr txBox="1"/>
          <p:nvPr/>
        </p:nvSpPr>
        <p:spPr>
          <a:xfrm>
            <a:off x="2885003" y="1693069"/>
            <a:ext cx="116586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E8642C"/>
                </a:solidFill>
                <a:latin typeface="SimHei"/>
                <a:ea typeface="SimHei"/>
                <a:cs typeface="SimHei"/>
              </a:rPr>
              <a:t>全国一卷 17题</a:t>
            </a:r>
            <a:endParaRPr/>
          </a:p>
        </p:txBody>
      </p:sp>
      <p:sp>
        <p:nvSpPr>
          <p:cNvPr id="63" name="el-1792653966305-46"/>
          <p:cNvSpPr txBox="1"/>
          <p:nvPr/>
        </p:nvSpPr>
        <p:spPr>
          <a:xfrm>
            <a:off x="2885003" y="1893094"/>
            <a:ext cx="118461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金标准范例</a:t>
            </a:r>
            <a:endParaRPr/>
          </a:p>
        </p:txBody>
      </p:sp>
      <p:sp>
        <p:nvSpPr>
          <p:cNvPr id="64" name="el-1792653966278-35"/>
          <p:cNvSpPr txBox="1"/>
          <p:nvPr/>
        </p:nvSpPr>
        <p:spPr>
          <a:xfrm>
            <a:off x="721519" y="2441734"/>
            <a:ext cx="5372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括号配对</a:t>
            </a:r>
            <a:endParaRPr/>
          </a:p>
        </p:txBody>
      </p:sp>
      <p:sp>
        <p:nvSpPr>
          <p:cNvPr id="65" name="el-1792653966279-36"/>
          <p:cNvSpPr txBox="1"/>
          <p:nvPr/>
        </p:nvSpPr>
        <p:spPr>
          <a:xfrm>
            <a:off x="2608094" y="2441734"/>
            <a:ext cx="5372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函数套娃</a:t>
            </a:r>
            <a:endParaRPr/>
          </a:p>
        </p:txBody>
      </p:sp>
      <p:sp>
        <p:nvSpPr>
          <p:cNvPr id="66" name="el-1792653966279-37"/>
          <p:cNvSpPr txBox="1"/>
          <p:nvPr/>
        </p:nvSpPr>
        <p:spPr>
          <a:xfrm>
            <a:off x="721519" y="2818924"/>
            <a:ext cx="5372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命名规范</a:t>
            </a:r>
            <a:endParaRPr/>
          </a:p>
        </p:txBody>
      </p:sp>
      <p:sp>
        <p:nvSpPr>
          <p:cNvPr id="67" name="el-1792653966279-38"/>
          <p:cNvSpPr txBox="1"/>
          <p:nvPr/>
        </p:nvSpPr>
        <p:spPr>
          <a:xfrm>
            <a:off x="2608094" y="2818924"/>
            <a:ext cx="5372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参数类型</a:t>
            </a:r>
            <a:endParaRPr/>
          </a:p>
        </p:txBody>
      </p:sp>
      <p:sp>
        <p:nvSpPr>
          <p:cNvPr id="68" name="el-1792653966279-39"/>
          <p:cNvSpPr txBox="1"/>
          <p:nvPr/>
        </p:nvSpPr>
        <p:spPr>
          <a:xfrm>
            <a:off x="721519" y="3196114"/>
            <a:ext cx="5372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语法结构</a:t>
            </a:r>
            <a:endParaRPr/>
          </a:p>
        </p:txBody>
      </p:sp>
      <p:sp>
        <p:nvSpPr>
          <p:cNvPr id="69" name="el-1792653966279-40"/>
          <p:cNvSpPr txBox="1"/>
          <p:nvPr/>
        </p:nvSpPr>
        <p:spPr>
          <a:xfrm>
            <a:off x="2608094" y="3196114"/>
            <a:ext cx="5372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对象引用</a:t>
            </a:r>
            <a:endParaRPr/>
          </a:p>
        </p:txBody>
      </p:sp>
      <p:sp>
        <p:nvSpPr>
          <p:cNvPr id="70" name="el-1792653966280-41"/>
          <p:cNvSpPr txBox="1"/>
          <p:nvPr/>
        </p:nvSpPr>
        <p:spPr>
          <a:xfrm>
            <a:off x="721519" y="3573304"/>
            <a:ext cx="5372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重复定义</a:t>
            </a:r>
            <a:endParaRPr/>
          </a:p>
        </p:txBody>
      </p:sp>
      <p:sp>
        <p:nvSpPr>
          <p:cNvPr id="71" name="el-1792653966280-42"/>
          <p:cNvSpPr txBox="1"/>
          <p:nvPr/>
        </p:nvSpPr>
        <p:spPr>
          <a:xfrm>
            <a:off x="2608094" y="3573304"/>
            <a:ext cx="6515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命令白名单</a:t>
            </a:r>
            <a:endParaRPr/>
          </a:p>
        </p:txBody>
      </p:sp>
      <p:sp>
        <p:nvSpPr>
          <p:cNvPr id="72" name="el-1792653966260-14"/>
          <p:cNvSpPr txBox="1"/>
          <p:nvPr/>
        </p:nvSpPr>
        <p:spPr>
          <a:xfrm>
            <a:off x="4980444" y="1468755"/>
            <a:ext cx="158671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28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Python 校验器 · 输出</a:t>
            </a:r>
            <a:endParaRPr/>
          </a:p>
        </p:txBody>
      </p:sp>
      <p:sp>
        <p:nvSpPr>
          <p:cNvPr id="73" name="el-1792653966306-47"/>
          <p:cNvSpPr txBox="1"/>
          <p:nvPr/>
        </p:nvSpPr>
        <p:spPr>
          <a:xfrm>
            <a:off x="4723269" y="1894523"/>
            <a:ext cx="4293858" cy="1314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 = Sphere((0,0,0), 2)</a:t>
            </a:r>
            <a:endParaRPr/>
          </a:p>
        </p:txBody>
      </p:sp>
      <p:sp>
        <p:nvSpPr>
          <p:cNvPr id="74" name="el-1792653966306-48"/>
          <p:cNvSpPr txBox="1"/>
          <p:nvPr/>
        </p:nvSpPr>
        <p:spPr>
          <a:xfrm>
            <a:off x="8289608" y="1905953"/>
            <a:ext cx="459629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PASS</a:t>
            </a:r>
            <a:endParaRPr/>
          </a:p>
        </p:txBody>
      </p:sp>
      <p:sp>
        <p:nvSpPr>
          <p:cNvPr id="75" name="el-1792653966308-50"/>
          <p:cNvSpPr txBox="1"/>
          <p:nvPr/>
        </p:nvSpPr>
        <p:spPr>
          <a:xfrm>
            <a:off x="4723269" y="2230279"/>
            <a:ext cx="4220706" cy="1314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 = Pyramid(A, 4, 3)</a:t>
            </a:r>
            <a:endParaRPr/>
          </a:p>
        </p:txBody>
      </p:sp>
      <p:sp>
        <p:nvSpPr>
          <p:cNvPr id="76" name="el-1792653966309-51"/>
          <p:cNvSpPr txBox="1"/>
          <p:nvPr/>
        </p:nvSpPr>
        <p:spPr>
          <a:xfrm>
            <a:off x="8289608" y="2241709"/>
            <a:ext cx="459629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PASS</a:t>
            </a:r>
            <a:endParaRPr/>
          </a:p>
        </p:txBody>
      </p:sp>
      <p:sp>
        <p:nvSpPr>
          <p:cNvPr id="77" name="el-1792653966311-53"/>
          <p:cNvSpPr txBox="1"/>
          <p:nvPr/>
        </p:nvSpPr>
        <p:spPr>
          <a:xfrm>
            <a:off x="4723269" y="2566035"/>
            <a:ext cx="4420731" cy="1314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 = Circle(Point1, Point2)</a:t>
            </a:r>
            <a:endParaRPr/>
          </a:p>
        </p:txBody>
      </p:sp>
      <p:sp>
        <p:nvSpPr>
          <p:cNvPr id="78" name="el-1792653966311-54"/>
          <p:cNvSpPr txBox="1"/>
          <p:nvPr/>
        </p:nvSpPr>
        <p:spPr>
          <a:xfrm>
            <a:off x="8340686" y="2577465"/>
            <a:ext cx="378833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F87171"/>
                </a:solidFill>
                <a:latin typeface="Consolas"/>
                <a:ea typeface="Consolas"/>
                <a:cs typeface="Consolas"/>
              </a:rPr>
              <a:t>ERR</a:t>
            </a:r>
            <a:endParaRPr/>
          </a:p>
        </p:txBody>
      </p:sp>
      <p:sp>
        <p:nvSpPr>
          <p:cNvPr id="79" name="el-1792653966304-43"/>
          <p:cNvSpPr txBox="1"/>
          <p:nvPr/>
        </p:nvSpPr>
        <p:spPr>
          <a:xfrm>
            <a:off x="4723269" y="2901791"/>
            <a:ext cx="4420731" cy="1314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 = Curve( </a:t>
            </a:r>
            <a:r>
              <a:rPr sz="900">
                <a:solidFill>
                  <a:srgbClr val="FCA5A5"/>
                </a:solidFill>
                <a:latin typeface="Consolas"/>
                <a:ea typeface="Consolas"/>
                <a:cs typeface="Consolas"/>
              </a:rPr>
              <a:t>sin(t), cos(t)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)</a:t>
            </a:r>
            <a:endParaRPr/>
          </a:p>
        </p:txBody>
      </p:sp>
      <p:sp>
        <p:nvSpPr>
          <p:cNvPr id="80" name="el-1792653966312-56"/>
          <p:cNvSpPr txBox="1"/>
          <p:nvPr/>
        </p:nvSpPr>
        <p:spPr>
          <a:xfrm>
            <a:off x="8340686" y="2913221"/>
            <a:ext cx="378833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F87171"/>
                </a:solidFill>
                <a:latin typeface="Consolas"/>
                <a:ea typeface="Consolas"/>
                <a:cs typeface="Consolas"/>
              </a:rPr>
              <a:t>ERR</a:t>
            </a:r>
            <a:endParaRPr/>
          </a:p>
        </p:txBody>
      </p:sp>
      <p:sp>
        <p:nvSpPr>
          <p:cNvPr id="81" name="el-1792653966313-58"/>
          <p:cNvSpPr txBox="1"/>
          <p:nvPr/>
        </p:nvSpPr>
        <p:spPr>
          <a:xfrm>
            <a:off x="4723269" y="3237548"/>
            <a:ext cx="4037826" cy="1314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 = Locus(P, Q)</a:t>
            </a:r>
            <a:endParaRPr/>
          </a:p>
        </p:txBody>
      </p:sp>
      <p:sp>
        <p:nvSpPr>
          <p:cNvPr id="82" name="el-1792653966313-59"/>
          <p:cNvSpPr txBox="1"/>
          <p:nvPr/>
        </p:nvSpPr>
        <p:spPr>
          <a:xfrm>
            <a:off x="8289608" y="3248978"/>
            <a:ext cx="459629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PASS</a:t>
            </a:r>
            <a:endParaRPr/>
          </a:p>
        </p:txBody>
      </p:sp>
      <p:sp>
        <p:nvSpPr>
          <p:cNvPr id="83" name="el-1792653966261-15"/>
          <p:cNvSpPr txBox="1"/>
          <p:nvPr/>
        </p:nvSpPr>
        <p:spPr>
          <a:xfrm>
            <a:off x="4848284" y="3646170"/>
            <a:ext cx="260691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CE7F5"/>
                </a:solidFill>
                <a:latin typeface="Microsoft YaHei"/>
                <a:ea typeface="Microsoft YaHei"/>
                <a:cs typeface="Microsoft YaHei"/>
              </a:rPr>
              <a:t>8 项检查 · 自动拦截错误指令 · 生成时即校验</a:t>
            </a:r>
            <a:endParaRPr/>
          </a:p>
        </p:txBody>
      </p:sp>
      <p:sp>
        <p:nvSpPr>
          <p:cNvPr id="84" name="el-1792653966244-8"/>
          <p:cNvSpPr txBox="1"/>
          <p:nvPr/>
        </p:nvSpPr>
        <p:spPr>
          <a:xfrm>
            <a:off x="628650" y="4907042"/>
            <a:ext cx="132868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知识库 · 校验器 · 金标准</a:t>
            </a:r>
            <a:endParaRPr/>
          </a:p>
        </p:txBody>
      </p:sp>
      <p:sp>
        <p:nvSpPr>
          <p:cNvPr id="85" name="el-1792653966238-6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6329-1"/>
          <p:cNvSpPr/>
          <p:nvPr/>
        </p:nvSpPr>
        <p:spPr>
          <a:xfrm>
            <a:off x="0" y="0"/>
            <a:ext cx="542925" cy="5429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26316"/>
                </a:lnTo>
                <a:cubicBezTo>
                  <a:pt x="100000" y="67010"/>
                  <a:pt x="67010" y="100000"/>
                  <a:pt x="26316" y="100000"/>
                </a:cubicBez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E8642C">
                  <a:alpha val="12000"/>
                </a:srgbClr>
              </a:gs>
              <a:gs pos="72000">
                <a:srgbClr val="E8642C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" name="el-1792653966595-80"/>
          <p:cNvPicPr/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158163" y="785813"/>
            <a:ext cx="642938" cy="642938"/>
          </a:xfrm>
          <a:prstGeom prst="roundRect">
            <a:avLst>
              <a:gd name="adj" fmla="val 13333"/>
            </a:avLst>
          </a:prstGeom>
          <a:ln>
            <a:noFill/>
          </a:ln>
        </p:spPr>
      </p:pic>
      <p:pic>
        <p:nvPicPr>
          <p:cNvPr id="4" name="el-1792653966689-10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5" name="el-1792653966331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2653966352-11"/>
          <p:cNvSpPr/>
          <p:nvPr/>
        </p:nvSpPr>
        <p:spPr>
          <a:xfrm>
            <a:off x="400050" y="117872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6655-103"/>
          <p:cNvSpPr/>
          <p:nvPr/>
        </p:nvSpPr>
        <p:spPr>
          <a:xfrm>
            <a:off x="471488" y="189309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6429" y="18071"/>
                </a:moveTo>
                <a:lnTo>
                  <a:pt x="96429" y="18071"/>
                </a:lnTo>
                <a:cubicBezTo>
                  <a:pt x="96286" y="21357"/>
                  <a:pt x="95286" y="24881"/>
                  <a:pt x="93429" y="28643"/>
                </a:cubicBezTo>
                <a:lnTo>
                  <a:pt x="93429" y="28643"/>
                </a:lnTo>
                <a:lnTo>
                  <a:pt x="93429" y="28643"/>
                </a:lnTo>
                <a:cubicBezTo>
                  <a:pt x="91429" y="32405"/>
                  <a:pt x="89238" y="35976"/>
                  <a:pt x="86857" y="39357"/>
                </a:cubicBezTo>
                <a:lnTo>
                  <a:pt x="86857" y="39357"/>
                </a:lnTo>
                <a:lnTo>
                  <a:pt x="86857" y="39357"/>
                </a:lnTo>
                <a:cubicBezTo>
                  <a:pt x="84333" y="42643"/>
                  <a:pt x="82190" y="45286"/>
                  <a:pt x="80429" y="47286"/>
                </a:cubicBezTo>
                <a:lnTo>
                  <a:pt x="80429" y="47286"/>
                </a:lnTo>
                <a:cubicBezTo>
                  <a:pt x="79667" y="48143"/>
                  <a:pt x="78786" y="48452"/>
                  <a:pt x="77786" y="48214"/>
                </a:cubicBezTo>
                <a:lnTo>
                  <a:pt x="77786" y="48214"/>
                </a:lnTo>
                <a:lnTo>
                  <a:pt x="60286" y="48214"/>
                </a:lnTo>
                <a:cubicBezTo>
                  <a:pt x="58524" y="48214"/>
                  <a:pt x="57071" y="48786"/>
                  <a:pt x="55929" y="49929"/>
                </a:cubicBezTo>
                <a:lnTo>
                  <a:pt x="55929" y="49929"/>
                </a:lnTo>
                <a:cubicBezTo>
                  <a:pt x="54786" y="51024"/>
                  <a:pt x="54214" y="52452"/>
                  <a:pt x="54214" y="54214"/>
                </a:cubicBezTo>
                <a:lnTo>
                  <a:pt x="54214" y="54214"/>
                </a:lnTo>
                <a:cubicBezTo>
                  <a:pt x="54214" y="55976"/>
                  <a:pt x="54786" y="57429"/>
                  <a:pt x="55929" y="58571"/>
                </a:cubicBezTo>
                <a:lnTo>
                  <a:pt x="55929" y="58571"/>
                </a:lnTo>
                <a:cubicBezTo>
                  <a:pt x="57071" y="59714"/>
                  <a:pt x="58524" y="60286"/>
                  <a:pt x="60286" y="60286"/>
                </a:cubicBezTo>
                <a:lnTo>
                  <a:pt x="60286" y="60286"/>
                </a:lnTo>
                <a:lnTo>
                  <a:pt x="78357" y="60286"/>
                </a:lnTo>
                <a:cubicBezTo>
                  <a:pt x="83500" y="60381"/>
                  <a:pt x="87762" y="62143"/>
                  <a:pt x="91143" y="65571"/>
                </a:cubicBezTo>
                <a:lnTo>
                  <a:pt x="91143" y="65571"/>
                </a:lnTo>
                <a:cubicBezTo>
                  <a:pt x="94524" y="68952"/>
                  <a:pt x="96286" y="73214"/>
                  <a:pt x="96429" y="78357"/>
                </a:cubicBezTo>
                <a:lnTo>
                  <a:pt x="96429" y="78357"/>
                </a:lnTo>
                <a:cubicBezTo>
                  <a:pt x="96286" y="83500"/>
                  <a:pt x="94524" y="87762"/>
                  <a:pt x="91143" y="91143"/>
                </a:cubicBezTo>
                <a:lnTo>
                  <a:pt x="91143" y="91143"/>
                </a:lnTo>
                <a:cubicBezTo>
                  <a:pt x="87762" y="94524"/>
                  <a:pt x="83500" y="96286"/>
                  <a:pt x="78357" y="96429"/>
                </a:cubicBezTo>
                <a:lnTo>
                  <a:pt x="78357" y="96429"/>
                </a:lnTo>
                <a:lnTo>
                  <a:pt x="26357" y="96429"/>
                </a:lnTo>
                <a:cubicBezTo>
                  <a:pt x="27976" y="94524"/>
                  <a:pt x="29857" y="92190"/>
                  <a:pt x="32000" y="89429"/>
                </a:cubicBezTo>
                <a:lnTo>
                  <a:pt x="32000" y="89429"/>
                </a:lnTo>
                <a:cubicBezTo>
                  <a:pt x="33143" y="87952"/>
                  <a:pt x="34333" y="86262"/>
                  <a:pt x="35571" y="84357"/>
                </a:cubicBezTo>
                <a:lnTo>
                  <a:pt x="35571" y="84357"/>
                </a:lnTo>
                <a:lnTo>
                  <a:pt x="78357" y="84357"/>
                </a:lnTo>
                <a:cubicBezTo>
                  <a:pt x="80119" y="84357"/>
                  <a:pt x="81571" y="83810"/>
                  <a:pt x="82714" y="82714"/>
                </a:cubicBezTo>
                <a:lnTo>
                  <a:pt x="82714" y="82714"/>
                </a:lnTo>
                <a:cubicBezTo>
                  <a:pt x="83810" y="81571"/>
                  <a:pt x="84357" y="80119"/>
                  <a:pt x="84357" y="78357"/>
                </a:cubicBezTo>
                <a:lnTo>
                  <a:pt x="84357" y="78357"/>
                </a:lnTo>
                <a:cubicBezTo>
                  <a:pt x="84357" y="76595"/>
                  <a:pt x="83810" y="75143"/>
                  <a:pt x="82714" y="74000"/>
                </a:cubicBezTo>
                <a:lnTo>
                  <a:pt x="82714" y="74000"/>
                </a:lnTo>
                <a:cubicBezTo>
                  <a:pt x="81571" y="72905"/>
                  <a:pt x="80119" y="72357"/>
                  <a:pt x="78357" y="72357"/>
                </a:cubicBezTo>
                <a:lnTo>
                  <a:pt x="78357" y="72357"/>
                </a:lnTo>
                <a:lnTo>
                  <a:pt x="60286" y="72357"/>
                </a:lnTo>
                <a:cubicBezTo>
                  <a:pt x="55143" y="72214"/>
                  <a:pt x="50857" y="70452"/>
                  <a:pt x="47429" y="67071"/>
                </a:cubicBezTo>
                <a:lnTo>
                  <a:pt x="47429" y="67071"/>
                </a:lnTo>
                <a:cubicBezTo>
                  <a:pt x="44048" y="63643"/>
                  <a:pt x="42310" y="59357"/>
                  <a:pt x="42214" y="54214"/>
                </a:cubicBezTo>
                <a:lnTo>
                  <a:pt x="42214" y="54214"/>
                </a:lnTo>
                <a:cubicBezTo>
                  <a:pt x="42310" y="49071"/>
                  <a:pt x="44048" y="44810"/>
                  <a:pt x="47429" y="41429"/>
                </a:cubicBezTo>
                <a:lnTo>
                  <a:pt x="47429" y="41429"/>
                </a:lnTo>
                <a:cubicBezTo>
                  <a:pt x="50857" y="38048"/>
                  <a:pt x="55143" y="36286"/>
                  <a:pt x="60286" y="36143"/>
                </a:cubicBezTo>
                <a:lnTo>
                  <a:pt x="60286" y="36143"/>
                </a:lnTo>
                <a:lnTo>
                  <a:pt x="67786" y="36143"/>
                </a:lnTo>
                <a:cubicBezTo>
                  <a:pt x="65786" y="33143"/>
                  <a:pt x="64024" y="30071"/>
                  <a:pt x="62500" y="26929"/>
                </a:cubicBezTo>
                <a:lnTo>
                  <a:pt x="62500" y="26929"/>
                </a:lnTo>
                <a:cubicBezTo>
                  <a:pt x="61119" y="23786"/>
                  <a:pt x="60381" y="20833"/>
                  <a:pt x="60286" y="18071"/>
                </a:cubicBezTo>
                <a:lnTo>
                  <a:pt x="60286" y="18071"/>
                </a:lnTo>
                <a:cubicBezTo>
                  <a:pt x="60381" y="12929"/>
                  <a:pt x="62143" y="8667"/>
                  <a:pt x="65571" y="5286"/>
                </a:cubicBezTo>
                <a:lnTo>
                  <a:pt x="65571" y="5286"/>
                </a:lnTo>
                <a:cubicBezTo>
                  <a:pt x="68952" y="1905"/>
                  <a:pt x="73214" y="143"/>
                  <a:pt x="78357" y="0"/>
                </a:cubicBezTo>
                <a:lnTo>
                  <a:pt x="78357" y="0"/>
                </a:lnTo>
                <a:cubicBezTo>
                  <a:pt x="83500" y="143"/>
                  <a:pt x="87762" y="1905"/>
                  <a:pt x="91143" y="5286"/>
                </a:cubicBezTo>
                <a:lnTo>
                  <a:pt x="91143" y="5286"/>
                </a:lnTo>
                <a:cubicBezTo>
                  <a:pt x="94524" y="8667"/>
                  <a:pt x="96286" y="12929"/>
                  <a:pt x="96429" y="18071"/>
                </a:cubicBezTo>
                <a:lnTo>
                  <a:pt x="96429" y="18071"/>
                </a:lnTo>
                <a:moveTo>
                  <a:pt x="22000" y="92071"/>
                </a:moveTo>
                <a:lnTo>
                  <a:pt x="22000" y="92071"/>
                </a:lnTo>
                <a:cubicBezTo>
                  <a:pt x="21286" y="92976"/>
                  <a:pt x="20667" y="93667"/>
                  <a:pt x="20143" y="94143"/>
                </a:cubicBezTo>
                <a:lnTo>
                  <a:pt x="20143" y="94143"/>
                </a:lnTo>
                <a:lnTo>
                  <a:pt x="19786" y="94571"/>
                </a:lnTo>
                <a:lnTo>
                  <a:pt x="19786" y="94571"/>
                </a:lnTo>
                <a:cubicBezTo>
                  <a:pt x="18500" y="95429"/>
                  <a:pt x="17238" y="95286"/>
                  <a:pt x="16000" y="94143"/>
                </a:cubicBezTo>
                <a:lnTo>
                  <a:pt x="16000" y="94143"/>
                </a:lnTo>
                <a:cubicBezTo>
                  <a:pt x="14381" y="92381"/>
                  <a:pt x="12310" y="89952"/>
                  <a:pt x="9786" y="86857"/>
                </a:cubicBezTo>
                <a:lnTo>
                  <a:pt x="9786" y="86857"/>
                </a:lnTo>
                <a:cubicBezTo>
                  <a:pt x="7262" y="83714"/>
                  <a:pt x="5000" y="80310"/>
                  <a:pt x="3000" y="76643"/>
                </a:cubicBezTo>
                <a:lnTo>
                  <a:pt x="3000" y="76643"/>
                </a:lnTo>
                <a:cubicBezTo>
                  <a:pt x="1143" y="73024"/>
                  <a:pt x="143" y="69571"/>
                  <a:pt x="0" y="66286"/>
                </a:cubicBezTo>
                <a:lnTo>
                  <a:pt x="0" y="66286"/>
                </a:lnTo>
                <a:cubicBezTo>
                  <a:pt x="143" y="61143"/>
                  <a:pt x="1905" y="56881"/>
                  <a:pt x="5286" y="53500"/>
                </a:cubicBezTo>
                <a:lnTo>
                  <a:pt x="5286" y="53500"/>
                </a:lnTo>
                <a:cubicBezTo>
                  <a:pt x="8667" y="50119"/>
                  <a:pt x="12929" y="48357"/>
                  <a:pt x="18071" y="48214"/>
                </a:cubicBezTo>
                <a:lnTo>
                  <a:pt x="18071" y="48214"/>
                </a:lnTo>
                <a:cubicBezTo>
                  <a:pt x="23214" y="48357"/>
                  <a:pt x="27476" y="50119"/>
                  <a:pt x="30857" y="53500"/>
                </a:cubicBezTo>
                <a:lnTo>
                  <a:pt x="30857" y="53500"/>
                </a:lnTo>
                <a:cubicBezTo>
                  <a:pt x="34286" y="56881"/>
                  <a:pt x="36048" y="61143"/>
                  <a:pt x="36143" y="66286"/>
                </a:cubicBezTo>
                <a:lnTo>
                  <a:pt x="36143" y="66286"/>
                </a:lnTo>
                <a:cubicBezTo>
                  <a:pt x="36048" y="69190"/>
                  <a:pt x="35238" y="72262"/>
                  <a:pt x="33714" y="75500"/>
                </a:cubicBezTo>
                <a:lnTo>
                  <a:pt x="33714" y="75500"/>
                </a:lnTo>
                <a:cubicBezTo>
                  <a:pt x="32095" y="78643"/>
                  <a:pt x="30214" y="81738"/>
                  <a:pt x="28071" y="84786"/>
                </a:cubicBezTo>
                <a:lnTo>
                  <a:pt x="28071" y="84786"/>
                </a:lnTo>
                <a:cubicBezTo>
                  <a:pt x="25929" y="87548"/>
                  <a:pt x="23976" y="89929"/>
                  <a:pt x="22214" y="91929"/>
                </a:cubicBezTo>
                <a:lnTo>
                  <a:pt x="22214" y="91929"/>
                </a:lnTo>
                <a:lnTo>
                  <a:pt x="22000" y="92071"/>
                </a:lnTo>
                <a:moveTo>
                  <a:pt x="24143" y="66286"/>
                </a:moveTo>
                <a:lnTo>
                  <a:pt x="24143" y="66286"/>
                </a:lnTo>
                <a:cubicBezTo>
                  <a:pt x="24143" y="64524"/>
                  <a:pt x="23571" y="63071"/>
                  <a:pt x="22429" y="61929"/>
                </a:cubicBezTo>
                <a:lnTo>
                  <a:pt x="22429" y="61929"/>
                </a:lnTo>
                <a:lnTo>
                  <a:pt x="22429" y="61929"/>
                </a:lnTo>
                <a:cubicBezTo>
                  <a:pt x="21286" y="60833"/>
                  <a:pt x="19833" y="60286"/>
                  <a:pt x="18071" y="60286"/>
                </a:cubicBezTo>
                <a:lnTo>
                  <a:pt x="18071" y="60286"/>
                </a:lnTo>
                <a:cubicBezTo>
                  <a:pt x="16310" y="60286"/>
                  <a:pt x="14857" y="60833"/>
                  <a:pt x="13714" y="61929"/>
                </a:cubicBezTo>
                <a:lnTo>
                  <a:pt x="13714" y="61929"/>
                </a:lnTo>
                <a:cubicBezTo>
                  <a:pt x="12619" y="63071"/>
                  <a:pt x="12071" y="64524"/>
                  <a:pt x="12071" y="66286"/>
                </a:cubicBezTo>
                <a:lnTo>
                  <a:pt x="12071" y="66286"/>
                </a:lnTo>
                <a:cubicBezTo>
                  <a:pt x="12071" y="68048"/>
                  <a:pt x="12619" y="69500"/>
                  <a:pt x="13714" y="70643"/>
                </a:cubicBezTo>
                <a:lnTo>
                  <a:pt x="13714" y="70643"/>
                </a:lnTo>
                <a:cubicBezTo>
                  <a:pt x="14857" y="71786"/>
                  <a:pt x="16310" y="72357"/>
                  <a:pt x="18071" y="72357"/>
                </a:cubicBezTo>
                <a:lnTo>
                  <a:pt x="18071" y="72357"/>
                </a:lnTo>
                <a:cubicBezTo>
                  <a:pt x="19833" y="72357"/>
                  <a:pt x="21286" y="71786"/>
                  <a:pt x="22429" y="70643"/>
                </a:cubicBezTo>
                <a:lnTo>
                  <a:pt x="22429" y="70643"/>
                </a:lnTo>
                <a:cubicBezTo>
                  <a:pt x="23571" y="69500"/>
                  <a:pt x="24143" y="68048"/>
                  <a:pt x="24143" y="66286"/>
                </a:cubicBezTo>
                <a:lnTo>
                  <a:pt x="24143" y="66286"/>
                </a:lnTo>
                <a:moveTo>
                  <a:pt x="78357" y="24143"/>
                </a:moveTo>
                <a:lnTo>
                  <a:pt x="78357" y="24143"/>
                </a:lnTo>
                <a:cubicBezTo>
                  <a:pt x="80119" y="24143"/>
                  <a:pt x="81571" y="23571"/>
                  <a:pt x="82714" y="22429"/>
                </a:cubicBezTo>
                <a:lnTo>
                  <a:pt x="82714" y="22429"/>
                </a:lnTo>
                <a:lnTo>
                  <a:pt x="82714" y="22429"/>
                </a:lnTo>
                <a:cubicBezTo>
                  <a:pt x="83810" y="21286"/>
                  <a:pt x="84357" y="19833"/>
                  <a:pt x="84357" y="18071"/>
                </a:cubicBezTo>
                <a:lnTo>
                  <a:pt x="84357" y="18071"/>
                </a:lnTo>
                <a:cubicBezTo>
                  <a:pt x="84357" y="16310"/>
                  <a:pt x="83810" y="14857"/>
                  <a:pt x="82714" y="13714"/>
                </a:cubicBezTo>
                <a:lnTo>
                  <a:pt x="82714" y="13714"/>
                </a:lnTo>
                <a:cubicBezTo>
                  <a:pt x="81571" y="12619"/>
                  <a:pt x="80119" y="12071"/>
                  <a:pt x="78357" y="12071"/>
                </a:cubicBezTo>
                <a:lnTo>
                  <a:pt x="78357" y="12071"/>
                </a:lnTo>
                <a:cubicBezTo>
                  <a:pt x="76595" y="12071"/>
                  <a:pt x="75143" y="12619"/>
                  <a:pt x="74000" y="13714"/>
                </a:cubicBezTo>
                <a:lnTo>
                  <a:pt x="74000" y="13714"/>
                </a:lnTo>
                <a:cubicBezTo>
                  <a:pt x="72905" y="14857"/>
                  <a:pt x="72357" y="16310"/>
                  <a:pt x="72357" y="18071"/>
                </a:cubicBezTo>
                <a:lnTo>
                  <a:pt x="72357" y="18071"/>
                </a:lnTo>
                <a:cubicBezTo>
                  <a:pt x="72357" y="19833"/>
                  <a:pt x="72905" y="21286"/>
                  <a:pt x="74000" y="22429"/>
                </a:cubicBezTo>
                <a:lnTo>
                  <a:pt x="74000" y="22429"/>
                </a:lnTo>
                <a:cubicBezTo>
                  <a:pt x="75143" y="23571"/>
                  <a:pt x="76595" y="24143"/>
                  <a:pt x="78357" y="24143"/>
                </a:cubicBezTo>
                <a:lnTo>
                  <a:pt x="78357" y="24143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2653966333-5"/>
          <p:cNvSpPr/>
          <p:nvPr/>
        </p:nvSpPr>
        <p:spPr>
          <a:xfrm>
            <a:off x="7650867" y="149304"/>
            <a:ext cx="1093083" cy="20859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-1792653966652-99"/>
          <p:cNvSpPr/>
          <p:nvPr/>
        </p:nvSpPr>
        <p:spPr>
          <a:xfrm>
            <a:off x="7778536" y="207876"/>
            <a:ext cx="75060" cy="1000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81250" y="8364"/>
                </a:moveTo>
                <a:lnTo>
                  <a:pt x="81250" y="8364"/>
                </a:lnTo>
                <a:cubicBezTo>
                  <a:pt x="82833" y="5515"/>
                  <a:pt x="82000" y="3091"/>
                  <a:pt x="78750" y="1091"/>
                </a:cubicBezTo>
                <a:lnTo>
                  <a:pt x="78750" y="1091"/>
                </a:lnTo>
                <a:cubicBezTo>
                  <a:pt x="75167" y="-485"/>
                  <a:pt x="71750" y="-364"/>
                  <a:pt x="68500" y="1455"/>
                </a:cubicBezTo>
                <a:lnTo>
                  <a:pt x="68500" y="1455"/>
                </a:lnTo>
                <a:lnTo>
                  <a:pt x="2875" y="43273"/>
                </a:lnTo>
                <a:cubicBezTo>
                  <a:pt x="125" y="45152"/>
                  <a:pt x="-667" y="47333"/>
                  <a:pt x="500" y="49818"/>
                </a:cubicBezTo>
                <a:lnTo>
                  <a:pt x="500" y="49818"/>
                </a:lnTo>
                <a:cubicBezTo>
                  <a:pt x="2083" y="52303"/>
                  <a:pt x="4667" y="53606"/>
                  <a:pt x="8250" y="53727"/>
                </a:cubicBezTo>
                <a:lnTo>
                  <a:pt x="8250" y="53727"/>
                </a:lnTo>
                <a:lnTo>
                  <a:pt x="37000" y="53727"/>
                </a:lnTo>
                <a:lnTo>
                  <a:pt x="17250" y="87091"/>
                </a:lnTo>
                <a:cubicBezTo>
                  <a:pt x="15667" y="89939"/>
                  <a:pt x="16500" y="92364"/>
                  <a:pt x="19750" y="94364"/>
                </a:cubicBezTo>
                <a:lnTo>
                  <a:pt x="19750" y="94364"/>
                </a:lnTo>
                <a:cubicBezTo>
                  <a:pt x="23333" y="95939"/>
                  <a:pt x="26750" y="95818"/>
                  <a:pt x="30000" y="94000"/>
                </a:cubicBezTo>
                <a:lnTo>
                  <a:pt x="30000" y="94000"/>
                </a:lnTo>
                <a:lnTo>
                  <a:pt x="95625" y="52182"/>
                </a:lnTo>
                <a:cubicBezTo>
                  <a:pt x="98375" y="50364"/>
                  <a:pt x="99167" y="48212"/>
                  <a:pt x="98000" y="45727"/>
                </a:cubicBezTo>
                <a:lnTo>
                  <a:pt x="98000" y="45727"/>
                </a:lnTo>
                <a:cubicBezTo>
                  <a:pt x="96583" y="43182"/>
                  <a:pt x="94000" y="41848"/>
                  <a:pt x="90250" y="41727"/>
                </a:cubicBezTo>
                <a:lnTo>
                  <a:pt x="90250" y="41727"/>
                </a:lnTo>
                <a:lnTo>
                  <a:pt x="61875" y="41727"/>
                </a:lnTo>
                <a:lnTo>
                  <a:pt x="81250" y="8364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2653966339-7"/>
          <p:cNvSpPr/>
          <p:nvPr/>
        </p:nvSpPr>
        <p:spPr>
          <a:xfrm>
            <a:off x="400050" y="1404461"/>
            <a:ext cx="8343900" cy="434340"/>
          </a:xfrm>
          <a:prstGeom prst="roundRect">
            <a:avLst>
              <a:gd name="adj" fmla="val 26316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2653966654-101"/>
          <p:cNvSpPr/>
          <p:nvPr/>
        </p:nvSpPr>
        <p:spPr>
          <a:xfrm>
            <a:off x="3105210" y="1543050"/>
            <a:ext cx="157163" cy="1571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48529"/>
                </a:moveTo>
                <a:lnTo>
                  <a:pt x="0" y="48529"/>
                </a:lnTo>
                <a:cubicBezTo>
                  <a:pt x="118" y="39667"/>
                  <a:pt x="2275" y="31588"/>
                  <a:pt x="6471" y="24294"/>
                </a:cubicBezTo>
                <a:lnTo>
                  <a:pt x="6471" y="24294"/>
                </a:lnTo>
                <a:lnTo>
                  <a:pt x="6471" y="24294"/>
                </a:lnTo>
                <a:cubicBezTo>
                  <a:pt x="10745" y="16961"/>
                  <a:pt x="16686" y="11020"/>
                  <a:pt x="24294" y="6471"/>
                </a:cubicBezTo>
                <a:lnTo>
                  <a:pt x="24294" y="6471"/>
                </a:lnTo>
                <a:cubicBezTo>
                  <a:pt x="31980" y="2157"/>
                  <a:pt x="40059" y="0"/>
                  <a:pt x="48529" y="0"/>
                </a:cubicBezTo>
                <a:lnTo>
                  <a:pt x="48529" y="0"/>
                </a:lnTo>
                <a:cubicBezTo>
                  <a:pt x="57000" y="0"/>
                  <a:pt x="65098" y="2157"/>
                  <a:pt x="72824" y="6471"/>
                </a:cubicBezTo>
                <a:lnTo>
                  <a:pt x="72824" y="6471"/>
                </a:lnTo>
                <a:cubicBezTo>
                  <a:pt x="80392" y="11020"/>
                  <a:pt x="86314" y="16961"/>
                  <a:pt x="90588" y="24294"/>
                </a:cubicBezTo>
                <a:lnTo>
                  <a:pt x="90588" y="24294"/>
                </a:lnTo>
                <a:cubicBezTo>
                  <a:pt x="94784" y="31588"/>
                  <a:pt x="96941" y="39667"/>
                  <a:pt x="97059" y="48529"/>
                </a:cubicBezTo>
                <a:lnTo>
                  <a:pt x="97059" y="48529"/>
                </a:lnTo>
                <a:cubicBezTo>
                  <a:pt x="96941" y="57392"/>
                  <a:pt x="94784" y="65490"/>
                  <a:pt x="90588" y="72824"/>
                </a:cubicBezTo>
                <a:lnTo>
                  <a:pt x="90588" y="72824"/>
                </a:lnTo>
                <a:cubicBezTo>
                  <a:pt x="86314" y="80118"/>
                  <a:pt x="80392" y="86039"/>
                  <a:pt x="72824" y="90588"/>
                </a:cubicBezTo>
                <a:lnTo>
                  <a:pt x="72824" y="90588"/>
                </a:lnTo>
                <a:cubicBezTo>
                  <a:pt x="65098" y="94902"/>
                  <a:pt x="57000" y="97059"/>
                  <a:pt x="48529" y="97059"/>
                </a:cubicBezTo>
                <a:lnTo>
                  <a:pt x="48529" y="97059"/>
                </a:lnTo>
                <a:cubicBezTo>
                  <a:pt x="40059" y="97059"/>
                  <a:pt x="31980" y="94902"/>
                  <a:pt x="24294" y="90588"/>
                </a:cubicBezTo>
                <a:lnTo>
                  <a:pt x="24294" y="90588"/>
                </a:lnTo>
                <a:cubicBezTo>
                  <a:pt x="16686" y="86039"/>
                  <a:pt x="10745" y="80118"/>
                  <a:pt x="6471" y="72824"/>
                </a:cubicBezTo>
                <a:lnTo>
                  <a:pt x="6471" y="72824"/>
                </a:lnTo>
                <a:cubicBezTo>
                  <a:pt x="2275" y="65490"/>
                  <a:pt x="118" y="57392"/>
                  <a:pt x="0" y="48529"/>
                </a:cubicBezTo>
                <a:lnTo>
                  <a:pt x="0" y="48529"/>
                </a:lnTo>
                <a:moveTo>
                  <a:pt x="35647" y="27882"/>
                </a:moveTo>
                <a:lnTo>
                  <a:pt x="35647" y="27882"/>
                </a:lnTo>
                <a:cubicBezTo>
                  <a:pt x="34118" y="28745"/>
                  <a:pt x="33353" y="30059"/>
                  <a:pt x="33353" y="31824"/>
                </a:cubicBezTo>
                <a:lnTo>
                  <a:pt x="33353" y="31824"/>
                </a:lnTo>
                <a:lnTo>
                  <a:pt x="33353" y="65235"/>
                </a:lnTo>
                <a:cubicBezTo>
                  <a:pt x="33353" y="67000"/>
                  <a:pt x="34118" y="68314"/>
                  <a:pt x="35647" y="69176"/>
                </a:cubicBezTo>
                <a:lnTo>
                  <a:pt x="35647" y="69176"/>
                </a:lnTo>
                <a:cubicBezTo>
                  <a:pt x="37294" y="69961"/>
                  <a:pt x="38863" y="69902"/>
                  <a:pt x="40353" y="69000"/>
                </a:cubicBezTo>
                <a:lnTo>
                  <a:pt x="40353" y="69000"/>
                </a:lnTo>
                <a:lnTo>
                  <a:pt x="67647" y="52294"/>
                </a:lnTo>
                <a:cubicBezTo>
                  <a:pt x="69059" y="51431"/>
                  <a:pt x="69765" y="50176"/>
                  <a:pt x="69765" y="48529"/>
                </a:cubicBezTo>
                <a:lnTo>
                  <a:pt x="69765" y="48529"/>
                </a:lnTo>
                <a:cubicBezTo>
                  <a:pt x="69765" y="46882"/>
                  <a:pt x="69059" y="45549"/>
                  <a:pt x="67647" y="44529"/>
                </a:cubicBezTo>
                <a:lnTo>
                  <a:pt x="67647" y="44529"/>
                </a:lnTo>
                <a:lnTo>
                  <a:pt x="40353" y="27882"/>
                </a:lnTo>
                <a:cubicBezTo>
                  <a:pt x="38863" y="27098"/>
                  <a:pt x="37294" y="27098"/>
                  <a:pt x="35647" y="27882"/>
                </a:cubicBezTo>
                <a:lnTo>
                  <a:pt x="35647" y="27882"/>
                </a:lnTo>
              </a:path>
            </a:pathLst>
          </a:cu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2653966654-102"/>
          <p:cNvSpPr/>
          <p:nvPr/>
        </p:nvSpPr>
        <p:spPr>
          <a:xfrm>
            <a:off x="5881628" y="1543050"/>
            <a:ext cx="157163" cy="1571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48529"/>
                </a:moveTo>
                <a:lnTo>
                  <a:pt x="0" y="48529"/>
                </a:lnTo>
                <a:cubicBezTo>
                  <a:pt x="118" y="39667"/>
                  <a:pt x="2275" y="31588"/>
                  <a:pt x="6471" y="24294"/>
                </a:cubicBezTo>
                <a:lnTo>
                  <a:pt x="6471" y="24294"/>
                </a:lnTo>
                <a:lnTo>
                  <a:pt x="6471" y="24294"/>
                </a:lnTo>
                <a:cubicBezTo>
                  <a:pt x="10745" y="16961"/>
                  <a:pt x="16686" y="11020"/>
                  <a:pt x="24294" y="6471"/>
                </a:cubicBezTo>
                <a:lnTo>
                  <a:pt x="24294" y="6471"/>
                </a:lnTo>
                <a:cubicBezTo>
                  <a:pt x="31980" y="2157"/>
                  <a:pt x="40059" y="0"/>
                  <a:pt x="48529" y="0"/>
                </a:cubicBezTo>
                <a:lnTo>
                  <a:pt x="48529" y="0"/>
                </a:lnTo>
                <a:cubicBezTo>
                  <a:pt x="57000" y="0"/>
                  <a:pt x="65098" y="2157"/>
                  <a:pt x="72824" y="6471"/>
                </a:cubicBezTo>
                <a:lnTo>
                  <a:pt x="72824" y="6471"/>
                </a:lnTo>
                <a:cubicBezTo>
                  <a:pt x="80392" y="11020"/>
                  <a:pt x="86314" y="16961"/>
                  <a:pt x="90588" y="24294"/>
                </a:cubicBezTo>
                <a:lnTo>
                  <a:pt x="90588" y="24294"/>
                </a:lnTo>
                <a:cubicBezTo>
                  <a:pt x="94784" y="31588"/>
                  <a:pt x="96941" y="39667"/>
                  <a:pt x="97059" y="48529"/>
                </a:cubicBezTo>
                <a:lnTo>
                  <a:pt x="97059" y="48529"/>
                </a:lnTo>
                <a:cubicBezTo>
                  <a:pt x="96941" y="57392"/>
                  <a:pt x="94784" y="65490"/>
                  <a:pt x="90588" y="72824"/>
                </a:cubicBezTo>
                <a:lnTo>
                  <a:pt x="90588" y="72824"/>
                </a:lnTo>
                <a:cubicBezTo>
                  <a:pt x="86314" y="80118"/>
                  <a:pt x="80392" y="86039"/>
                  <a:pt x="72824" y="90588"/>
                </a:cubicBezTo>
                <a:lnTo>
                  <a:pt x="72824" y="90588"/>
                </a:lnTo>
                <a:cubicBezTo>
                  <a:pt x="65098" y="94902"/>
                  <a:pt x="57000" y="97059"/>
                  <a:pt x="48529" y="97059"/>
                </a:cubicBezTo>
                <a:lnTo>
                  <a:pt x="48529" y="97059"/>
                </a:lnTo>
                <a:cubicBezTo>
                  <a:pt x="40059" y="97059"/>
                  <a:pt x="31980" y="94902"/>
                  <a:pt x="24294" y="90588"/>
                </a:cubicBezTo>
                <a:lnTo>
                  <a:pt x="24294" y="90588"/>
                </a:lnTo>
                <a:cubicBezTo>
                  <a:pt x="16686" y="86039"/>
                  <a:pt x="10745" y="80118"/>
                  <a:pt x="6471" y="72824"/>
                </a:cubicBezTo>
                <a:lnTo>
                  <a:pt x="6471" y="72824"/>
                </a:lnTo>
                <a:cubicBezTo>
                  <a:pt x="2275" y="65490"/>
                  <a:pt x="118" y="57392"/>
                  <a:pt x="0" y="48529"/>
                </a:cubicBezTo>
                <a:lnTo>
                  <a:pt x="0" y="48529"/>
                </a:lnTo>
                <a:moveTo>
                  <a:pt x="35647" y="27882"/>
                </a:moveTo>
                <a:lnTo>
                  <a:pt x="35647" y="27882"/>
                </a:lnTo>
                <a:cubicBezTo>
                  <a:pt x="34118" y="28745"/>
                  <a:pt x="33353" y="30059"/>
                  <a:pt x="33353" y="31824"/>
                </a:cubicBezTo>
                <a:lnTo>
                  <a:pt x="33353" y="31824"/>
                </a:lnTo>
                <a:lnTo>
                  <a:pt x="33353" y="65235"/>
                </a:lnTo>
                <a:cubicBezTo>
                  <a:pt x="33353" y="67000"/>
                  <a:pt x="34118" y="68314"/>
                  <a:pt x="35647" y="69176"/>
                </a:cubicBezTo>
                <a:lnTo>
                  <a:pt x="35647" y="69176"/>
                </a:lnTo>
                <a:cubicBezTo>
                  <a:pt x="37294" y="69961"/>
                  <a:pt x="38863" y="69902"/>
                  <a:pt x="40353" y="69000"/>
                </a:cubicBezTo>
                <a:lnTo>
                  <a:pt x="40353" y="69000"/>
                </a:lnTo>
                <a:lnTo>
                  <a:pt x="67647" y="52294"/>
                </a:lnTo>
                <a:cubicBezTo>
                  <a:pt x="69059" y="51431"/>
                  <a:pt x="69765" y="50176"/>
                  <a:pt x="69765" y="48529"/>
                </a:cubicBezTo>
                <a:lnTo>
                  <a:pt x="69765" y="48529"/>
                </a:lnTo>
                <a:cubicBezTo>
                  <a:pt x="69765" y="46882"/>
                  <a:pt x="69059" y="45549"/>
                  <a:pt x="67647" y="44529"/>
                </a:cubicBezTo>
                <a:lnTo>
                  <a:pt x="67647" y="44529"/>
                </a:lnTo>
                <a:lnTo>
                  <a:pt x="40353" y="27882"/>
                </a:lnTo>
                <a:cubicBezTo>
                  <a:pt x="38863" y="27098"/>
                  <a:pt x="37294" y="27098"/>
                  <a:pt x="35647" y="27882"/>
                </a:cubicBezTo>
                <a:lnTo>
                  <a:pt x="35647" y="27882"/>
                </a:lnTo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6361-15"/>
          <p:cNvSpPr/>
          <p:nvPr/>
        </p:nvSpPr>
        <p:spPr>
          <a:xfrm>
            <a:off x="400050" y="2053114"/>
            <a:ext cx="1319183" cy="1311593"/>
          </a:xfrm>
          <a:prstGeom prst="roundRect">
            <a:avLst>
              <a:gd name="adj" fmla="val 10167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el-1792653966368-21"/>
          <p:cNvSpPr/>
          <p:nvPr/>
        </p:nvSpPr>
        <p:spPr>
          <a:xfrm>
            <a:off x="400050" y="2053114"/>
            <a:ext cx="131918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37" y="90198"/>
                </a:lnTo>
                <a:lnTo>
                  <a:pt x="146" y="80491"/>
                </a:lnTo>
                <a:lnTo>
                  <a:pt x="326" y="70972"/>
                </a:lnTo>
                <a:lnTo>
                  <a:pt x="577" y="61732"/>
                </a:lnTo>
                <a:lnTo>
                  <a:pt x="895" y="52860"/>
                </a:lnTo>
                <a:lnTo>
                  <a:pt x="1278" y="44443"/>
                </a:lnTo>
                <a:lnTo>
                  <a:pt x="1721" y="36561"/>
                </a:lnTo>
                <a:lnTo>
                  <a:pt x="2221" y="29289"/>
                </a:lnTo>
                <a:lnTo>
                  <a:pt x="2772" y="22699"/>
                </a:lnTo>
                <a:lnTo>
                  <a:pt x="3369" y="16853"/>
                </a:lnTo>
                <a:lnTo>
                  <a:pt x="4008" y="11808"/>
                </a:lnTo>
                <a:lnTo>
                  <a:pt x="4680" y="7612"/>
                </a:lnTo>
                <a:lnTo>
                  <a:pt x="5381" y="4306"/>
                </a:lnTo>
                <a:lnTo>
                  <a:pt x="6102" y="1921"/>
                </a:lnTo>
                <a:lnTo>
                  <a:pt x="6838" y="482"/>
                </a:lnTo>
                <a:lnTo>
                  <a:pt x="7581" y="0"/>
                </a:lnTo>
                <a:lnTo>
                  <a:pt x="92419" y="0"/>
                </a:lnTo>
                <a:lnTo>
                  <a:pt x="93162" y="482"/>
                </a:lnTo>
                <a:lnTo>
                  <a:pt x="93898" y="1921"/>
                </a:lnTo>
                <a:lnTo>
                  <a:pt x="94619" y="4306"/>
                </a:lnTo>
                <a:lnTo>
                  <a:pt x="95320" y="7612"/>
                </a:lnTo>
                <a:lnTo>
                  <a:pt x="95992" y="11808"/>
                </a:lnTo>
                <a:lnTo>
                  <a:pt x="96631" y="16853"/>
                </a:lnTo>
                <a:lnTo>
                  <a:pt x="97228" y="22699"/>
                </a:lnTo>
                <a:lnTo>
                  <a:pt x="97779" y="29289"/>
                </a:lnTo>
                <a:lnTo>
                  <a:pt x="98279" y="36561"/>
                </a:lnTo>
                <a:lnTo>
                  <a:pt x="98722" y="44443"/>
                </a:lnTo>
                <a:lnTo>
                  <a:pt x="99105" y="52860"/>
                </a:lnTo>
                <a:lnTo>
                  <a:pt x="99423" y="61732"/>
                </a:lnTo>
                <a:lnTo>
                  <a:pt x="99674" y="70972"/>
                </a:lnTo>
                <a:lnTo>
                  <a:pt x="99854" y="80491"/>
                </a:lnTo>
                <a:lnTo>
                  <a:pt x="99963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63" y="92999"/>
                </a:lnTo>
                <a:lnTo>
                  <a:pt x="99854" y="86065"/>
                </a:lnTo>
                <a:lnTo>
                  <a:pt x="99674" y="79265"/>
                </a:lnTo>
                <a:lnTo>
                  <a:pt x="99423" y="72665"/>
                </a:lnTo>
                <a:lnTo>
                  <a:pt x="99105" y="66329"/>
                </a:lnTo>
                <a:lnTo>
                  <a:pt x="98722" y="60316"/>
                </a:lnTo>
                <a:lnTo>
                  <a:pt x="98279" y="54686"/>
                </a:lnTo>
                <a:lnTo>
                  <a:pt x="97779" y="49492"/>
                </a:lnTo>
                <a:lnTo>
                  <a:pt x="97228" y="44785"/>
                </a:lnTo>
                <a:lnTo>
                  <a:pt x="96631" y="40609"/>
                </a:lnTo>
                <a:lnTo>
                  <a:pt x="95992" y="37006"/>
                </a:lnTo>
                <a:lnTo>
                  <a:pt x="95320" y="34009"/>
                </a:lnTo>
                <a:lnTo>
                  <a:pt x="94619" y="31647"/>
                </a:lnTo>
                <a:lnTo>
                  <a:pt x="93898" y="29944"/>
                </a:lnTo>
                <a:lnTo>
                  <a:pt x="93162" y="28915"/>
                </a:lnTo>
                <a:lnTo>
                  <a:pt x="92419" y="28571"/>
                </a:lnTo>
                <a:lnTo>
                  <a:pt x="7581" y="28571"/>
                </a:lnTo>
                <a:lnTo>
                  <a:pt x="6838" y="28915"/>
                </a:lnTo>
                <a:lnTo>
                  <a:pt x="6102" y="29944"/>
                </a:lnTo>
                <a:lnTo>
                  <a:pt x="5381" y="31647"/>
                </a:lnTo>
                <a:lnTo>
                  <a:pt x="4680" y="34009"/>
                </a:lnTo>
                <a:lnTo>
                  <a:pt x="4008" y="37006"/>
                </a:lnTo>
                <a:lnTo>
                  <a:pt x="3369" y="40609"/>
                </a:lnTo>
                <a:lnTo>
                  <a:pt x="2772" y="44785"/>
                </a:lnTo>
                <a:lnTo>
                  <a:pt x="2221" y="49492"/>
                </a:lnTo>
                <a:lnTo>
                  <a:pt x="1721" y="54686"/>
                </a:lnTo>
                <a:lnTo>
                  <a:pt x="1278" y="60316"/>
                </a:lnTo>
                <a:lnTo>
                  <a:pt x="895" y="66329"/>
                </a:lnTo>
                <a:lnTo>
                  <a:pt x="577" y="72665"/>
                </a:lnTo>
                <a:lnTo>
                  <a:pt x="326" y="79265"/>
                </a:lnTo>
                <a:lnTo>
                  <a:pt x="146" y="86065"/>
                </a:lnTo>
                <a:lnTo>
                  <a:pt x="37" y="9299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92653966376-28"/>
          <p:cNvSpPr/>
          <p:nvPr/>
        </p:nvSpPr>
        <p:spPr>
          <a:xfrm>
            <a:off x="747683" y="2224564"/>
            <a:ext cx="623828" cy="180023"/>
          </a:xfrm>
          <a:prstGeom prst="roundRect">
            <a:avLst>
              <a:gd name="adj" fmla="val 50000"/>
            </a:avLst>
          </a:prstGeom>
          <a:solidFill>
            <a:srgbClr val="FDEA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2653966656-105"/>
          <p:cNvSpPr/>
          <p:nvPr/>
        </p:nvSpPr>
        <p:spPr>
          <a:xfrm>
            <a:off x="947083" y="2537103"/>
            <a:ext cx="225028" cy="175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5208" y="43778"/>
                </a:moveTo>
                <a:lnTo>
                  <a:pt x="15208" y="43778"/>
                </a:lnTo>
                <a:lnTo>
                  <a:pt x="0" y="78389"/>
                </a:lnTo>
                <a:lnTo>
                  <a:pt x="0" y="14611"/>
                </a:lnTo>
                <a:cubicBezTo>
                  <a:pt x="111" y="10500"/>
                  <a:pt x="1194" y="7074"/>
                  <a:pt x="3250" y="4333"/>
                </a:cubicBezTo>
                <a:lnTo>
                  <a:pt x="3250" y="4333"/>
                </a:lnTo>
                <a:cubicBezTo>
                  <a:pt x="5306" y="1593"/>
                  <a:pt x="7875" y="148"/>
                  <a:pt x="10958" y="0"/>
                </a:cubicBezTo>
                <a:lnTo>
                  <a:pt x="10958" y="0"/>
                </a:lnTo>
                <a:lnTo>
                  <a:pt x="31083" y="0"/>
                </a:lnTo>
                <a:cubicBezTo>
                  <a:pt x="34056" y="0"/>
                  <a:pt x="36625" y="1444"/>
                  <a:pt x="38792" y="4333"/>
                </a:cubicBezTo>
                <a:lnTo>
                  <a:pt x="38792" y="4333"/>
                </a:lnTo>
                <a:lnTo>
                  <a:pt x="43250" y="10278"/>
                </a:lnTo>
                <a:cubicBezTo>
                  <a:pt x="45417" y="13167"/>
                  <a:pt x="48028" y="14611"/>
                  <a:pt x="51083" y="14611"/>
                </a:cubicBezTo>
                <a:lnTo>
                  <a:pt x="51083" y="14611"/>
                </a:lnTo>
                <a:lnTo>
                  <a:pt x="71083" y="14611"/>
                </a:lnTo>
                <a:cubicBezTo>
                  <a:pt x="74167" y="14759"/>
                  <a:pt x="76736" y="16185"/>
                  <a:pt x="78792" y="18889"/>
                </a:cubicBezTo>
                <a:lnTo>
                  <a:pt x="78792" y="18889"/>
                </a:lnTo>
                <a:cubicBezTo>
                  <a:pt x="80847" y="21630"/>
                  <a:pt x="81931" y="25056"/>
                  <a:pt x="82042" y="29167"/>
                </a:cubicBezTo>
                <a:lnTo>
                  <a:pt x="82042" y="29167"/>
                </a:lnTo>
                <a:lnTo>
                  <a:pt x="82042" y="36444"/>
                </a:lnTo>
                <a:lnTo>
                  <a:pt x="24625" y="36444"/>
                </a:lnTo>
                <a:cubicBezTo>
                  <a:pt x="20514" y="36593"/>
                  <a:pt x="17375" y="39037"/>
                  <a:pt x="15208" y="43778"/>
                </a:cubicBezTo>
                <a:lnTo>
                  <a:pt x="15208" y="43778"/>
                </a:lnTo>
                <a:moveTo>
                  <a:pt x="19833" y="47389"/>
                </a:moveTo>
                <a:lnTo>
                  <a:pt x="19833" y="47389"/>
                </a:lnTo>
                <a:cubicBezTo>
                  <a:pt x="20972" y="45130"/>
                  <a:pt x="22569" y="43926"/>
                  <a:pt x="24625" y="43778"/>
                </a:cubicBezTo>
                <a:lnTo>
                  <a:pt x="24625" y="43778"/>
                </a:lnTo>
                <a:lnTo>
                  <a:pt x="92958" y="43778"/>
                </a:lnTo>
                <a:cubicBezTo>
                  <a:pt x="95014" y="43926"/>
                  <a:pt x="96611" y="45130"/>
                  <a:pt x="97750" y="47389"/>
                </a:cubicBezTo>
                <a:lnTo>
                  <a:pt x="97750" y="47389"/>
                </a:lnTo>
                <a:cubicBezTo>
                  <a:pt x="98667" y="49833"/>
                  <a:pt x="98667" y="52259"/>
                  <a:pt x="97750" y="54667"/>
                </a:cubicBezTo>
                <a:lnTo>
                  <a:pt x="97750" y="54667"/>
                </a:lnTo>
                <a:lnTo>
                  <a:pt x="78625" y="98444"/>
                </a:lnTo>
                <a:cubicBezTo>
                  <a:pt x="77486" y="100704"/>
                  <a:pt x="75889" y="101926"/>
                  <a:pt x="73833" y="102111"/>
                </a:cubicBezTo>
                <a:lnTo>
                  <a:pt x="73833" y="102111"/>
                </a:lnTo>
                <a:lnTo>
                  <a:pt x="5458" y="102111"/>
                </a:lnTo>
                <a:cubicBezTo>
                  <a:pt x="3403" y="101926"/>
                  <a:pt x="1806" y="100704"/>
                  <a:pt x="667" y="98444"/>
                </a:cubicBezTo>
                <a:lnTo>
                  <a:pt x="667" y="98444"/>
                </a:lnTo>
                <a:cubicBezTo>
                  <a:pt x="-222" y="96000"/>
                  <a:pt x="-222" y="93574"/>
                  <a:pt x="667" y="91167"/>
                </a:cubicBezTo>
                <a:lnTo>
                  <a:pt x="667" y="91167"/>
                </a:lnTo>
                <a:lnTo>
                  <a:pt x="19833" y="47389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2653966362-16"/>
          <p:cNvSpPr/>
          <p:nvPr/>
        </p:nvSpPr>
        <p:spPr>
          <a:xfrm>
            <a:off x="1804958" y="2053114"/>
            <a:ext cx="1319183" cy="1311593"/>
          </a:xfrm>
          <a:prstGeom prst="roundRect">
            <a:avLst>
              <a:gd name="adj" fmla="val 10167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el-1792653966369-22"/>
          <p:cNvSpPr/>
          <p:nvPr/>
        </p:nvSpPr>
        <p:spPr>
          <a:xfrm>
            <a:off x="1804958" y="2053114"/>
            <a:ext cx="131918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37" y="90198"/>
                </a:lnTo>
                <a:lnTo>
                  <a:pt x="146" y="80491"/>
                </a:lnTo>
                <a:lnTo>
                  <a:pt x="326" y="70972"/>
                </a:lnTo>
                <a:lnTo>
                  <a:pt x="577" y="61732"/>
                </a:lnTo>
                <a:lnTo>
                  <a:pt x="895" y="52860"/>
                </a:lnTo>
                <a:lnTo>
                  <a:pt x="1278" y="44443"/>
                </a:lnTo>
                <a:lnTo>
                  <a:pt x="1721" y="36561"/>
                </a:lnTo>
                <a:lnTo>
                  <a:pt x="2221" y="29289"/>
                </a:lnTo>
                <a:lnTo>
                  <a:pt x="2772" y="22699"/>
                </a:lnTo>
                <a:lnTo>
                  <a:pt x="3369" y="16853"/>
                </a:lnTo>
                <a:lnTo>
                  <a:pt x="4008" y="11808"/>
                </a:lnTo>
                <a:lnTo>
                  <a:pt x="4680" y="7612"/>
                </a:lnTo>
                <a:lnTo>
                  <a:pt x="5381" y="4306"/>
                </a:lnTo>
                <a:lnTo>
                  <a:pt x="6102" y="1921"/>
                </a:lnTo>
                <a:lnTo>
                  <a:pt x="6838" y="482"/>
                </a:lnTo>
                <a:lnTo>
                  <a:pt x="7581" y="0"/>
                </a:lnTo>
                <a:lnTo>
                  <a:pt x="92419" y="0"/>
                </a:lnTo>
                <a:lnTo>
                  <a:pt x="93162" y="482"/>
                </a:lnTo>
                <a:lnTo>
                  <a:pt x="93898" y="1921"/>
                </a:lnTo>
                <a:lnTo>
                  <a:pt x="94619" y="4306"/>
                </a:lnTo>
                <a:lnTo>
                  <a:pt x="95320" y="7612"/>
                </a:lnTo>
                <a:lnTo>
                  <a:pt x="95992" y="11808"/>
                </a:lnTo>
                <a:lnTo>
                  <a:pt x="96631" y="16853"/>
                </a:lnTo>
                <a:lnTo>
                  <a:pt x="97228" y="22699"/>
                </a:lnTo>
                <a:lnTo>
                  <a:pt x="97779" y="29289"/>
                </a:lnTo>
                <a:lnTo>
                  <a:pt x="98279" y="36561"/>
                </a:lnTo>
                <a:lnTo>
                  <a:pt x="98722" y="44443"/>
                </a:lnTo>
                <a:lnTo>
                  <a:pt x="99105" y="52860"/>
                </a:lnTo>
                <a:lnTo>
                  <a:pt x="99423" y="61732"/>
                </a:lnTo>
                <a:lnTo>
                  <a:pt x="99674" y="70972"/>
                </a:lnTo>
                <a:lnTo>
                  <a:pt x="99854" y="80491"/>
                </a:lnTo>
                <a:lnTo>
                  <a:pt x="99963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63" y="92999"/>
                </a:lnTo>
                <a:lnTo>
                  <a:pt x="99854" y="86065"/>
                </a:lnTo>
                <a:lnTo>
                  <a:pt x="99674" y="79265"/>
                </a:lnTo>
                <a:lnTo>
                  <a:pt x="99423" y="72665"/>
                </a:lnTo>
                <a:lnTo>
                  <a:pt x="99105" y="66329"/>
                </a:lnTo>
                <a:lnTo>
                  <a:pt x="98722" y="60316"/>
                </a:lnTo>
                <a:lnTo>
                  <a:pt x="98279" y="54686"/>
                </a:lnTo>
                <a:lnTo>
                  <a:pt x="97779" y="49492"/>
                </a:lnTo>
                <a:lnTo>
                  <a:pt x="97228" y="44785"/>
                </a:lnTo>
                <a:lnTo>
                  <a:pt x="96631" y="40609"/>
                </a:lnTo>
                <a:lnTo>
                  <a:pt x="95992" y="37006"/>
                </a:lnTo>
                <a:lnTo>
                  <a:pt x="95320" y="34009"/>
                </a:lnTo>
                <a:lnTo>
                  <a:pt x="94619" y="31647"/>
                </a:lnTo>
                <a:lnTo>
                  <a:pt x="93898" y="29944"/>
                </a:lnTo>
                <a:lnTo>
                  <a:pt x="93162" y="28915"/>
                </a:lnTo>
                <a:lnTo>
                  <a:pt x="92419" y="28571"/>
                </a:lnTo>
                <a:lnTo>
                  <a:pt x="7581" y="28571"/>
                </a:lnTo>
                <a:lnTo>
                  <a:pt x="6838" y="28915"/>
                </a:lnTo>
                <a:lnTo>
                  <a:pt x="6102" y="29944"/>
                </a:lnTo>
                <a:lnTo>
                  <a:pt x="5381" y="31647"/>
                </a:lnTo>
                <a:lnTo>
                  <a:pt x="4680" y="34009"/>
                </a:lnTo>
                <a:lnTo>
                  <a:pt x="4008" y="37006"/>
                </a:lnTo>
                <a:lnTo>
                  <a:pt x="3369" y="40609"/>
                </a:lnTo>
                <a:lnTo>
                  <a:pt x="2772" y="44785"/>
                </a:lnTo>
                <a:lnTo>
                  <a:pt x="2221" y="49492"/>
                </a:lnTo>
                <a:lnTo>
                  <a:pt x="1721" y="54686"/>
                </a:lnTo>
                <a:lnTo>
                  <a:pt x="1278" y="60316"/>
                </a:lnTo>
                <a:lnTo>
                  <a:pt x="895" y="66329"/>
                </a:lnTo>
                <a:lnTo>
                  <a:pt x="577" y="72665"/>
                </a:lnTo>
                <a:lnTo>
                  <a:pt x="326" y="79265"/>
                </a:lnTo>
                <a:lnTo>
                  <a:pt x="146" y="86065"/>
                </a:lnTo>
                <a:lnTo>
                  <a:pt x="37" y="9299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92653966377-32"/>
          <p:cNvSpPr/>
          <p:nvPr/>
        </p:nvSpPr>
        <p:spPr>
          <a:xfrm>
            <a:off x="2152591" y="2224564"/>
            <a:ext cx="623828" cy="180023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92653966657-106"/>
          <p:cNvSpPr/>
          <p:nvPr/>
        </p:nvSpPr>
        <p:spPr>
          <a:xfrm>
            <a:off x="2364492" y="2524601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3143" y="0"/>
                </a:moveTo>
                <a:lnTo>
                  <a:pt x="53143" y="0"/>
                </a:lnTo>
                <a:lnTo>
                  <a:pt x="77333" y="0"/>
                </a:lnTo>
                <a:cubicBezTo>
                  <a:pt x="79937" y="0"/>
                  <a:pt x="82159" y="905"/>
                  <a:pt x="84000" y="2714"/>
                </a:cubicBezTo>
                <a:lnTo>
                  <a:pt x="84000" y="2714"/>
                </a:lnTo>
                <a:lnTo>
                  <a:pt x="97286" y="16000"/>
                </a:lnTo>
                <a:cubicBezTo>
                  <a:pt x="99095" y="17841"/>
                  <a:pt x="100000" y="20063"/>
                  <a:pt x="100000" y="22667"/>
                </a:cubicBezTo>
                <a:lnTo>
                  <a:pt x="100000" y="22667"/>
                </a:lnTo>
                <a:lnTo>
                  <a:pt x="100000" y="65619"/>
                </a:lnTo>
                <a:cubicBezTo>
                  <a:pt x="99873" y="68222"/>
                  <a:pt x="98968" y="70444"/>
                  <a:pt x="97286" y="72286"/>
                </a:cubicBezTo>
                <a:lnTo>
                  <a:pt x="97286" y="72286"/>
                </a:lnTo>
                <a:cubicBezTo>
                  <a:pt x="95444" y="73968"/>
                  <a:pt x="93222" y="74873"/>
                  <a:pt x="90619" y="75000"/>
                </a:cubicBezTo>
                <a:lnTo>
                  <a:pt x="90619" y="75000"/>
                </a:lnTo>
                <a:lnTo>
                  <a:pt x="53143" y="75000"/>
                </a:lnTo>
                <a:cubicBezTo>
                  <a:pt x="50540" y="74873"/>
                  <a:pt x="48317" y="73968"/>
                  <a:pt x="46476" y="72286"/>
                </a:cubicBezTo>
                <a:lnTo>
                  <a:pt x="46476" y="72286"/>
                </a:lnTo>
                <a:cubicBezTo>
                  <a:pt x="44794" y="70444"/>
                  <a:pt x="43889" y="68222"/>
                  <a:pt x="43762" y="65619"/>
                </a:cubicBezTo>
                <a:lnTo>
                  <a:pt x="43762" y="65619"/>
                </a:lnTo>
                <a:lnTo>
                  <a:pt x="43762" y="9381"/>
                </a:lnTo>
                <a:cubicBezTo>
                  <a:pt x="43889" y="6778"/>
                  <a:pt x="44794" y="4556"/>
                  <a:pt x="46476" y="2714"/>
                </a:cubicBezTo>
                <a:lnTo>
                  <a:pt x="46476" y="2714"/>
                </a:lnTo>
                <a:cubicBezTo>
                  <a:pt x="48317" y="1032"/>
                  <a:pt x="50540" y="127"/>
                  <a:pt x="53143" y="0"/>
                </a:cubicBezTo>
                <a:lnTo>
                  <a:pt x="53143" y="0"/>
                </a:lnTo>
                <a:moveTo>
                  <a:pt x="9381" y="25000"/>
                </a:moveTo>
                <a:lnTo>
                  <a:pt x="9381" y="25000"/>
                </a:lnTo>
                <a:lnTo>
                  <a:pt x="37524" y="25000"/>
                </a:lnTo>
                <a:lnTo>
                  <a:pt x="37524" y="37524"/>
                </a:lnTo>
                <a:lnTo>
                  <a:pt x="12524" y="37524"/>
                </a:lnTo>
                <a:lnTo>
                  <a:pt x="12524" y="87524"/>
                </a:lnTo>
                <a:lnTo>
                  <a:pt x="50000" y="87524"/>
                </a:lnTo>
                <a:lnTo>
                  <a:pt x="50000" y="81238"/>
                </a:lnTo>
                <a:lnTo>
                  <a:pt x="62524" y="81238"/>
                </a:lnTo>
                <a:lnTo>
                  <a:pt x="62524" y="90619"/>
                </a:lnTo>
                <a:cubicBezTo>
                  <a:pt x="62365" y="93222"/>
                  <a:pt x="61444" y="95444"/>
                  <a:pt x="59762" y="97286"/>
                </a:cubicBezTo>
                <a:lnTo>
                  <a:pt x="59762" y="97286"/>
                </a:lnTo>
                <a:cubicBezTo>
                  <a:pt x="57952" y="98968"/>
                  <a:pt x="55746" y="99873"/>
                  <a:pt x="53143" y="100000"/>
                </a:cubicBezTo>
                <a:lnTo>
                  <a:pt x="53143" y="100000"/>
                </a:lnTo>
                <a:lnTo>
                  <a:pt x="9381" y="100000"/>
                </a:lnTo>
                <a:cubicBezTo>
                  <a:pt x="6778" y="99873"/>
                  <a:pt x="4556" y="98968"/>
                  <a:pt x="2714" y="97286"/>
                </a:cubicBezTo>
                <a:lnTo>
                  <a:pt x="2714" y="97286"/>
                </a:lnTo>
                <a:cubicBezTo>
                  <a:pt x="1032" y="95444"/>
                  <a:pt x="127" y="93222"/>
                  <a:pt x="0" y="90619"/>
                </a:cubicBezTo>
                <a:lnTo>
                  <a:pt x="0" y="90619"/>
                </a:lnTo>
                <a:lnTo>
                  <a:pt x="0" y="34381"/>
                </a:lnTo>
                <a:cubicBezTo>
                  <a:pt x="127" y="31778"/>
                  <a:pt x="1032" y="29556"/>
                  <a:pt x="2714" y="27714"/>
                </a:cubicBezTo>
                <a:lnTo>
                  <a:pt x="2714" y="27714"/>
                </a:lnTo>
                <a:cubicBezTo>
                  <a:pt x="4556" y="26032"/>
                  <a:pt x="6778" y="25127"/>
                  <a:pt x="9381" y="25000"/>
                </a:cubicBezTo>
                <a:lnTo>
                  <a:pt x="9381" y="2500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2653966363-17"/>
          <p:cNvSpPr/>
          <p:nvPr/>
        </p:nvSpPr>
        <p:spPr>
          <a:xfrm>
            <a:off x="3209866" y="2053114"/>
            <a:ext cx="1319272" cy="1311593"/>
          </a:xfrm>
          <a:prstGeom prst="roundRect">
            <a:avLst>
              <a:gd name="adj" fmla="val 10167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el-1792653966369-23"/>
          <p:cNvSpPr/>
          <p:nvPr/>
        </p:nvSpPr>
        <p:spPr>
          <a:xfrm>
            <a:off x="3209866" y="2053114"/>
            <a:ext cx="1319272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37" y="90198"/>
                </a:lnTo>
                <a:lnTo>
                  <a:pt x="146" y="80491"/>
                </a:lnTo>
                <a:lnTo>
                  <a:pt x="326" y="70972"/>
                </a:lnTo>
                <a:lnTo>
                  <a:pt x="577" y="61732"/>
                </a:lnTo>
                <a:lnTo>
                  <a:pt x="895" y="52860"/>
                </a:lnTo>
                <a:lnTo>
                  <a:pt x="1278" y="44443"/>
                </a:lnTo>
                <a:lnTo>
                  <a:pt x="1721" y="36561"/>
                </a:lnTo>
                <a:lnTo>
                  <a:pt x="2220" y="29289"/>
                </a:lnTo>
                <a:lnTo>
                  <a:pt x="2772" y="22699"/>
                </a:lnTo>
                <a:lnTo>
                  <a:pt x="3369" y="16853"/>
                </a:lnTo>
                <a:lnTo>
                  <a:pt x="4007" y="11808"/>
                </a:lnTo>
                <a:lnTo>
                  <a:pt x="4680" y="7612"/>
                </a:lnTo>
                <a:lnTo>
                  <a:pt x="5380" y="4306"/>
                </a:lnTo>
                <a:lnTo>
                  <a:pt x="6102" y="1921"/>
                </a:lnTo>
                <a:lnTo>
                  <a:pt x="6838" y="482"/>
                </a:lnTo>
                <a:lnTo>
                  <a:pt x="7581" y="0"/>
                </a:lnTo>
                <a:lnTo>
                  <a:pt x="92419" y="0"/>
                </a:lnTo>
                <a:lnTo>
                  <a:pt x="93162" y="482"/>
                </a:lnTo>
                <a:lnTo>
                  <a:pt x="93898" y="1921"/>
                </a:lnTo>
                <a:lnTo>
                  <a:pt x="94620" y="4306"/>
                </a:lnTo>
                <a:lnTo>
                  <a:pt x="95320" y="7612"/>
                </a:lnTo>
                <a:lnTo>
                  <a:pt x="95993" y="11808"/>
                </a:lnTo>
                <a:lnTo>
                  <a:pt x="96631" y="16853"/>
                </a:lnTo>
                <a:lnTo>
                  <a:pt x="97228" y="22699"/>
                </a:lnTo>
                <a:lnTo>
                  <a:pt x="97780" y="29289"/>
                </a:lnTo>
                <a:lnTo>
                  <a:pt x="98279" y="36561"/>
                </a:lnTo>
                <a:lnTo>
                  <a:pt x="98722" y="44443"/>
                </a:lnTo>
                <a:lnTo>
                  <a:pt x="99105" y="52860"/>
                </a:lnTo>
                <a:lnTo>
                  <a:pt x="99423" y="61732"/>
                </a:lnTo>
                <a:lnTo>
                  <a:pt x="99674" y="70972"/>
                </a:lnTo>
                <a:lnTo>
                  <a:pt x="99854" y="80491"/>
                </a:lnTo>
                <a:lnTo>
                  <a:pt x="99963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63" y="92999"/>
                </a:lnTo>
                <a:lnTo>
                  <a:pt x="99854" y="86065"/>
                </a:lnTo>
                <a:lnTo>
                  <a:pt x="99674" y="79265"/>
                </a:lnTo>
                <a:lnTo>
                  <a:pt x="99423" y="72665"/>
                </a:lnTo>
                <a:lnTo>
                  <a:pt x="99105" y="66329"/>
                </a:lnTo>
                <a:lnTo>
                  <a:pt x="98722" y="60316"/>
                </a:lnTo>
                <a:lnTo>
                  <a:pt x="98279" y="54686"/>
                </a:lnTo>
                <a:lnTo>
                  <a:pt x="97780" y="49492"/>
                </a:lnTo>
                <a:lnTo>
                  <a:pt x="97228" y="44785"/>
                </a:lnTo>
                <a:lnTo>
                  <a:pt x="96631" y="40609"/>
                </a:lnTo>
                <a:lnTo>
                  <a:pt x="95993" y="37006"/>
                </a:lnTo>
                <a:lnTo>
                  <a:pt x="95320" y="34009"/>
                </a:lnTo>
                <a:lnTo>
                  <a:pt x="94620" y="31647"/>
                </a:lnTo>
                <a:lnTo>
                  <a:pt x="93898" y="29944"/>
                </a:lnTo>
                <a:lnTo>
                  <a:pt x="93162" y="28915"/>
                </a:lnTo>
                <a:lnTo>
                  <a:pt x="92419" y="28571"/>
                </a:lnTo>
                <a:lnTo>
                  <a:pt x="7581" y="28571"/>
                </a:lnTo>
                <a:lnTo>
                  <a:pt x="6838" y="28915"/>
                </a:lnTo>
                <a:lnTo>
                  <a:pt x="6102" y="29944"/>
                </a:lnTo>
                <a:lnTo>
                  <a:pt x="5380" y="31647"/>
                </a:lnTo>
                <a:lnTo>
                  <a:pt x="4680" y="34009"/>
                </a:lnTo>
                <a:lnTo>
                  <a:pt x="4007" y="37006"/>
                </a:lnTo>
                <a:lnTo>
                  <a:pt x="3369" y="40609"/>
                </a:lnTo>
                <a:lnTo>
                  <a:pt x="2772" y="44785"/>
                </a:lnTo>
                <a:lnTo>
                  <a:pt x="2220" y="49492"/>
                </a:lnTo>
                <a:lnTo>
                  <a:pt x="1721" y="54686"/>
                </a:lnTo>
                <a:lnTo>
                  <a:pt x="1278" y="60316"/>
                </a:lnTo>
                <a:lnTo>
                  <a:pt x="895" y="66329"/>
                </a:lnTo>
                <a:lnTo>
                  <a:pt x="577" y="72665"/>
                </a:lnTo>
                <a:lnTo>
                  <a:pt x="326" y="79265"/>
                </a:lnTo>
                <a:lnTo>
                  <a:pt x="146" y="86065"/>
                </a:lnTo>
                <a:lnTo>
                  <a:pt x="37" y="9299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92653966380-36"/>
          <p:cNvSpPr/>
          <p:nvPr/>
        </p:nvSpPr>
        <p:spPr>
          <a:xfrm>
            <a:off x="3557588" y="2224564"/>
            <a:ext cx="623828" cy="180023"/>
          </a:xfrm>
          <a:prstGeom prst="roundRect">
            <a:avLst>
              <a:gd name="adj" fmla="val 50000"/>
            </a:avLst>
          </a:prstGeom>
          <a:solidFill>
            <a:srgbClr val="FDEA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92653966588-76"/>
          <p:cNvSpPr/>
          <p:nvPr/>
        </p:nvSpPr>
        <p:spPr>
          <a:xfrm>
            <a:off x="3744486" y="2537103"/>
            <a:ext cx="250031" cy="175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2731" y="102111"/>
                </a:moveTo>
                <a:lnTo>
                  <a:pt x="22731" y="102111"/>
                </a:lnTo>
                <a:cubicBezTo>
                  <a:pt x="16295" y="101778"/>
                  <a:pt x="10923" y="98574"/>
                  <a:pt x="6615" y="92500"/>
                </a:cubicBezTo>
                <a:lnTo>
                  <a:pt x="6615" y="92500"/>
                </a:lnTo>
                <a:lnTo>
                  <a:pt x="6615" y="92500"/>
                </a:lnTo>
                <a:cubicBezTo>
                  <a:pt x="2410" y="86278"/>
                  <a:pt x="205" y="78537"/>
                  <a:pt x="0" y="69278"/>
                </a:cubicBezTo>
                <a:lnTo>
                  <a:pt x="0" y="69278"/>
                </a:lnTo>
                <a:cubicBezTo>
                  <a:pt x="103" y="61981"/>
                  <a:pt x="1526" y="55593"/>
                  <a:pt x="4269" y="50111"/>
                </a:cubicBezTo>
                <a:lnTo>
                  <a:pt x="4269" y="50111"/>
                </a:lnTo>
                <a:cubicBezTo>
                  <a:pt x="6987" y="44667"/>
                  <a:pt x="10615" y="40722"/>
                  <a:pt x="15154" y="38278"/>
                </a:cubicBezTo>
                <a:lnTo>
                  <a:pt x="15154" y="38278"/>
                </a:lnTo>
                <a:cubicBezTo>
                  <a:pt x="15154" y="37685"/>
                  <a:pt x="15154" y="37074"/>
                  <a:pt x="15154" y="36444"/>
                </a:cubicBezTo>
                <a:lnTo>
                  <a:pt x="15154" y="36444"/>
                </a:lnTo>
                <a:cubicBezTo>
                  <a:pt x="15359" y="26111"/>
                  <a:pt x="17833" y="17537"/>
                  <a:pt x="22577" y="10722"/>
                </a:cubicBezTo>
                <a:lnTo>
                  <a:pt x="22577" y="10722"/>
                </a:lnTo>
                <a:cubicBezTo>
                  <a:pt x="27295" y="3870"/>
                  <a:pt x="33231" y="296"/>
                  <a:pt x="40385" y="0"/>
                </a:cubicBezTo>
                <a:lnTo>
                  <a:pt x="40385" y="0"/>
                </a:lnTo>
                <a:cubicBezTo>
                  <a:pt x="45128" y="148"/>
                  <a:pt x="49385" y="1815"/>
                  <a:pt x="53154" y="5000"/>
                </a:cubicBezTo>
                <a:lnTo>
                  <a:pt x="53154" y="5000"/>
                </a:lnTo>
                <a:cubicBezTo>
                  <a:pt x="56949" y="8333"/>
                  <a:pt x="60000" y="12741"/>
                  <a:pt x="62308" y="18222"/>
                </a:cubicBezTo>
                <a:lnTo>
                  <a:pt x="62308" y="18222"/>
                </a:lnTo>
                <a:cubicBezTo>
                  <a:pt x="64718" y="15815"/>
                  <a:pt x="67513" y="14611"/>
                  <a:pt x="70692" y="14611"/>
                </a:cubicBezTo>
                <a:lnTo>
                  <a:pt x="70692" y="14611"/>
                </a:lnTo>
                <a:cubicBezTo>
                  <a:pt x="75000" y="14759"/>
                  <a:pt x="78564" y="16870"/>
                  <a:pt x="81385" y="20944"/>
                </a:cubicBezTo>
                <a:lnTo>
                  <a:pt x="81385" y="20944"/>
                </a:lnTo>
                <a:cubicBezTo>
                  <a:pt x="84231" y="25056"/>
                  <a:pt x="85705" y="30222"/>
                  <a:pt x="85808" y="36444"/>
                </a:cubicBezTo>
                <a:lnTo>
                  <a:pt x="85808" y="36444"/>
                </a:lnTo>
                <a:cubicBezTo>
                  <a:pt x="85808" y="39185"/>
                  <a:pt x="85500" y="41852"/>
                  <a:pt x="84885" y="44444"/>
                </a:cubicBezTo>
                <a:lnTo>
                  <a:pt x="84885" y="44444"/>
                </a:lnTo>
                <a:cubicBezTo>
                  <a:pt x="89500" y="45815"/>
                  <a:pt x="93333" y="49148"/>
                  <a:pt x="96385" y="54444"/>
                </a:cubicBezTo>
                <a:lnTo>
                  <a:pt x="96385" y="54444"/>
                </a:lnTo>
                <a:cubicBezTo>
                  <a:pt x="99333" y="59630"/>
                  <a:pt x="100859" y="65796"/>
                  <a:pt x="100962" y="72944"/>
                </a:cubicBezTo>
                <a:lnTo>
                  <a:pt x="100962" y="72944"/>
                </a:lnTo>
                <a:cubicBezTo>
                  <a:pt x="100859" y="81130"/>
                  <a:pt x="98910" y="88037"/>
                  <a:pt x="95115" y="93667"/>
                </a:cubicBezTo>
                <a:lnTo>
                  <a:pt x="95115" y="93667"/>
                </a:lnTo>
                <a:cubicBezTo>
                  <a:pt x="91218" y="99111"/>
                  <a:pt x="86436" y="101926"/>
                  <a:pt x="80769" y="102111"/>
                </a:cubicBezTo>
                <a:lnTo>
                  <a:pt x="80769" y="102111"/>
                </a:lnTo>
                <a:lnTo>
                  <a:pt x="22731" y="102111"/>
                </a:lnTo>
                <a:moveTo>
                  <a:pt x="35192" y="52611"/>
                </a:moveTo>
                <a:lnTo>
                  <a:pt x="35192" y="52611"/>
                </a:lnTo>
                <a:cubicBezTo>
                  <a:pt x="33705" y="55204"/>
                  <a:pt x="33705" y="57796"/>
                  <a:pt x="35192" y="60389"/>
                </a:cubicBezTo>
                <a:lnTo>
                  <a:pt x="35192" y="60389"/>
                </a:lnTo>
                <a:cubicBezTo>
                  <a:pt x="36962" y="62500"/>
                  <a:pt x="38744" y="62500"/>
                  <a:pt x="40538" y="60389"/>
                </a:cubicBezTo>
                <a:lnTo>
                  <a:pt x="40538" y="60389"/>
                </a:lnTo>
                <a:lnTo>
                  <a:pt x="46692" y="51500"/>
                </a:lnTo>
                <a:lnTo>
                  <a:pt x="46692" y="82056"/>
                </a:lnTo>
                <a:cubicBezTo>
                  <a:pt x="46897" y="85389"/>
                  <a:pt x="48167" y="87204"/>
                  <a:pt x="50500" y="87500"/>
                </a:cubicBezTo>
                <a:lnTo>
                  <a:pt x="50500" y="87500"/>
                </a:lnTo>
                <a:cubicBezTo>
                  <a:pt x="52808" y="87204"/>
                  <a:pt x="54064" y="85389"/>
                  <a:pt x="54269" y="82056"/>
                </a:cubicBezTo>
                <a:lnTo>
                  <a:pt x="54269" y="82056"/>
                </a:lnTo>
                <a:lnTo>
                  <a:pt x="54269" y="51500"/>
                </a:lnTo>
                <a:lnTo>
                  <a:pt x="60423" y="60389"/>
                </a:lnTo>
                <a:cubicBezTo>
                  <a:pt x="62218" y="62500"/>
                  <a:pt x="64000" y="62500"/>
                  <a:pt x="65769" y="60389"/>
                </a:cubicBezTo>
                <a:lnTo>
                  <a:pt x="65769" y="60389"/>
                </a:lnTo>
                <a:cubicBezTo>
                  <a:pt x="67256" y="57796"/>
                  <a:pt x="67256" y="55204"/>
                  <a:pt x="65769" y="52611"/>
                </a:cubicBezTo>
                <a:lnTo>
                  <a:pt x="65769" y="52611"/>
                </a:lnTo>
                <a:lnTo>
                  <a:pt x="53154" y="34389"/>
                </a:lnTo>
                <a:cubicBezTo>
                  <a:pt x="51385" y="32278"/>
                  <a:pt x="49603" y="32278"/>
                  <a:pt x="47808" y="34389"/>
                </a:cubicBezTo>
                <a:lnTo>
                  <a:pt x="47808" y="34389"/>
                </a:lnTo>
                <a:lnTo>
                  <a:pt x="35192" y="52611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2653966364-18"/>
          <p:cNvSpPr/>
          <p:nvPr/>
        </p:nvSpPr>
        <p:spPr>
          <a:xfrm>
            <a:off x="4614863" y="2053114"/>
            <a:ext cx="1319183" cy="1311593"/>
          </a:xfrm>
          <a:prstGeom prst="roundRect">
            <a:avLst>
              <a:gd name="adj" fmla="val 10167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el-1792653966370-24"/>
          <p:cNvSpPr/>
          <p:nvPr/>
        </p:nvSpPr>
        <p:spPr>
          <a:xfrm>
            <a:off x="4614863" y="2053114"/>
            <a:ext cx="131918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37" y="90198"/>
                </a:lnTo>
                <a:lnTo>
                  <a:pt x="146" y="80491"/>
                </a:lnTo>
                <a:lnTo>
                  <a:pt x="326" y="70972"/>
                </a:lnTo>
                <a:lnTo>
                  <a:pt x="577" y="61732"/>
                </a:lnTo>
                <a:lnTo>
                  <a:pt x="895" y="52860"/>
                </a:lnTo>
                <a:lnTo>
                  <a:pt x="1278" y="44443"/>
                </a:lnTo>
                <a:lnTo>
                  <a:pt x="1721" y="36561"/>
                </a:lnTo>
                <a:lnTo>
                  <a:pt x="2221" y="29289"/>
                </a:lnTo>
                <a:lnTo>
                  <a:pt x="2772" y="22699"/>
                </a:lnTo>
                <a:lnTo>
                  <a:pt x="3369" y="16853"/>
                </a:lnTo>
                <a:lnTo>
                  <a:pt x="4008" y="11808"/>
                </a:lnTo>
                <a:lnTo>
                  <a:pt x="4680" y="7612"/>
                </a:lnTo>
                <a:lnTo>
                  <a:pt x="5381" y="4306"/>
                </a:lnTo>
                <a:lnTo>
                  <a:pt x="6102" y="1921"/>
                </a:lnTo>
                <a:lnTo>
                  <a:pt x="6838" y="482"/>
                </a:lnTo>
                <a:lnTo>
                  <a:pt x="7581" y="0"/>
                </a:lnTo>
                <a:lnTo>
                  <a:pt x="92419" y="0"/>
                </a:lnTo>
                <a:lnTo>
                  <a:pt x="93162" y="482"/>
                </a:lnTo>
                <a:lnTo>
                  <a:pt x="93898" y="1921"/>
                </a:lnTo>
                <a:lnTo>
                  <a:pt x="94619" y="4306"/>
                </a:lnTo>
                <a:lnTo>
                  <a:pt x="95320" y="7612"/>
                </a:lnTo>
                <a:lnTo>
                  <a:pt x="95992" y="11808"/>
                </a:lnTo>
                <a:lnTo>
                  <a:pt x="96631" y="16853"/>
                </a:lnTo>
                <a:lnTo>
                  <a:pt x="97228" y="22699"/>
                </a:lnTo>
                <a:lnTo>
                  <a:pt x="97779" y="29289"/>
                </a:lnTo>
                <a:lnTo>
                  <a:pt x="98279" y="36561"/>
                </a:lnTo>
                <a:lnTo>
                  <a:pt x="98722" y="44443"/>
                </a:lnTo>
                <a:lnTo>
                  <a:pt x="99105" y="52860"/>
                </a:lnTo>
                <a:lnTo>
                  <a:pt x="99423" y="61732"/>
                </a:lnTo>
                <a:lnTo>
                  <a:pt x="99674" y="70972"/>
                </a:lnTo>
                <a:lnTo>
                  <a:pt x="99854" y="80491"/>
                </a:lnTo>
                <a:lnTo>
                  <a:pt x="99963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63" y="92999"/>
                </a:lnTo>
                <a:lnTo>
                  <a:pt x="99854" y="86065"/>
                </a:lnTo>
                <a:lnTo>
                  <a:pt x="99674" y="79265"/>
                </a:lnTo>
                <a:lnTo>
                  <a:pt x="99423" y="72665"/>
                </a:lnTo>
                <a:lnTo>
                  <a:pt x="99105" y="66329"/>
                </a:lnTo>
                <a:lnTo>
                  <a:pt x="98722" y="60316"/>
                </a:lnTo>
                <a:lnTo>
                  <a:pt x="98279" y="54686"/>
                </a:lnTo>
                <a:lnTo>
                  <a:pt x="97779" y="49492"/>
                </a:lnTo>
                <a:lnTo>
                  <a:pt x="97228" y="44785"/>
                </a:lnTo>
                <a:lnTo>
                  <a:pt x="96631" y="40609"/>
                </a:lnTo>
                <a:lnTo>
                  <a:pt x="95992" y="37006"/>
                </a:lnTo>
                <a:lnTo>
                  <a:pt x="95320" y="34009"/>
                </a:lnTo>
                <a:lnTo>
                  <a:pt x="94619" y="31647"/>
                </a:lnTo>
                <a:lnTo>
                  <a:pt x="93898" y="29944"/>
                </a:lnTo>
                <a:lnTo>
                  <a:pt x="93162" y="28915"/>
                </a:lnTo>
                <a:lnTo>
                  <a:pt x="92419" y="28571"/>
                </a:lnTo>
                <a:lnTo>
                  <a:pt x="7581" y="28571"/>
                </a:lnTo>
                <a:lnTo>
                  <a:pt x="6838" y="28915"/>
                </a:lnTo>
                <a:lnTo>
                  <a:pt x="6102" y="29944"/>
                </a:lnTo>
                <a:lnTo>
                  <a:pt x="5381" y="31647"/>
                </a:lnTo>
                <a:lnTo>
                  <a:pt x="4680" y="34009"/>
                </a:lnTo>
                <a:lnTo>
                  <a:pt x="4008" y="37006"/>
                </a:lnTo>
                <a:lnTo>
                  <a:pt x="3369" y="40609"/>
                </a:lnTo>
                <a:lnTo>
                  <a:pt x="2772" y="44785"/>
                </a:lnTo>
                <a:lnTo>
                  <a:pt x="2221" y="49492"/>
                </a:lnTo>
                <a:lnTo>
                  <a:pt x="1721" y="54686"/>
                </a:lnTo>
                <a:lnTo>
                  <a:pt x="1278" y="60316"/>
                </a:lnTo>
                <a:lnTo>
                  <a:pt x="895" y="66329"/>
                </a:lnTo>
                <a:lnTo>
                  <a:pt x="577" y="72665"/>
                </a:lnTo>
                <a:lnTo>
                  <a:pt x="326" y="79265"/>
                </a:lnTo>
                <a:lnTo>
                  <a:pt x="146" y="86065"/>
                </a:lnTo>
                <a:lnTo>
                  <a:pt x="37" y="9299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2653966382-40"/>
          <p:cNvSpPr/>
          <p:nvPr/>
        </p:nvSpPr>
        <p:spPr>
          <a:xfrm>
            <a:off x="4962495" y="2224564"/>
            <a:ext cx="623828" cy="180023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92653966588-77"/>
          <p:cNvSpPr/>
          <p:nvPr/>
        </p:nvSpPr>
        <p:spPr>
          <a:xfrm>
            <a:off x="5174397" y="2524601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100000"/>
                </a:moveTo>
                <a:lnTo>
                  <a:pt x="50000" y="100000"/>
                </a:lnTo>
                <a:cubicBezTo>
                  <a:pt x="59111" y="99873"/>
                  <a:pt x="67444" y="97667"/>
                  <a:pt x="75000" y="93381"/>
                </a:cubicBezTo>
                <a:lnTo>
                  <a:pt x="75000" y="93381"/>
                </a:lnTo>
                <a:lnTo>
                  <a:pt x="75000" y="93381"/>
                </a:lnTo>
                <a:cubicBezTo>
                  <a:pt x="82556" y="88937"/>
                  <a:pt x="88683" y="82810"/>
                  <a:pt x="93381" y="75000"/>
                </a:cubicBezTo>
                <a:lnTo>
                  <a:pt x="93381" y="75000"/>
                </a:lnTo>
                <a:cubicBezTo>
                  <a:pt x="97794" y="67063"/>
                  <a:pt x="100000" y="58730"/>
                  <a:pt x="100000" y="50000"/>
                </a:cubicBezTo>
                <a:lnTo>
                  <a:pt x="100000" y="50000"/>
                </a:lnTo>
                <a:cubicBezTo>
                  <a:pt x="100000" y="41270"/>
                  <a:pt x="97794" y="32937"/>
                  <a:pt x="93381" y="25000"/>
                </a:cubicBezTo>
                <a:lnTo>
                  <a:pt x="93381" y="25000"/>
                </a:lnTo>
                <a:cubicBezTo>
                  <a:pt x="88683" y="17190"/>
                  <a:pt x="82556" y="11063"/>
                  <a:pt x="75000" y="6619"/>
                </a:cubicBezTo>
                <a:lnTo>
                  <a:pt x="75000" y="6619"/>
                </a:lnTo>
                <a:cubicBezTo>
                  <a:pt x="67444" y="2333"/>
                  <a:pt x="59111" y="127"/>
                  <a:pt x="50000" y="0"/>
                </a:cubicBezTo>
                <a:lnTo>
                  <a:pt x="50000" y="0"/>
                </a:lnTo>
                <a:cubicBezTo>
                  <a:pt x="40889" y="127"/>
                  <a:pt x="32556" y="2333"/>
                  <a:pt x="25000" y="6619"/>
                </a:cubicBezTo>
                <a:lnTo>
                  <a:pt x="25000" y="6619"/>
                </a:lnTo>
                <a:cubicBezTo>
                  <a:pt x="17444" y="11063"/>
                  <a:pt x="11317" y="17190"/>
                  <a:pt x="6619" y="25000"/>
                </a:cubicBezTo>
                <a:lnTo>
                  <a:pt x="6619" y="25000"/>
                </a:lnTo>
                <a:cubicBezTo>
                  <a:pt x="2206" y="32937"/>
                  <a:pt x="0" y="41270"/>
                  <a:pt x="0" y="50000"/>
                </a:cubicBezTo>
                <a:lnTo>
                  <a:pt x="0" y="50000"/>
                </a:lnTo>
                <a:cubicBezTo>
                  <a:pt x="0" y="58730"/>
                  <a:pt x="2206" y="67063"/>
                  <a:pt x="6619" y="75000"/>
                </a:cubicBezTo>
                <a:lnTo>
                  <a:pt x="6619" y="75000"/>
                </a:lnTo>
                <a:cubicBezTo>
                  <a:pt x="11317" y="82810"/>
                  <a:pt x="17444" y="88937"/>
                  <a:pt x="25000" y="93381"/>
                </a:cubicBezTo>
                <a:lnTo>
                  <a:pt x="25000" y="93381"/>
                </a:lnTo>
                <a:cubicBezTo>
                  <a:pt x="32556" y="97667"/>
                  <a:pt x="40889" y="99873"/>
                  <a:pt x="50000" y="100000"/>
                </a:cubicBezTo>
                <a:lnTo>
                  <a:pt x="50000" y="100000"/>
                </a:lnTo>
                <a:moveTo>
                  <a:pt x="72048" y="40810"/>
                </a:moveTo>
                <a:lnTo>
                  <a:pt x="72048" y="40810"/>
                </a:lnTo>
                <a:lnTo>
                  <a:pt x="47048" y="65810"/>
                </a:lnTo>
                <a:cubicBezTo>
                  <a:pt x="44857" y="67651"/>
                  <a:pt x="42651" y="67651"/>
                  <a:pt x="40429" y="65810"/>
                </a:cubicBezTo>
                <a:lnTo>
                  <a:pt x="40429" y="65810"/>
                </a:lnTo>
                <a:lnTo>
                  <a:pt x="27952" y="53333"/>
                </a:lnTo>
                <a:cubicBezTo>
                  <a:pt x="26111" y="51111"/>
                  <a:pt x="26111" y="48889"/>
                  <a:pt x="27952" y="46667"/>
                </a:cubicBezTo>
                <a:lnTo>
                  <a:pt x="27952" y="46667"/>
                </a:lnTo>
                <a:cubicBezTo>
                  <a:pt x="30143" y="44857"/>
                  <a:pt x="32349" y="44857"/>
                  <a:pt x="34571" y="46667"/>
                </a:cubicBezTo>
                <a:lnTo>
                  <a:pt x="34571" y="46667"/>
                </a:lnTo>
                <a:lnTo>
                  <a:pt x="43762" y="55857"/>
                </a:lnTo>
                <a:lnTo>
                  <a:pt x="65429" y="34190"/>
                </a:lnTo>
                <a:cubicBezTo>
                  <a:pt x="67651" y="32349"/>
                  <a:pt x="69857" y="32349"/>
                  <a:pt x="72048" y="34190"/>
                </a:cubicBezTo>
                <a:lnTo>
                  <a:pt x="72048" y="34190"/>
                </a:lnTo>
                <a:cubicBezTo>
                  <a:pt x="73889" y="36413"/>
                  <a:pt x="73889" y="38619"/>
                  <a:pt x="72048" y="40810"/>
                </a:cubicBezTo>
                <a:lnTo>
                  <a:pt x="72048" y="4081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92653966366-19"/>
          <p:cNvSpPr/>
          <p:nvPr/>
        </p:nvSpPr>
        <p:spPr>
          <a:xfrm>
            <a:off x="6019770" y="2053114"/>
            <a:ext cx="1319183" cy="1311593"/>
          </a:xfrm>
          <a:prstGeom prst="roundRect">
            <a:avLst>
              <a:gd name="adj" fmla="val 10167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el-1792653966370-25"/>
          <p:cNvSpPr/>
          <p:nvPr/>
        </p:nvSpPr>
        <p:spPr>
          <a:xfrm>
            <a:off x="6019770" y="2053114"/>
            <a:ext cx="131918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37" y="90198"/>
                </a:lnTo>
                <a:lnTo>
                  <a:pt x="146" y="80491"/>
                </a:lnTo>
                <a:lnTo>
                  <a:pt x="326" y="70972"/>
                </a:lnTo>
                <a:lnTo>
                  <a:pt x="577" y="61732"/>
                </a:lnTo>
                <a:lnTo>
                  <a:pt x="895" y="52860"/>
                </a:lnTo>
                <a:lnTo>
                  <a:pt x="1278" y="44443"/>
                </a:lnTo>
                <a:lnTo>
                  <a:pt x="1721" y="36561"/>
                </a:lnTo>
                <a:lnTo>
                  <a:pt x="2221" y="29289"/>
                </a:lnTo>
                <a:lnTo>
                  <a:pt x="2772" y="22699"/>
                </a:lnTo>
                <a:lnTo>
                  <a:pt x="3369" y="16853"/>
                </a:lnTo>
                <a:lnTo>
                  <a:pt x="4008" y="11808"/>
                </a:lnTo>
                <a:lnTo>
                  <a:pt x="4680" y="7612"/>
                </a:lnTo>
                <a:lnTo>
                  <a:pt x="5381" y="4306"/>
                </a:lnTo>
                <a:lnTo>
                  <a:pt x="6102" y="1921"/>
                </a:lnTo>
                <a:lnTo>
                  <a:pt x="6838" y="482"/>
                </a:lnTo>
                <a:lnTo>
                  <a:pt x="7581" y="0"/>
                </a:lnTo>
                <a:lnTo>
                  <a:pt x="92419" y="0"/>
                </a:lnTo>
                <a:lnTo>
                  <a:pt x="93162" y="482"/>
                </a:lnTo>
                <a:lnTo>
                  <a:pt x="93898" y="1921"/>
                </a:lnTo>
                <a:lnTo>
                  <a:pt x="94619" y="4306"/>
                </a:lnTo>
                <a:lnTo>
                  <a:pt x="95320" y="7612"/>
                </a:lnTo>
                <a:lnTo>
                  <a:pt x="95992" y="11808"/>
                </a:lnTo>
                <a:lnTo>
                  <a:pt x="96631" y="16853"/>
                </a:lnTo>
                <a:lnTo>
                  <a:pt x="97228" y="22699"/>
                </a:lnTo>
                <a:lnTo>
                  <a:pt x="97779" y="29289"/>
                </a:lnTo>
                <a:lnTo>
                  <a:pt x="98279" y="36561"/>
                </a:lnTo>
                <a:lnTo>
                  <a:pt x="98722" y="44443"/>
                </a:lnTo>
                <a:lnTo>
                  <a:pt x="99105" y="52860"/>
                </a:lnTo>
                <a:lnTo>
                  <a:pt x="99423" y="61732"/>
                </a:lnTo>
                <a:lnTo>
                  <a:pt x="99674" y="70972"/>
                </a:lnTo>
                <a:lnTo>
                  <a:pt x="99854" y="80491"/>
                </a:lnTo>
                <a:lnTo>
                  <a:pt x="99963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63" y="92999"/>
                </a:lnTo>
                <a:lnTo>
                  <a:pt x="99854" y="86065"/>
                </a:lnTo>
                <a:lnTo>
                  <a:pt x="99674" y="79265"/>
                </a:lnTo>
                <a:lnTo>
                  <a:pt x="99423" y="72665"/>
                </a:lnTo>
                <a:lnTo>
                  <a:pt x="99105" y="66329"/>
                </a:lnTo>
                <a:lnTo>
                  <a:pt x="98722" y="60316"/>
                </a:lnTo>
                <a:lnTo>
                  <a:pt x="98279" y="54686"/>
                </a:lnTo>
                <a:lnTo>
                  <a:pt x="97779" y="49492"/>
                </a:lnTo>
                <a:lnTo>
                  <a:pt x="97228" y="44785"/>
                </a:lnTo>
                <a:lnTo>
                  <a:pt x="96631" y="40609"/>
                </a:lnTo>
                <a:lnTo>
                  <a:pt x="95992" y="37006"/>
                </a:lnTo>
                <a:lnTo>
                  <a:pt x="95320" y="34009"/>
                </a:lnTo>
                <a:lnTo>
                  <a:pt x="94619" y="31647"/>
                </a:lnTo>
                <a:lnTo>
                  <a:pt x="93898" y="29944"/>
                </a:lnTo>
                <a:lnTo>
                  <a:pt x="93162" y="28915"/>
                </a:lnTo>
                <a:lnTo>
                  <a:pt x="92419" y="28571"/>
                </a:lnTo>
                <a:lnTo>
                  <a:pt x="7581" y="28571"/>
                </a:lnTo>
                <a:lnTo>
                  <a:pt x="6838" y="28915"/>
                </a:lnTo>
                <a:lnTo>
                  <a:pt x="6102" y="29944"/>
                </a:lnTo>
                <a:lnTo>
                  <a:pt x="5381" y="31647"/>
                </a:lnTo>
                <a:lnTo>
                  <a:pt x="4680" y="34009"/>
                </a:lnTo>
                <a:lnTo>
                  <a:pt x="4008" y="37006"/>
                </a:lnTo>
                <a:lnTo>
                  <a:pt x="3369" y="40609"/>
                </a:lnTo>
                <a:lnTo>
                  <a:pt x="2772" y="44785"/>
                </a:lnTo>
                <a:lnTo>
                  <a:pt x="2221" y="49492"/>
                </a:lnTo>
                <a:lnTo>
                  <a:pt x="1721" y="54686"/>
                </a:lnTo>
                <a:lnTo>
                  <a:pt x="1278" y="60316"/>
                </a:lnTo>
                <a:lnTo>
                  <a:pt x="895" y="66329"/>
                </a:lnTo>
                <a:lnTo>
                  <a:pt x="577" y="72665"/>
                </a:lnTo>
                <a:lnTo>
                  <a:pt x="326" y="79265"/>
                </a:lnTo>
                <a:lnTo>
                  <a:pt x="146" y="86065"/>
                </a:lnTo>
                <a:lnTo>
                  <a:pt x="37" y="9299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el-1792653966384-44"/>
          <p:cNvSpPr/>
          <p:nvPr/>
        </p:nvSpPr>
        <p:spPr>
          <a:xfrm>
            <a:off x="6367403" y="2224564"/>
            <a:ext cx="623828" cy="180023"/>
          </a:xfrm>
          <a:prstGeom prst="roundRect">
            <a:avLst>
              <a:gd name="adj" fmla="val 50000"/>
            </a:avLst>
          </a:prstGeom>
          <a:solidFill>
            <a:srgbClr val="FDEA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92653966590-78"/>
          <p:cNvSpPr/>
          <p:nvPr/>
        </p:nvSpPr>
        <p:spPr>
          <a:xfrm>
            <a:off x="6554301" y="2524601"/>
            <a:ext cx="250031" cy="2000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2000" y="190"/>
                </a:moveTo>
                <a:lnTo>
                  <a:pt x="62000" y="190"/>
                </a:lnTo>
                <a:cubicBezTo>
                  <a:pt x="60641" y="-190"/>
                  <a:pt x="59321" y="0"/>
                  <a:pt x="58038" y="762"/>
                </a:cubicBezTo>
                <a:lnTo>
                  <a:pt x="58038" y="762"/>
                </a:lnTo>
                <a:lnTo>
                  <a:pt x="58038" y="762"/>
                </a:lnTo>
                <a:cubicBezTo>
                  <a:pt x="56885" y="1556"/>
                  <a:pt x="56103" y="2794"/>
                  <a:pt x="55692" y="4476"/>
                </a:cubicBezTo>
                <a:lnTo>
                  <a:pt x="55692" y="4476"/>
                </a:lnTo>
                <a:lnTo>
                  <a:pt x="35500" y="92000"/>
                </a:lnTo>
                <a:cubicBezTo>
                  <a:pt x="35192" y="93683"/>
                  <a:pt x="35346" y="95302"/>
                  <a:pt x="35962" y="96857"/>
                </a:cubicBezTo>
                <a:lnTo>
                  <a:pt x="35962" y="96857"/>
                </a:lnTo>
                <a:cubicBezTo>
                  <a:pt x="36603" y="98286"/>
                  <a:pt x="37603" y="99270"/>
                  <a:pt x="38962" y="99810"/>
                </a:cubicBezTo>
                <a:lnTo>
                  <a:pt x="38962" y="99810"/>
                </a:lnTo>
                <a:cubicBezTo>
                  <a:pt x="40321" y="100190"/>
                  <a:pt x="41641" y="100000"/>
                  <a:pt x="42923" y="99238"/>
                </a:cubicBezTo>
                <a:lnTo>
                  <a:pt x="42923" y="99238"/>
                </a:lnTo>
                <a:cubicBezTo>
                  <a:pt x="44077" y="98444"/>
                  <a:pt x="44859" y="97206"/>
                  <a:pt x="45269" y="95524"/>
                </a:cubicBezTo>
                <a:lnTo>
                  <a:pt x="45269" y="95524"/>
                </a:lnTo>
                <a:lnTo>
                  <a:pt x="65462" y="8000"/>
                </a:lnTo>
                <a:cubicBezTo>
                  <a:pt x="65769" y="6317"/>
                  <a:pt x="65615" y="4698"/>
                  <a:pt x="65000" y="3143"/>
                </a:cubicBezTo>
                <a:lnTo>
                  <a:pt x="65000" y="3143"/>
                </a:lnTo>
                <a:cubicBezTo>
                  <a:pt x="64359" y="1714"/>
                  <a:pt x="63359" y="730"/>
                  <a:pt x="62000" y="190"/>
                </a:cubicBezTo>
                <a:lnTo>
                  <a:pt x="62000" y="190"/>
                </a:lnTo>
                <a:moveTo>
                  <a:pt x="74615" y="23619"/>
                </a:moveTo>
                <a:lnTo>
                  <a:pt x="74615" y="23619"/>
                </a:lnTo>
                <a:cubicBezTo>
                  <a:pt x="73667" y="24921"/>
                  <a:pt x="73192" y="26429"/>
                  <a:pt x="73192" y="28143"/>
                </a:cubicBezTo>
                <a:lnTo>
                  <a:pt x="73192" y="28143"/>
                </a:lnTo>
                <a:lnTo>
                  <a:pt x="73192" y="28143"/>
                </a:lnTo>
                <a:cubicBezTo>
                  <a:pt x="73192" y="29825"/>
                  <a:pt x="73667" y="31317"/>
                  <a:pt x="74615" y="32619"/>
                </a:cubicBezTo>
                <a:lnTo>
                  <a:pt x="74615" y="32619"/>
                </a:lnTo>
                <a:lnTo>
                  <a:pt x="88808" y="50000"/>
                </a:lnTo>
                <a:lnTo>
                  <a:pt x="74615" y="67381"/>
                </a:lnTo>
                <a:cubicBezTo>
                  <a:pt x="73667" y="68683"/>
                  <a:pt x="73192" y="70175"/>
                  <a:pt x="73192" y="71857"/>
                </a:cubicBezTo>
                <a:lnTo>
                  <a:pt x="73192" y="71857"/>
                </a:lnTo>
                <a:cubicBezTo>
                  <a:pt x="73192" y="73571"/>
                  <a:pt x="73667" y="75079"/>
                  <a:pt x="74615" y="76381"/>
                </a:cubicBezTo>
                <a:lnTo>
                  <a:pt x="74615" y="76381"/>
                </a:lnTo>
                <a:cubicBezTo>
                  <a:pt x="75667" y="77556"/>
                  <a:pt x="76872" y="78143"/>
                  <a:pt x="78231" y="78143"/>
                </a:cubicBezTo>
                <a:lnTo>
                  <a:pt x="78231" y="78143"/>
                </a:lnTo>
                <a:cubicBezTo>
                  <a:pt x="79615" y="78143"/>
                  <a:pt x="80833" y="77556"/>
                  <a:pt x="81885" y="76381"/>
                </a:cubicBezTo>
                <a:lnTo>
                  <a:pt x="81885" y="76381"/>
                </a:lnTo>
                <a:lnTo>
                  <a:pt x="99538" y="54476"/>
                </a:lnTo>
                <a:cubicBezTo>
                  <a:pt x="100487" y="53175"/>
                  <a:pt x="100962" y="51683"/>
                  <a:pt x="100962" y="50000"/>
                </a:cubicBezTo>
                <a:lnTo>
                  <a:pt x="100962" y="50000"/>
                </a:lnTo>
                <a:cubicBezTo>
                  <a:pt x="100962" y="48317"/>
                  <a:pt x="100487" y="46825"/>
                  <a:pt x="99538" y="45524"/>
                </a:cubicBezTo>
                <a:lnTo>
                  <a:pt x="99538" y="45524"/>
                </a:lnTo>
                <a:lnTo>
                  <a:pt x="81885" y="23619"/>
                </a:lnTo>
                <a:cubicBezTo>
                  <a:pt x="80833" y="22444"/>
                  <a:pt x="79615" y="21857"/>
                  <a:pt x="78231" y="21857"/>
                </a:cubicBezTo>
                <a:lnTo>
                  <a:pt x="78231" y="21857"/>
                </a:lnTo>
                <a:cubicBezTo>
                  <a:pt x="76872" y="21857"/>
                  <a:pt x="75667" y="22444"/>
                  <a:pt x="74615" y="23619"/>
                </a:cubicBezTo>
                <a:lnTo>
                  <a:pt x="74615" y="23619"/>
                </a:lnTo>
                <a:moveTo>
                  <a:pt x="26346" y="23619"/>
                </a:moveTo>
                <a:lnTo>
                  <a:pt x="26346" y="23619"/>
                </a:lnTo>
                <a:cubicBezTo>
                  <a:pt x="25295" y="22444"/>
                  <a:pt x="24090" y="21857"/>
                  <a:pt x="22731" y="21857"/>
                </a:cubicBezTo>
                <a:lnTo>
                  <a:pt x="22731" y="21857"/>
                </a:lnTo>
                <a:lnTo>
                  <a:pt x="22731" y="21857"/>
                </a:lnTo>
                <a:cubicBezTo>
                  <a:pt x="21346" y="21857"/>
                  <a:pt x="20128" y="22444"/>
                  <a:pt x="19077" y="23619"/>
                </a:cubicBezTo>
                <a:lnTo>
                  <a:pt x="19077" y="23619"/>
                </a:lnTo>
                <a:lnTo>
                  <a:pt x="1423" y="45524"/>
                </a:lnTo>
                <a:cubicBezTo>
                  <a:pt x="474" y="46825"/>
                  <a:pt x="0" y="48317"/>
                  <a:pt x="0" y="50000"/>
                </a:cubicBezTo>
                <a:lnTo>
                  <a:pt x="0" y="50000"/>
                </a:lnTo>
                <a:cubicBezTo>
                  <a:pt x="0" y="51683"/>
                  <a:pt x="474" y="53175"/>
                  <a:pt x="1423" y="54476"/>
                </a:cubicBezTo>
                <a:lnTo>
                  <a:pt x="1423" y="54476"/>
                </a:lnTo>
                <a:lnTo>
                  <a:pt x="19077" y="76381"/>
                </a:lnTo>
                <a:cubicBezTo>
                  <a:pt x="20128" y="77556"/>
                  <a:pt x="21346" y="78143"/>
                  <a:pt x="22731" y="78143"/>
                </a:cubicBezTo>
                <a:lnTo>
                  <a:pt x="22731" y="78143"/>
                </a:lnTo>
                <a:cubicBezTo>
                  <a:pt x="24090" y="78143"/>
                  <a:pt x="25295" y="77556"/>
                  <a:pt x="26346" y="76381"/>
                </a:cubicBezTo>
                <a:lnTo>
                  <a:pt x="26346" y="76381"/>
                </a:lnTo>
                <a:cubicBezTo>
                  <a:pt x="27295" y="75079"/>
                  <a:pt x="27769" y="73571"/>
                  <a:pt x="27769" y="71857"/>
                </a:cubicBezTo>
                <a:lnTo>
                  <a:pt x="27769" y="71857"/>
                </a:lnTo>
                <a:cubicBezTo>
                  <a:pt x="27769" y="70175"/>
                  <a:pt x="27295" y="68683"/>
                  <a:pt x="26346" y="67381"/>
                </a:cubicBezTo>
                <a:lnTo>
                  <a:pt x="26346" y="67381"/>
                </a:lnTo>
                <a:lnTo>
                  <a:pt x="12154" y="50000"/>
                </a:lnTo>
                <a:lnTo>
                  <a:pt x="26346" y="32619"/>
                </a:lnTo>
                <a:cubicBezTo>
                  <a:pt x="27295" y="31317"/>
                  <a:pt x="27769" y="29825"/>
                  <a:pt x="27769" y="28143"/>
                </a:cubicBezTo>
                <a:lnTo>
                  <a:pt x="27769" y="28143"/>
                </a:lnTo>
                <a:cubicBezTo>
                  <a:pt x="27769" y="26429"/>
                  <a:pt x="27295" y="24921"/>
                  <a:pt x="26346" y="23619"/>
                </a:cubicBezTo>
                <a:lnTo>
                  <a:pt x="26346" y="23619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el-1792653966367-20"/>
          <p:cNvSpPr/>
          <p:nvPr/>
        </p:nvSpPr>
        <p:spPr>
          <a:xfrm>
            <a:off x="7424678" y="2053114"/>
            <a:ext cx="1319272" cy="1311593"/>
          </a:xfrm>
          <a:prstGeom prst="roundRect">
            <a:avLst>
              <a:gd name="adj" fmla="val 10167"/>
            </a:avLst>
          </a:prstGeom>
          <a:solidFill>
            <a:srgbClr val="FFFFFF"/>
          </a:solidFill>
          <a:ln w="10716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el-1792653966371-26"/>
          <p:cNvSpPr/>
          <p:nvPr/>
        </p:nvSpPr>
        <p:spPr>
          <a:xfrm>
            <a:off x="7424678" y="2053114"/>
            <a:ext cx="1319272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37" y="90198"/>
                </a:lnTo>
                <a:lnTo>
                  <a:pt x="146" y="80491"/>
                </a:lnTo>
                <a:lnTo>
                  <a:pt x="326" y="70972"/>
                </a:lnTo>
                <a:lnTo>
                  <a:pt x="577" y="61732"/>
                </a:lnTo>
                <a:lnTo>
                  <a:pt x="895" y="52860"/>
                </a:lnTo>
                <a:lnTo>
                  <a:pt x="1278" y="44443"/>
                </a:lnTo>
                <a:lnTo>
                  <a:pt x="1721" y="36561"/>
                </a:lnTo>
                <a:lnTo>
                  <a:pt x="2220" y="29289"/>
                </a:lnTo>
                <a:lnTo>
                  <a:pt x="2772" y="22699"/>
                </a:lnTo>
                <a:lnTo>
                  <a:pt x="3369" y="16853"/>
                </a:lnTo>
                <a:lnTo>
                  <a:pt x="4007" y="11808"/>
                </a:lnTo>
                <a:lnTo>
                  <a:pt x="4680" y="7612"/>
                </a:lnTo>
                <a:lnTo>
                  <a:pt x="5380" y="4306"/>
                </a:lnTo>
                <a:lnTo>
                  <a:pt x="6102" y="1921"/>
                </a:lnTo>
                <a:lnTo>
                  <a:pt x="6838" y="482"/>
                </a:lnTo>
                <a:lnTo>
                  <a:pt x="7581" y="0"/>
                </a:lnTo>
                <a:lnTo>
                  <a:pt x="92419" y="0"/>
                </a:lnTo>
                <a:lnTo>
                  <a:pt x="93162" y="482"/>
                </a:lnTo>
                <a:lnTo>
                  <a:pt x="93898" y="1921"/>
                </a:lnTo>
                <a:lnTo>
                  <a:pt x="94620" y="4306"/>
                </a:lnTo>
                <a:lnTo>
                  <a:pt x="95320" y="7612"/>
                </a:lnTo>
                <a:lnTo>
                  <a:pt x="95993" y="11808"/>
                </a:lnTo>
                <a:lnTo>
                  <a:pt x="96631" y="16853"/>
                </a:lnTo>
                <a:lnTo>
                  <a:pt x="97228" y="22699"/>
                </a:lnTo>
                <a:lnTo>
                  <a:pt x="97780" y="29289"/>
                </a:lnTo>
                <a:lnTo>
                  <a:pt x="98279" y="36561"/>
                </a:lnTo>
                <a:lnTo>
                  <a:pt x="98722" y="44443"/>
                </a:lnTo>
                <a:lnTo>
                  <a:pt x="99105" y="52860"/>
                </a:lnTo>
                <a:lnTo>
                  <a:pt x="99423" y="61732"/>
                </a:lnTo>
                <a:lnTo>
                  <a:pt x="99674" y="70972"/>
                </a:lnTo>
                <a:lnTo>
                  <a:pt x="99854" y="80491"/>
                </a:lnTo>
                <a:lnTo>
                  <a:pt x="99963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63" y="92999"/>
                </a:lnTo>
                <a:lnTo>
                  <a:pt x="99854" y="86065"/>
                </a:lnTo>
                <a:lnTo>
                  <a:pt x="99674" y="79265"/>
                </a:lnTo>
                <a:lnTo>
                  <a:pt x="99423" y="72665"/>
                </a:lnTo>
                <a:lnTo>
                  <a:pt x="99105" y="66329"/>
                </a:lnTo>
                <a:lnTo>
                  <a:pt x="98722" y="60316"/>
                </a:lnTo>
                <a:lnTo>
                  <a:pt x="98279" y="54686"/>
                </a:lnTo>
                <a:lnTo>
                  <a:pt x="97780" y="49492"/>
                </a:lnTo>
                <a:lnTo>
                  <a:pt x="97228" y="44785"/>
                </a:lnTo>
                <a:lnTo>
                  <a:pt x="96631" y="40609"/>
                </a:lnTo>
                <a:lnTo>
                  <a:pt x="95993" y="37006"/>
                </a:lnTo>
                <a:lnTo>
                  <a:pt x="95320" y="34009"/>
                </a:lnTo>
                <a:lnTo>
                  <a:pt x="94620" y="31647"/>
                </a:lnTo>
                <a:lnTo>
                  <a:pt x="93898" y="29944"/>
                </a:lnTo>
                <a:lnTo>
                  <a:pt x="93162" y="28915"/>
                </a:lnTo>
                <a:lnTo>
                  <a:pt x="92419" y="28571"/>
                </a:lnTo>
                <a:lnTo>
                  <a:pt x="7581" y="28571"/>
                </a:lnTo>
                <a:lnTo>
                  <a:pt x="6838" y="28915"/>
                </a:lnTo>
                <a:lnTo>
                  <a:pt x="6102" y="29944"/>
                </a:lnTo>
                <a:lnTo>
                  <a:pt x="5380" y="31647"/>
                </a:lnTo>
                <a:lnTo>
                  <a:pt x="4680" y="34009"/>
                </a:lnTo>
                <a:lnTo>
                  <a:pt x="4007" y="37006"/>
                </a:lnTo>
                <a:lnTo>
                  <a:pt x="3369" y="40609"/>
                </a:lnTo>
                <a:lnTo>
                  <a:pt x="2772" y="44785"/>
                </a:lnTo>
                <a:lnTo>
                  <a:pt x="2220" y="49492"/>
                </a:lnTo>
                <a:lnTo>
                  <a:pt x="1721" y="54686"/>
                </a:lnTo>
                <a:lnTo>
                  <a:pt x="1278" y="60316"/>
                </a:lnTo>
                <a:lnTo>
                  <a:pt x="895" y="66329"/>
                </a:lnTo>
                <a:lnTo>
                  <a:pt x="577" y="72665"/>
                </a:lnTo>
                <a:lnTo>
                  <a:pt x="326" y="79265"/>
                </a:lnTo>
                <a:lnTo>
                  <a:pt x="146" y="86065"/>
                </a:lnTo>
                <a:lnTo>
                  <a:pt x="37" y="92999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l-1792653966385-48"/>
          <p:cNvSpPr/>
          <p:nvPr/>
        </p:nvSpPr>
        <p:spPr>
          <a:xfrm>
            <a:off x="7772400" y="2224564"/>
            <a:ext cx="623828" cy="180023"/>
          </a:xfrm>
          <a:prstGeom prst="roundRect">
            <a:avLst>
              <a:gd name="adj" fmla="val 50000"/>
            </a:avLst>
          </a:prstGeom>
          <a:solidFill>
            <a:srgbClr val="EEF4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el-1792653966590-79"/>
          <p:cNvSpPr/>
          <p:nvPr/>
        </p:nvSpPr>
        <p:spPr>
          <a:xfrm>
            <a:off x="7984301" y="2525383"/>
            <a:ext cx="200025" cy="19846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5905" y="762"/>
                </a:moveTo>
                <a:lnTo>
                  <a:pt x="45905" y="762"/>
                </a:lnTo>
                <a:cubicBezTo>
                  <a:pt x="48635" y="-254"/>
                  <a:pt x="51429" y="-254"/>
                  <a:pt x="54286" y="762"/>
                </a:cubicBezTo>
                <a:lnTo>
                  <a:pt x="54286" y="762"/>
                </a:lnTo>
                <a:lnTo>
                  <a:pt x="91810" y="14048"/>
                </a:lnTo>
                <a:cubicBezTo>
                  <a:pt x="94286" y="15095"/>
                  <a:pt x="96238" y="16667"/>
                  <a:pt x="97667" y="18762"/>
                </a:cubicBezTo>
                <a:lnTo>
                  <a:pt x="97667" y="18762"/>
                </a:lnTo>
                <a:cubicBezTo>
                  <a:pt x="99222" y="20825"/>
                  <a:pt x="100000" y="23238"/>
                  <a:pt x="100000" y="26000"/>
                </a:cubicBezTo>
                <a:lnTo>
                  <a:pt x="100000" y="26000"/>
                </a:lnTo>
                <a:lnTo>
                  <a:pt x="100000" y="73238"/>
                </a:lnTo>
                <a:cubicBezTo>
                  <a:pt x="100000" y="75968"/>
                  <a:pt x="99222" y="78381"/>
                  <a:pt x="97667" y="80476"/>
                </a:cubicBezTo>
                <a:lnTo>
                  <a:pt x="97667" y="80476"/>
                </a:lnTo>
                <a:cubicBezTo>
                  <a:pt x="96238" y="82540"/>
                  <a:pt x="94286" y="84095"/>
                  <a:pt x="91810" y="85143"/>
                </a:cubicBezTo>
                <a:lnTo>
                  <a:pt x="91810" y="85143"/>
                </a:lnTo>
                <a:lnTo>
                  <a:pt x="54286" y="98429"/>
                </a:lnTo>
                <a:cubicBezTo>
                  <a:pt x="51429" y="99476"/>
                  <a:pt x="48571" y="99476"/>
                  <a:pt x="45714" y="98429"/>
                </a:cubicBezTo>
                <a:lnTo>
                  <a:pt x="45714" y="98429"/>
                </a:lnTo>
                <a:lnTo>
                  <a:pt x="8190" y="85143"/>
                </a:lnTo>
                <a:cubicBezTo>
                  <a:pt x="5714" y="84254"/>
                  <a:pt x="3762" y="82698"/>
                  <a:pt x="2333" y="80476"/>
                </a:cubicBezTo>
                <a:lnTo>
                  <a:pt x="2333" y="80476"/>
                </a:lnTo>
                <a:cubicBezTo>
                  <a:pt x="778" y="78381"/>
                  <a:pt x="0" y="75968"/>
                  <a:pt x="0" y="73238"/>
                </a:cubicBezTo>
                <a:lnTo>
                  <a:pt x="0" y="73238"/>
                </a:lnTo>
                <a:lnTo>
                  <a:pt x="0" y="26000"/>
                </a:lnTo>
                <a:cubicBezTo>
                  <a:pt x="0" y="23238"/>
                  <a:pt x="778" y="20825"/>
                  <a:pt x="2333" y="18762"/>
                </a:cubicBezTo>
                <a:lnTo>
                  <a:pt x="2333" y="18762"/>
                </a:lnTo>
                <a:cubicBezTo>
                  <a:pt x="3762" y="16667"/>
                  <a:pt x="5778" y="15095"/>
                  <a:pt x="8381" y="14048"/>
                </a:cubicBezTo>
                <a:lnTo>
                  <a:pt x="8381" y="14048"/>
                </a:lnTo>
                <a:lnTo>
                  <a:pt x="45905" y="762"/>
                </a:lnTo>
                <a:moveTo>
                  <a:pt x="50000" y="12524"/>
                </a:moveTo>
                <a:lnTo>
                  <a:pt x="50000" y="12524"/>
                </a:lnTo>
                <a:lnTo>
                  <a:pt x="16000" y="24619"/>
                </a:lnTo>
                <a:lnTo>
                  <a:pt x="50000" y="36714"/>
                </a:lnTo>
                <a:lnTo>
                  <a:pt x="84000" y="24619"/>
                </a:lnTo>
                <a:lnTo>
                  <a:pt x="50000" y="12524"/>
                </a:lnTo>
                <a:moveTo>
                  <a:pt x="56238" y="84571"/>
                </a:moveTo>
                <a:lnTo>
                  <a:pt x="56238" y="84571"/>
                </a:lnTo>
                <a:lnTo>
                  <a:pt x="87524" y="73429"/>
                </a:lnTo>
                <a:lnTo>
                  <a:pt x="87524" y="36714"/>
                </a:lnTo>
                <a:lnTo>
                  <a:pt x="56238" y="47857"/>
                </a:lnTo>
                <a:lnTo>
                  <a:pt x="56238" y="84571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el-1792653966356-13"/>
          <p:cNvSpPr/>
          <p:nvPr/>
        </p:nvSpPr>
        <p:spPr>
          <a:xfrm>
            <a:off x="2569339" y="3521869"/>
            <a:ext cx="2085350" cy="360045"/>
          </a:xfrm>
          <a:prstGeom prst="roundRect">
            <a:avLst>
              <a:gd name="adj" fmla="val 50000"/>
            </a:avLst>
          </a:prstGeom>
          <a:solidFill>
            <a:srgbClr val="FDEA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el-1792653966656-104"/>
          <p:cNvSpPr/>
          <p:nvPr/>
        </p:nvSpPr>
        <p:spPr>
          <a:xfrm>
            <a:off x="2769364" y="3613309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750" y="0"/>
                </a:moveTo>
                <a:lnTo>
                  <a:pt x="48750" y="0"/>
                </a:lnTo>
                <a:cubicBezTo>
                  <a:pt x="57650" y="133"/>
                  <a:pt x="65783" y="2283"/>
                  <a:pt x="73150" y="6450"/>
                </a:cubicBezTo>
                <a:lnTo>
                  <a:pt x="73150" y="6450"/>
                </a:lnTo>
                <a:lnTo>
                  <a:pt x="73150" y="6450"/>
                </a:lnTo>
                <a:cubicBezTo>
                  <a:pt x="80483" y="10783"/>
                  <a:pt x="86450" y="16767"/>
                  <a:pt x="91050" y="24400"/>
                </a:cubicBezTo>
                <a:lnTo>
                  <a:pt x="91050" y="24400"/>
                </a:lnTo>
                <a:cubicBezTo>
                  <a:pt x="95350" y="32133"/>
                  <a:pt x="97500" y="40250"/>
                  <a:pt x="97500" y="48750"/>
                </a:cubicBezTo>
                <a:lnTo>
                  <a:pt x="97500" y="48750"/>
                </a:lnTo>
                <a:cubicBezTo>
                  <a:pt x="97500" y="57250"/>
                  <a:pt x="95350" y="65383"/>
                  <a:pt x="91050" y="73150"/>
                </a:cubicBezTo>
                <a:lnTo>
                  <a:pt x="91050" y="73150"/>
                </a:lnTo>
                <a:cubicBezTo>
                  <a:pt x="86450" y="80750"/>
                  <a:pt x="80483" y="86717"/>
                  <a:pt x="73150" y="91050"/>
                </a:cubicBezTo>
                <a:lnTo>
                  <a:pt x="73150" y="91050"/>
                </a:lnTo>
                <a:cubicBezTo>
                  <a:pt x="65783" y="95217"/>
                  <a:pt x="57650" y="97367"/>
                  <a:pt x="48750" y="97500"/>
                </a:cubicBezTo>
                <a:lnTo>
                  <a:pt x="48750" y="97500"/>
                </a:lnTo>
                <a:cubicBezTo>
                  <a:pt x="39850" y="97367"/>
                  <a:pt x="31733" y="95217"/>
                  <a:pt x="24400" y="91050"/>
                </a:cubicBezTo>
                <a:lnTo>
                  <a:pt x="24400" y="91050"/>
                </a:lnTo>
                <a:cubicBezTo>
                  <a:pt x="17033" y="86717"/>
                  <a:pt x="11050" y="80750"/>
                  <a:pt x="6450" y="73150"/>
                </a:cubicBezTo>
                <a:lnTo>
                  <a:pt x="6450" y="73150"/>
                </a:lnTo>
                <a:cubicBezTo>
                  <a:pt x="2150" y="65383"/>
                  <a:pt x="0" y="57250"/>
                  <a:pt x="0" y="48750"/>
                </a:cubicBezTo>
                <a:lnTo>
                  <a:pt x="0" y="48750"/>
                </a:lnTo>
                <a:cubicBezTo>
                  <a:pt x="0" y="40250"/>
                  <a:pt x="2150" y="32133"/>
                  <a:pt x="6450" y="24400"/>
                </a:cubicBezTo>
                <a:lnTo>
                  <a:pt x="6450" y="24400"/>
                </a:lnTo>
                <a:cubicBezTo>
                  <a:pt x="11050" y="16767"/>
                  <a:pt x="17033" y="10783"/>
                  <a:pt x="24400" y="6450"/>
                </a:cubicBezTo>
                <a:lnTo>
                  <a:pt x="24400" y="6450"/>
                </a:lnTo>
                <a:cubicBezTo>
                  <a:pt x="31733" y="2283"/>
                  <a:pt x="39850" y="133"/>
                  <a:pt x="48750" y="0"/>
                </a:cubicBezTo>
                <a:lnTo>
                  <a:pt x="48750" y="0"/>
                </a:lnTo>
                <a:moveTo>
                  <a:pt x="44200" y="22850"/>
                </a:moveTo>
                <a:lnTo>
                  <a:pt x="44200" y="22850"/>
                </a:lnTo>
                <a:lnTo>
                  <a:pt x="44200" y="48750"/>
                </a:lnTo>
                <a:cubicBezTo>
                  <a:pt x="44200" y="50417"/>
                  <a:pt x="44883" y="51683"/>
                  <a:pt x="46250" y="52550"/>
                </a:cubicBezTo>
                <a:lnTo>
                  <a:pt x="46250" y="52550"/>
                </a:lnTo>
                <a:lnTo>
                  <a:pt x="64550" y="64750"/>
                </a:lnTo>
                <a:cubicBezTo>
                  <a:pt x="66950" y="66150"/>
                  <a:pt x="69050" y="65700"/>
                  <a:pt x="70850" y="63400"/>
                </a:cubicBezTo>
                <a:lnTo>
                  <a:pt x="70850" y="63400"/>
                </a:lnTo>
                <a:cubicBezTo>
                  <a:pt x="72250" y="61000"/>
                  <a:pt x="71800" y="58917"/>
                  <a:pt x="69500" y="57150"/>
                </a:cubicBezTo>
                <a:lnTo>
                  <a:pt x="69500" y="57150"/>
                </a:lnTo>
                <a:lnTo>
                  <a:pt x="53300" y="46250"/>
                </a:lnTo>
                <a:lnTo>
                  <a:pt x="53300" y="22850"/>
                </a:lnTo>
                <a:cubicBezTo>
                  <a:pt x="53067" y="20050"/>
                  <a:pt x="51550" y="18533"/>
                  <a:pt x="48750" y="18300"/>
                </a:cubicBezTo>
                <a:lnTo>
                  <a:pt x="48750" y="18300"/>
                </a:lnTo>
                <a:cubicBezTo>
                  <a:pt x="45950" y="18533"/>
                  <a:pt x="44433" y="20050"/>
                  <a:pt x="44200" y="22850"/>
                </a:cubicBezTo>
                <a:lnTo>
                  <a:pt x="44200" y="22850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9" name="el-1792653966331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l-1792653966652-100"/>
          <p:cNvSpPr/>
          <p:nvPr/>
        </p:nvSpPr>
        <p:spPr>
          <a:xfrm>
            <a:off x="400050" y="4925616"/>
            <a:ext cx="128588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273"/>
                </a:moveTo>
                <a:lnTo>
                  <a:pt x="0" y="10273"/>
                </a:lnTo>
                <a:cubicBezTo>
                  <a:pt x="95" y="7424"/>
                  <a:pt x="881" y="5000"/>
                  <a:pt x="2357" y="3000"/>
                </a:cubicBezTo>
                <a:lnTo>
                  <a:pt x="2357" y="3000"/>
                </a:lnTo>
                <a:lnTo>
                  <a:pt x="2357" y="3000"/>
                </a:lnTo>
                <a:cubicBezTo>
                  <a:pt x="3929" y="1121"/>
                  <a:pt x="5833" y="121"/>
                  <a:pt x="8071" y="0"/>
                </a:cubicBezTo>
                <a:lnTo>
                  <a:pt x="8071" y="0"/>
                </a:lnTo>
                <a:lnTo>
                  <a:pt x="24143" y="0"/>
                </a:lnTo>
                <a:cubicBezTo>
                  <a:pt x="26333" y="121"/>
                  <a:pt x="28214" y="1121"/>
                  <a:pt x="29786" y="3000"/>
                </a:cubicBezTo>
                <a:lnTo>
                  <a:pt x="29786" y="3000"/>
                </a:lnTo>
                <a:cubicBezTo>
                  <a:pt x="31262" y="5000"/>
                  <a:pt x="32048" y="7424"/>
                  <a:pt x="32143" y="10273"/>
                </a:cubicBezTo>
                <a:lnTo>
                  <a:pt x="32143" y="10273"/>
                </a:lnTo>
                <a:lnTo>
                  <a:pt x="32143" y="13636"/>
                </a:lnTo>
                <a:lnTo>
                  <a:pt x="64286" y="13636"/>
                </a:lnTo>
                <a:lnTo>
                  <a:pt x="64286" y="10273"/>
                </a:lnTo>
                <a:cubicBezTo>
                  <a:pt x="64381" y="7424"/>
                  <a:pt x="65167" y="5000"/>
                  <a:pt x="66643" y="3000"/>
                </a:cubicBezTo>
                <a:lnTo>
                  <a:pt x="66643" y="3000"/>
                </a:lnTo>
                <a:cubicBezTo>
                  <a:pt x="68214" y="1121"/>
                  <a:pt x="70119" y="121"/>
                  <a:pt x="72357" y="0"/>
                </a:cubicBezTo>
                <a:lnTo>
                  <a:pt x="72357" y="0"/>
                </a:lnTo>
                <a:lnTo>
                  <a:pt x="88429" y="0"/>
                </a:lnTo>
                <a:cubicBezTo>
                  <a:pt x="90619" y="121"/>
                  <a:pt x="92500" y="1121"/>
                  <a:pt x="94071" y="3000"/>
                </a:cubicBezTo>
                <a:lnTo>
                  <a:pt x="94071" y="3000"/>
                </a:lnTo>
                <a:cubicBezTo>
                  <a:pt x="95548" y="5000"/>
                  <a:pt x="96333" y="7424"/>
                  <a:pt x="96429" y="10273"/>
                </a:cubicBezTo>
                <a:lnTo>
                  <a:pt x="96429" y="10273"/>
                </a:lnTo>
                <a:lnTo>
                  <a:pt x="96429" y="30727"/>
                </a:lnTo>
                <a:cubicBezTo>
                  <a:pt x="96333" y="33515"/>
                  <a:pt x="95548" y="35909"/>
                  <a:pt x="94071" y="37909"/>
                </a:cubicBezTo>
                <a:lnTo>
                  <a:pt x="94071" y="37909"/>
                </a:lnTo>
                <a:cubicBezTo>
                  <a:pt x="92500" y="39788"/>
                  <a:pt x="90619" y="40788"/>
                  <a:pt x="88429" y="40909"/>
                </a:cubicBezTo>
                <a:lnTo>
                  <a:pt x="88429" y="40909"/>
                </a:lnTo>
                <a:lnTo>
                  <a:pt x="72357" y="40909"/>
                </a:lnTo>
                <a:cubicBezTo>
                  <a:pt x="70119" y="40788"/>
                  <a:pt x="68214" y="39788"/>
                  <a:pt x="66643" y="37909"/>
                </a:cubicBezTo>
                <a:lnTo>
                  <a:pt x="66643" y="37909"/>
                </a:lnTo>
                <a:cubicBezTo>
                  <a:pt x="65167" y="35909"/>
                  <a:pt x="64381" y="33515"/>
                  <a:pt x="64286" y="30727"/>
                </a:cubicBezTo>
                <a:lnTo>
                  <a:pt x="64286" y="30727"/>
                </a:lnTo>
                <a:lnTo>
                  <a:pt x="64286" y="27273"/>
                </a:lnTo>
                <a:lnTo>
                  <a:pt x="32143" y="27273"/>
                </a:lnTo>
                <a:lnTo>
                  <a:pt x="32143" y="30727"/>
                </a:lnTo>
                <a:cubicBezTo>
                  <a:pt x="32143" y="31152"/>
                  <a:pt x="32143" y="31485"/>
                  <a:pt x="32143" y="31727"/>
                </a:cubicBezTo>
                <a:lnTo>
                  <a:pt x="32143" y="31727"/>
                </a:lnTo>
                <a:lnTo>
                  <a:pt x="45571" y="54545"/>
                </a:lnTo>
                <a:lnTo>
                  <a:pt x="61643" y="54545"/>
                </a:lnTo>
                <a:cubicBezTo>
                  <a:pt x="63833" y="54667"/>
                  <a:pt x="65714" y="55667"/>
                  <a:pt x="67286" y="57545"/>
                </a:cubicBezTo>
                <a:lnTo>
                  <a:pt x="67286" y="57545"/>
                </a:lnTo>
                <a:cubicBezTo>
                  <a:pt x="68762" y="59545"/>
                  <a:pt x="69548" y="61970"/>
                  <a:pt x="69643" y="64818"/>
                </a:cubicBezTo>
                <a:lnTo>
                  <a:pt x="69643" y="64818"/>
                </a:lnTo>
                <a:lnTo>
                  <a:pt x="69643" y="85273"/>
                </a:lnTo>
                <a:cubicBezTo>
                  <a:pt x="69548" y="88061"/>
                  <a:pt x="68762" y="90455"/>
                  <a:pt x="67286" y="92455"/>
                </a:cubicBezTo>
                <a:lnTo>
                  <a:pt x="67286" y="92455"/>
                </a:lnTo>
                <a:cubicBezTo>
                  <a:pt x="65714" y="94333"/>
                  <a:pt x="63833" y="95333"/>
                  <a:pt x="61643" y="95455"/>
                </a:cubicBezTo>
                <a:lnTo>
                  <a:pt x="61643" y="95455"/>
                </a:lnTo>
                <a:lnTo>
                  <a:pt x="45571" y="95455"/>
                </a:lnTo>
                <a:cubicBezTo>
                  <a:pt x="43333" y="95333"/>
                  <a:pt x="41429" y="94333"/>
                  <a:pt x="39857" y="92455"/>
                </a:cubicBezTo>
                <a:lnTo>
                  <a:pt x="39857" y="92455"/>
                </a:lnTo>
                <a:cubicBezTo>
                  <a:pt x="38381" y="90455"/>
                  <a:pt x="37595" y="88061"/>
                  <a:pt x="37500" y="85273"/>
                </a:cubicBezTo>
                <a:lnTo>
                  <a:pt x="37500" y="85273"/>
                </a:lnTo>
                <a:lnTo>
                  <a:pt x="37500" y="64818"/>
                </a:lnTo>
                <a:cubicBezTo>
                  <a:pt x="37500" y="64333"/>
                  <a:pt x="37500" y="63970"/>
                  <a:pt x="37500" y="63727"/>
                </a:cubicBezTo>
                <a:lnTo>
                  <a:pt x="37500" y="63727"/>
                </a:lnTo>
                <a:lnTo>
                  <a:pt x="24143" y="40909"/>
                </a:lnTo>
                <a:lnTo>
                  <a:pt x="8071" y="40909"/>
                </a:lnTo>
                <a:cubicBezTo>
                  <a:pt x="5833" y="40788"/>
                  <a:pt x="3929" y="39788"/>
                  <a:pt x="2357" y="37909"/>
                </a:cubicBezTo>
                <a:lnTo>
                  <a:pt x="2357" y="37909"/>
                </a:lnTo>
                <a:cubicBezTo>
                  <a:pt x="881" y="35909"/>
                  <a:pt x="95" y="33515"/>
                  <a:pt x="0" y="30727"/>
                </a:cubicBezTo>
                <a:lnTo>
                  <a:pt x="0" y="30727"/>
                </a:lnTo>
                <a:lnTo>
                  <a:pt x="0" y="10273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-1792653966347-8"/>
          <p:cNvSpPr txBox="1"/>
          <p:nvPr/>
        </p:nvSpPr>
        <p:spPr>
          <a:xfrm>
            <a:off x="771525" y="139303"/>
            <a:ext cx="2889218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应用过程 —— 操作流程图</a:t>
            </a:r>
            <a:endParaRPr/>
          </a:p>
        </p:txBody>
      </p:sp>
      <p:sp>
        <p:nvSpPr>
          <p:cNvPr id="42" name="el-1792653966332-4"/>
          <p:cNvSpPr txBox="1"/>
          <p:nvPr/>
        </p:nvSpPr>
        <p:spPr>
          <a:xfrm>
            <a:off x="7772311" y="185023"/>
            <a:ext cx="120166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30373" algn="l">
              <a:lnSpc>
                <a:spcPct val="100000"/>
              </a:lnSpc>
            </a:pPr>
            <a:r>
              <a:rPr sz="7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全流程 2-3 分钟</a:t>
            </a:r>
            <a:endParaRPr/>
          </a:p>
        </p:txBody>
      </p:sp>
      <p:sp>
        <p:nvSpPr>
          <p:cNvPr id="43" name="el-1792653966348-9"/>
          <p:cNvSpPr txBox="1"/>
          <p:nvPr/>
        </p:nvSpPr>
        <p:spPr>
          <a:xfrm>
            <a:off x="3362385" y="1504474"/>
            <a:ext cx="2830997" cy="234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六步操作 · </a:t>
            </a:r>
            <a:r>
              <a:rPr sz="600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sz="1400" b="1" spc="56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极简闭环</a:t>
            </a:r>
            <a:r>
              <a:rPr sz="600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sz="1230" spc="56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· 无需安装</a:t>
            </a:r>
            <a:endParaRPr/>
          </a:p>
        </p:txBody>
      </p:sp>
      <p:sp>
        <p:nvSpPr>
          <p:cNvPr id="44" name="el-1792653966375-27"/>
          <p:cNvSpPr txBox="1"/>
          <p:nvPr/>
        </p:nvSpPr>
        <p:spPr>
          <a:xfrm>
            <a:off x="553658" y="2245995"/>
            <a:ext cx="101187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28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STEP 01</a:t>
            </a:r>
            <a:endParaRPr/>
          </a:p>
        </p:txBody>
      </p:sp>
      <p:sp>
        <p:nvSpPr>
          <p:cNvPr id="45" name="el-1792653966376-29"/>
          <p:cNvSpPr txBox="1"/>
          <p:nvPr/>
        </p:nvSpPr>
        <p:spPr>
          <a:xfrm>
            <a:off x="778133" y="2824639"/>
            <a:ext cx="56292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 spc="113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打开</a:t>
            </a:r>
            <a:endParaRPr/>
          </a:p>
        </p:txBody>
      </p:sp>
      <p:sp>
        <p:nvSpPr>
          <p:cNvPr id="46" name="el-1792653966376-30"/>
          <p:cNvSpPr txBox="1"/>
          <p:nvPr/>
        </p:nvSpPr>
        <p:spPr>
          <a:xfrm>
            <a:off x="372279" y="3078956"/>
            <a:ext cx="1374636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index.html</a:t>
            </a:r>
            <a:endParaRPr/>
          </a:p>
        </p:txBody>
      </p:sp>
      <p:sp>
        <p:nvSpPr>
          <p:cNvPr id="47" name="el-1792653966376-31"/>
          <p:cNvSpPr txBox="1"/>
          <p:nvPr/>
        </p:nvSpPr>
        <p:spPr>
          <a:xfrm>
            <a:off x="1958566" y="2245995"/>
            <a:ext cx="101187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28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02</a:t>
            </a:r>
            <a:endParaRPr/>
          </a:p>
        </p:txBody>
      </p:sp>
      <p:sp>
        <p:nvSpPr>
          <p:cNvPr id="48" name="el-1792653966378-33"/>
          <p:cNvSpPr txBox="1"/>
          <p:nvPr/>
        </p:nvSpPr>
        <p:spPr>
          <a:xfrm>
            <a:off x="2183041" y="2824639"/>
            <a:ext cx="56292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 spc="113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复制</a:t>
            </a:r>
            <a:endParaRPr/>
          </a:p>
        </p:txBody>
      </p:sp>
      <p:sp>
        <p:nvSpPr>
          <p:cNvPr id="49" name="el-1792653966378-34"/>
          <p:cNvSpPr txBox="1"/>
          <p:nvPr/>
        </p:nvSpPr>
        <p:spPr>
          <a:xfrm>
            <a:off x="1781919" y="3078956"/>
            <a:ext cx="1365171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结构化 Prompt</a:t>
            </a:r>
            <a:endParaRPr/>
          </a:p>
        </p:txBody>
      </p:sp>
      <p:sp>
        <p:nvSpPr>
          <p:cNvPr id="50" name="el-1792653966379-35"/>
          <p:cNvSpPr txBox="1"/>
          <p:nvPr/>
        </p:nvSpPr>
        <p:spPr>
          <a:xfrm>
            <a:off x="3363563" y="2245995"/>
            <a:ext cx="101187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28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STEP 03</a:t>
            </a:r>
            <a:endParaRPr/>
          </a:p>
        </p:txBody>
      </p:sp>
      <p:sp>
        <p:nvSpPr>
          <p:cNvPr id="51" name="el-1792653966380-37"/>
          <p:cNvSpPr txBox="1"/>
          <p:nvPr/>
        </p:nvSpPr>
        <p:spPr>
          <a:xfrm>
            <a:off x="3588038" y="2824639"/>
            <a:ext cx="56292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 spc="113">
                <a:solidFill>
                  <a:srgbClr val="0B1F3A"/>
                </a:solidFill>
                <a:latin typeface="SimHei"/>
                <a:ea typeface="SimHei"/>
                <a:cs typeface="SimHei"/>
              </a:rPr>
              <a:t>上传</a:t>
            </a:r>
            <a:endParaRPr/>
          </a:p>
        </p:txBody>
      </p:sp>
      <p:sp>
        <p:nvSpPr>
          <p:cNvPr id="52" name="el-1792653966380-38"/>
          <p:cNvSpPr txBox="1"/>
          <p:nvPr/>
        </p:nvSpPr>
        <p:spPr>
          <a:xfrm>
            <a:off x="3354348" y="3078956"/>
            <a:ext cx="1030218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题目发送至 AI</a:t>
            </a:r>
            <a:endParaRPr/>
          </a:p>
        </p:txBody>
      </p:sp>
      <p:sp>
        <p:nvSpPr>
          <p:cNvPr id="53" name="el-1792653966381-39"/>
          <p:cNvSpPr txBox="1"/>
          <p:nvPr/>
        </p:nvSpPr>
        <p:spPr>
          <a:xfrm>
            <a:off x="4768471" y="2245995"/>
            <a:ext cx="101187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28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04</a:t>
            </a:r>
            <a:endParaRPr/>
          </a:p>
        </p:txBody>
      </p:sp>
      <p:sp>
        <p:nvSpPr>
          <p:cNvPr id="54" name="el-1792653966383-41"/>
          <p:cNvSpPr txBox="1"/>
          <p:nvPr/>
        </p:nvSpPr>
        <p:spPr>
          <a:xfrm>
            <a:off x="4992946" y="2824639"/>
            <a:ext cx="56292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 spc="113">
                <a:solidFill>
                  <a:srgbClr val="0B1F3A"/>
                </a:solidFill>
                <a:latin typeface="SimHei"/>
                <a:ea typeface="SimHei"/>
                <a:cs typeface="SimHei"/>
              </a:rPr>
              <a:t>确认</a:t>
            </a:r>
            <a:endParaRPr/>
          </a:p>
        </p:txBody>
      </p:sp>
      <p:sp>
        <p:nvSpPr>
          <p:cNvPr id="55" name="el-1792653966383-42"/>
          <p:cNvSpPr txBox="1"/>
          <p:nvPr/>
        </p:nvSpPr>
        <p:spPr>
          <a:xfrm>
            <a:off x="4812923" y="3078956"/>
            <a:ext cx="923062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 生成蓝图</a:t>
            </a:r>
            <a:endParaRPr/>
          </a:p>
        </p:txBody>
      </p:sp>
      <p:sp>
        <p:nvSpPr>
          <p:cNvPr id="56" name="el-1792653966383-43"/>
          <p:cNvSpPr txBox="1"/>
          <p:nvPr/>
        </p:nvSpPr>
        <p:spPr>
          <a:xfrm>
            <a:off x="6173379" y="2245995"/>
            <a:ext cx="101187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28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STEP 05</a:t>
            </a:r>
            <a:endParaRPr/>
          </a:p>
        </p:txBody>
      </p:sp>
      <p:sp>
        <p:nvSpPr>
          <p:cNvPr id="57" name="el-1792653966384-45"/>
          <p:cNvSpPr txBox="1"/>
          <p:nvPr/>
        </p:nvSpPr>
        <p:spPr>
          <a:xfrm>
            <a:off x="6397853" y="2824639"/>
            <a:ext cx="56292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 spc="113">
                <a:solidFill>
                  <a:srgbClr val="0B1F3A"/>
                </a:solidFill>
                <a:latin typeface="SimHei"/>
                <a:ea typeface="SimHei"/>
                <a:cs typeface="SimHei"/>
              </a:rPr>
              <a:t>生成</a:t>
            </a:r>
            <a:endParaRPr/>
          </a:p>
        </p:txBody>
      </p:sp>
      <p:sp>
        <p:nvSpPr>
          <p:cNvPr id="58" name="el-1792653966384-46"/>
          <p:cNvSpPr txBox="1"/>
          <p:nvPr/>
        </p:nvSpPr>
        <p:spPr>
          <a:xfrm>
            <a:off x="6123712" y="3078956"/>
            <a:ext cx="1111300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GGB 脚本代码</a:t>
            </a:r>
            <a:endParaRPr/>
          </a:p>
        </p:txBody>
      </p:sp>
      <p:sp>
        <p:nvSpPr>
          <p:cNvPr id="59" name="el-1792653966385-47"/>
          <p:cNvSpPr txBox="1"/>
          <p:nvPr/>
        </p:nvSpPr>
        <p:spPr>
          <a:xfrm>
            <a:off x="7578376" y="2245995"/>
            <a:ext cx="101187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28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06</a:t>
            </a:r>
            <a:endParaRPr/>
          </a:p>
        </p:txBody>
      </p:sp>
      <p:sp>
        <p:nvSpPr>
          <p:cNvPr id="60" name="el-1792653966386-49"/>
          <p:cNvSpPr txBox="1"/>
          <p:nvPr/>
        </p:nvSpPr>
        <p:spPr>
          <a:xfrm>
            <a:off x="7802850" y="2824639"/>
            <a:ext cx="56292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b="1" spc="113">
                <a:solidFill>
                  <a:srgbClr val="0B1F3A"/>
                </a:solidFill>
                <a:latin typeface="SimHei"/>
                <a:ea typeface="SimHei"/>
                <a:cs typeface="SimHei"/>
              </a:rPr>
              <a:t>渲染</a:t>
            </a:r>
            <a:endParaRPr/>
          </a:p>
        </p:txBody>
      </p:sp>
      <p:sp>
        <p:nvSpPr>
          <p:cNvPr id="61" name="el-1792653966386-50"/>
          <p:cNvSpPr txBox="1"/>
          <p:nvPr/>
        </p:nvSpPr>
        <p:spPr>
          <a:xfrm>
            <a:off x="7687836" y="3078956"/>
            <a:ext cx="792956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粘贴执行展示</a:t>
            </a:r>
            <a:endParaRPr/>
          </a:p>
        </p:txBody>
      </p:sp>
      <p:sp>
        <p:nvSpPr>
          <p:cNvPr id="62" name="el-1792653966354-12"/>
          <p:cNvSpPr txBox="1"/>
          <p:nvPr/>
        </p:nvSpPr>
        <p:spPr>
          <a:xfrm>
            <a:off x="2769364" y="3579019"/>
            <a:ext cx="2312521" cy="2457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264319" algn="l">
              <a:lnSpc>
                <a:spcPct val="100000"/>
              </a:lnSpc>
            </a:pPr>
            <a:r>
              <a:rPr sz="1460" b="1" spc="56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全程约 2-3 分钟</a:t>
            </a:r>
            <a:endParaRPr/>
          </a:p>
        </p:txBody>
      </p:sp>
      <p:sp>
        <p:nvSpPr>
          <p:cNvPr id="63" name="el-1792653966357-14"/>
          <p:cNvSpPr txBox="1"/>
          <p:nvPr/>
        </p:nvSpPr>
        <p:spPr>
          <a:xfrm>
            <a:off x="4740414" y="3607594"/>
            <a:ext cx="2254210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从题目到 3D 模型</a:t>
            </a:r>
            <a:r>
              <a:rPr sz="11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· 一气呵成</a:t>
            </a:r>
            <a:endParaRPr/>
          </a:p>
        </p:txBody>
      </p:sp>
      <p:sp>
        <p:nvSpPr>
          <p:cNvPr id="64" name="el-1792653966349-10"/>
          <p:cNvSpPr txBox="1"/>
          <p:nvPr/>
        </p:nvSpPr>
        <p:spPr>
          <a:xfrm>
            <a:off x="614363" y="4907042"/>
            <a:ext cx="165761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应用流程 · 操作指引</a:t>
            </a:r>
            <a:endParaRPr/>
          </a:p>
        </p:txBody>
      </p:sp>
      <p:sp>
        <p:nvSpPr>
          <p:cNvPr id="65" name="el-1792653966334-6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 / 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7301-1"/>
          <p:cNvSpPr/>
          <p:nvPr/>
        </p:nvSpPr>
        <p:spPr>
          <a:xfrm>
            <a:off x="8501063" y="0"/>
            <a:ext cx="642938" cy="6429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66176" y="100000"/>
                </a:lnTo>
                <a:cubicBezTo>
                  <a:pt x="29628" y="100000"/>
                  <a:pt x="0" y="70372"/>
                  <a:pt x="0" y="33824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E8642C">
                  <a:alpha val="8000"/>
                </a:srgbClr>
              </a:gs>
              <a:gs pos="70000">
                <a:srgbClr val="E8642C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" name="el-1792653967496-6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4" name="el-1792653967301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92653967321-11"/>
          <p:cNvSpPr/>
          <p:nvPr/>
        </p:nvSpPr>
        <p:spPr>
          <a:xfrm>
            <a:off x="400050" y="117872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el-1792653967459-62"/>
          <p:cNvSpPr/>
          <p:nvPr/>
        </p:nvSpPr>
        <p:spPr>
          <a:xfrm>
            <a:off x="463451" y="213420"/>
            <a:ext cx="144661" cy="803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7533" y="21125"/>
                </a:moveTo>
                <a:lnTo>
                  <a:pt x="67533" y="21125"/>
                </a:lnTo>
                <a:cubicBezTo>
                  <a:pt x="65889" y="21125"/>
                  <a:pt x="64533" y="20125"/>
                  <a:pt x="63467" y="18125"/>
                </a:cubicBezTo>
                <a:lnTo>
                  <a:pt x="63467" y="18125"/>
                </a:lnTo>
                <a:lnTo>
                  <a:pt x="63467" y="18125"/>
                </a:lnTo>
                <a:cubicBezTo>
                  <a:pt x="62400" y="16125"/>
                  <a:pt x="61867" y="13583"/>
                  <a:pt x="61867" y="10500"/>
                </a:cubicBezTo>
                <a:lnTo>
                  <a:pt x="61867" y="10500"/>
                </a:lnTo>
                <a:cubicBezTo>
                  <a:pt x="61867" y="7417"/>
                  <a:pt x="62400" y="4917"/>
                  <a:pt x="63467" y="3000"/>
                </a:cubicBezTo>
                <a:lnTo>
                  <a:pt x="63467" y="3000"/>
                </a:lnTo>
                <a:cubicBezTo>
                  <a:pt x="64533" y="1000"/>
                  <a:pt x="65889" y="0"/>
                  <a:pt x="67533" y="0"/>
                </a:cubicBezTo>
                <a:lnTo>
                  <a:pt x="67533" y="0"/>
                </a:lnTo>
                <a:lnTo>
                  <a:pt x="95600" y="0"/>
                </a:lnTo>
                <a:cubicBezTo>
                  <a:pt x="97244" y="0"/>
                  <a:pt x="98600" y="1000"/>
                  <a:pt x="99667" y="3000"/>
                </a:cubicBezTo>
                <a:lnTo>
                  <a:pt x="99667" y="3000"/>
                </a:lnTo>
                <a:cubicBezTo>
                  <a:pt x="100733" y="4917"/>
                  <a:pt x="101267" y="7417"/>
                  <a:pt x="101267" y="10500"/>
                </a:cubicBezTo>
                <a:lnTo>
                  <a:pt x="101267" y="10500"/>
                </a:lnTo>
                <a:lnTo>
                  <a:pt x="101267" y="63250"/>
                </a:lnTo>
                <a:cubicBezTo>
                  <a:pt x="101267" y="66333"/>
                  <a:pt x="100733" y="68875"/>
                  <a:pt x="99667" y="70875"/>
                </a:cubicBezTo>
                <a:lnTo>
                  <a:pt x="99667" y="70875"/>
                </a:lnTo>
                <a:cubicBezTo>
                  <a:pt x="98600" y="72875"/>
                  <a:pt x="97244" y="73875"/>
                  <a:pt x="95600" y="73875"/>
                </a:cubicBezTo>
                <a:lnTo>
                  <a:pt x="95600" y="73875"/>
                </a:lnTo>
                <a:cubicBezTo>
                  <a:pt x="93956" y="73875"/>
                  <a:pt x="92622" y="72875"/>
                  <a:pt x="91600" y="70875"/>
                </a:cubicBezTo>
                <a:lnTo>
                  <a:pt x="91600" y="70875"/>
                </a:lnTo>
                <a:cubicBezTo>
                  <a:pt x="90533" y="68875"/>
                  <a:pt x="90000" y="66333"/>
                  <a:pt x="90000" y="63250"/>
                </a:cubicBezTo>
                <a:lnTo>
                  <a:pt x="90000" y="63250"/>
                </a:lnTo>
                <a:lnTo>
                  <a:pt x="90000" y="35875"/>
                </a:lnTo>
                <a:lnTo>
                  <a:pt x="60267" y="92000"/>
                </a:lnTo>
                <a:cubicBezTo>
                  <a:pt x="59111" y="93917"/>
                  <a:pt x="57778" y="94875"/>
                  <a:pt x="56267" y="94875"/>
                </a:cubicBezTo>
                <a:lnTo>
                  <a:pt x="56267" y="94875"/>
                </a:lnTo>
                <a:cubicBezTo>
                  <a:pt x="54711" y="94875"/>
                  <a:pt x="53356" y="93917"/>
                  <a:pt x="52200" y="92000"/>
                </a:cubicBezTo>
                <a:lnTo>
                  <a:pt x="52200" y="92000"/>
                </a:lnTo>
                <a:lnTo>
                  <a:pt x="33733" y="57000"/>
                </a:lnTo>
                <a:lnTo>
                  <a:pt x="9667" y="102500"/>
                </a:lnTo>
                <a:cubicBezTo>
                  <a:pt x="8511" y="104500"/>
                  <a:pt x="7156" y="105500"/>
                  <a:pt x="5600" y="105500"/>
                </a:cubicBezTo>
                <a:lnTo>
                  <a:pt x="5600" y="105500"/>
                </a:lnTo>
                <a:cubicBezTo>
                  <a:pt x="4089" y="105500"/>
                  <a:pt x="2756" y="104500"/>
                  <a:pt x="1600" y="102500"/>
                </a:cubicBezTo>
                <a:lnTo>
                  <a:pt x="1600" y="102500"/>
                </a:lnTo>
                <a:cubicBezTo>
                  <a:pt x="533" y="100333"/>
                  <a:pt x="0" y="97792"/>
                  <a:pt x="0" y="94875"/>
                </a:cubicBezTo>
                <a:lnTo>
                  <a:pt x="0" y="94875"/>
                </a:lnTo>
                <a:cubicBezTo>
                  <a:pt x="0" y="92042"/>
                  <a:pt x="533" y="89542"/>
                  <a:pt x="1600" y="87375"/>
                </a:cubicBezTo>
                <a:lnTo>
                  <a:pt x="1600" y="87375"/>
                </a:lnTo>
                <a:lnTo>
                  <a:pt x="29733" y="34625"/>
                </a:lnTo>
                <a:cubicBezTo>
                  <a:pt x="30889" y="32625"/>
                  <a:pt x="32222" y="31625"/>
                  <a:pt x="33733" y="31625"/>
                </a:cubicBezTo>
                <a:lnTo>
                  <a:pt x="33733" y="31625"/>
                </a:lnTo>
                <a:cubicBezTo>
                  <a:pt x="35289" y="31625"/>
                  <a:pt x="36644" y="32625"/>
                  <a:pt x="37800" y="34625"/>
                </a:cubicBezTo>
                <a:lnTo>
                  <a:pt x="37800" y="34625"/>
                </a:lnTo>
                <a:lnTo>
                  <a:pt x="56267" y="69500"/>
                </a:lnTo>
                <a:lnTo>
                  <a:pt x="82067" y="21125"/>
                </a:lnTo>
                <a:lnTo>
                  <a:pt x="67533" y="21125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7305-5"/>
          <p:cNvSpPr/>
          <p:nvPr/>
        </p:nvSpPr>
        <p:spPr>
          <a:xfrm>
            <a:off x="7970639" y="149304"/>
            <a:ext cx="773311" cy="20859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l-1792653967458-60"/>
          <p:cNvSpPr/>
          <p:nvPr/>
        </p:nvSpPr>
        <p:spPr>
          <a:xfrm>
            <a:off x="8092083" y="214134"/>
            <a:ext cx="87511" cy="87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6444" y="10889"/>
                </a:moveTo>
                <a:lnTo>
                  <a:pt x="36444" y="10889"/>
                </a:lnTo>
                <a:cubicBezTo>
                  <a:pt x="36593" y="7852"/>
                  <a:pt x="37667" y="5296"/>
                  <a:pt x="39667" y="3222"/>
                </a:cubicBezTo>
                <a:lnTo>
                  <a:pt x="39667" y="3222"/>
                </a:lnTo>
                <a:lnTo>
                  <a:pt x="39667" y="3222"/>
                </a:lnTo>
                <a:cubicBezTo>
                  <a:pt x="41815" y="1222"/>
                  <a:pt x="44407" y="148"/>
                  <a:pt x="47444" y="0"/>
                </a:cubicBezTo>
                <a:lnTo>
                  <a:pt x="47444" y="0"/>
                </a:lnTo>
                <a:lnTo>
                  <a:pt x="54667" y="0"/>
                </a:lnTo>
                <a:cubicBezTo>
                  <a:pt x="57704" y="148"/>
                  <a:pt x="60296" y="1222"/>
                  <a:pt x="62444" y="3222"/>
                </a:cubicBezTo>
                <a:lnTo>
                  <a:pt x="62444" y="3222"/>
                </a:lnTo>
                <a:cubicBezTo>
                  <a:pt x="64444" y="5296"/>
                  <a:pt x="65519" y="7852"/>
                  <a:pt x="65667" y="10889"/>
                </a:cubicBezTo>
                <a:lnTo>
                  <a:pt x="65667" y="10889"/>
                </a:lnTo>
                <a:lnTo>
                  <a:pt x="65667" y="91111"/>
                </a:lnTo>
                <a:cubicBezTo>
                  <a:pt x="65519" y="94148"/>
                  <a:pt x="64444" y="96741"/>
                  <a:pt x="62444" y="98889"/>
                </a:cubicBezTo>
                <a:lnTo>
                  <a:pt x="62444" y="98889"/>
                </a:lnTo>
                <a:cubicBezTo>
                  <a:pt x="60296" y="100889"/>
                  <a:pt x="57704" y="101963"/>
                  <a:pt x="54667" y="102111"/>
                </a:cubicBezTo>
                <a:lnTo>
                  <a:pt x="54667" y="102111"/>
                </a:lnTo>
                <a:lnTo>
                  <a:pt x="47444" y="102111"/>
                </a:lnTo>
                <a:cubicBezTo>
                  <a:pt x="44407" y="101963"/>
                  <a:pt x="41815" y="100889"/>
                  <a:pt x="39667" y="98889"/>
                </a:cubicBezTo>
                <a:lnTo>
                  <a:pt x="39667" y="98889"/>
                </a:lnTo>
                <a:cubicBezTo>
                  <a:pt x="37667" y="96741"/>
                  <a:pt x="36593" y="94148"/>
                  <a:pt x="36444" y="91111"/>
                </a:cubicBezTo>
                <a:lnTo>
                  <a:pt x="36444" y="91111"/>
                </a:lnTo>
                <a:lnTo>
                  <a:pt x="36444" y="10889"/>
                </a:lnTo>
                <a:moveTo>
                  <a:pt x="0" y="54667"/>
                </a:moveTo>
                <a:lnTo>
                  <a:pt x="0" y="54667"/>
                </a:lnTo>
                <a:cubicBezTo>
                  <a:pt x="148" y="51630"/>
                  <a:pt x="1222" y="49037"/>
                  <a:pt x="3222" y="46889"/>
                </a:cubicBezTo>
                <a:lnTo>
                  <a:pt x="3222" y="46889"/>
                </a:lnTo>
                <a:lnTo>
                  <a:pt x="3222" y="46889"/>
                </a:lnTo>
                <a:cubicBezTo>
                  <a:pt x="5296" y="44963"/>
                  <a:pt x="7852" y="43926"/>
                  <a:pt x="10889" y="43778"/>
                </a:cubicBezTo>
                <a:lnTo>
                  <a:pt x="10889" y="43778"/>
                </a:lnTo>
                <a:lnTo>
                  <a:pt x="18222" y="43778"/>
                </a:lnTo>
                <a:cubicBezTo>
                  <a:pt x="21259" y="43926"/>
                  <a:pt x="23852" y="44963"/>
                  <a:pt x="26000" y="46889"/>
                </a:cubicBezTo>
                <a:lnTo>
                  <a:pt x="26000" y="46889"/>
                </a:lnTo>
                <a:cubicBezTo>
                  <a:pt x="27926" y="49037"/>
                  <a:pt x="29000" y="51630"/>
                  <a:pt x="29222" y="54667"/>
                </a:cubicBezTo>
                <a:lnTo>
                  <a:pt x="29222" y="54667"/>
                </a:lnTo>
                <a:lnTo>
                  <a:pt x="29222" y="91111"/>
                </a:lnTo>
                <a:cubicBezTo>
                  <a:pt x="29000" y="94148"/>
                  <a:pt x="27926" y="96741"/>
                  <a:pt x="26000" y="98889"/>
                </a:cubicBezTo>
                <a:lnTo>
                  <a:pt x="26000" y="98889"/>
                </a:lnTo>
                <a:cubicBezTo>
                  <a:pt x="23852" y="100889"/>
                  <a:pt x="21259" y="101963"/>
                  <a:pt x="18222" y="102111"/>
                </a:cubicBezTo>
                <a:lnTo>
                  <a:pt x="18222" y="102111"/>
                </a:lnTo>
                <a:lnTo>
                  <a:pt x="10889" y="102111"/>
                </a:lnTo>
                <a:cubicBezTo>
                  <a:pt x="7852" y="101963"/>
                  <a:pt x="5296" y="100889"/>
                  <a:pt x="3222" y="98889"/>
                </a:cubicBezTo>
                <a:lnTo>
                  <a:pt x="3222" y="98889"/>
                </a:lnTo>
                <a:cubicBezTo>
                  <a:pt x="1222" y="96741"/>
                  <a:pt x="148" y="94148"/>
                  <a:pt x="0" y="91111"/>
                </a:cubicBezTo>
                <a:lnTo>
                  <a:pt x="0" y="91111"/>
                </a:lnTo>
                <a:lnTo>
                  <a:pt x="0" y="54667"/>
                </a:lnTo>
                <a:moveTo>
                  <a:pt x="83889" y="14556"/>
                </a:moveTo>
                <a:lnTo>
                  <a:pt x="83889" y="14556"/>
                </a:lnTo>
                <a:lnTo>
                  <a:pt x="91111" y="14556"/>
                </a:lnTo>
                <a:cubicBezTo>
                  <a:pt x="94148" y="14704"/>
                  <a:pt x="96741" y="15778"/>
                  <a:pt x="98889" y="17778"/>
                </a:cubicBezTo>
                <a:lnTo>
                  <a:pt x="98889" y="17778"/>
                </a:lnTo>
                <a:cubicBezTo>
                  <a:pt x="100889" y="19926"/>
                  <a:pt x="101963" y="22519"/>
                  <a:pt x="102111" y="25556"/>
                </a:cubicBezTo>
                <a:lnTo>
                  <a:pt x="102111" y="25556"/>
                </a:lnTo>
                <a:lnTo>
                  <a:pt x="102111" y="91111"/>
                </a:lnTo>
                <a:cubicBezTo>
                  <a:pt x="101963" y="94148"/>
                  <a:pt x="100889" y="96741"/>
                  <a:pt x="98889" y="98889"/>
                </a:cubicBezTo>
                <a:lnTo>
                  <a:pt x="98889" y="98889"/>
                </a:lnTo>
                <a:cubicBezTo>
                  <a:pt x="96741" y="100889"/>
                  <a:pt x="94148" y="101963"/>
                  <a:pt x="91111" y="102111"/>
                </a:cubicBezTo>
                <a:lnTo>
                  <a:pt x="91111" y="102111"/>
                </a:lnTo>
                <a:lnTo>
                  <a:pt x="83889" y="102111"/>
                </a:lnTo>
                <a:cubicBezTo>
                  <a:pt x="80852" y="101963"/>
                  <a:pt x="78259" y="100889"/>
                  <a:pt x="76111" y="98889"/>
                </a:cubicBezTo>
                <a:lnTo>
                  <a:pt x="76111" y="98889"/>
                </a:lnTo>
                <a:cubicBezTo>
                  <a:pt x="74111" y="96741"/>
                  <a:pt x="73037" y="94148"/>
                  <a:pt x="72889" y="91111"/>
                </a:cubicBezTo>
                <a:lnTo>
                  <a:pt x="72889" y="91111"/>
                </a:lnTo>
                <a:lnTo>
                  <a:pt x="72889" y="25556"/>
                </a:lnTo>
                <a:cubicBezTo>
                  <a:pt x="73037" y="22519"/>
                  <a:pt x="74111" y="19926"/>
                  <a:pt x="76111" y="17778"/>
                </a:cubicBezTo>
                <a:lnTo>
                  <a:pt x="76111" y="17778"/>
                </a:lnTo>
                <a:cubicBezTo>
                  <a:pt x="78259" y="15778"/>
                  <a:pt x="80852" y="14704"/>
                  <a:pt x="83889" y="14556"/>
                </a:cubicBezTo>
                <a:lnTo>
                  <a:pt x="83889" y="14556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92653967322-12"/>
          <p:cNvSpPr/>
          <p:nvPr/>
        </p:nvSpPr>
        <p:spPr>
          <a:xfrm>
            <a:off x="400050" y="1401604"/>
            <a:ext cx="4857750" cy="545783"/>
          </a:xfrm>
          <a:prstGeom prst="roundRect">
            <a:avLst>
              <a:gd name="adj" fmla="val 20942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42863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el-1792653967326-16"/>
          <p:cNvSpPr/>
          <p:nvPr/>
        </p:nvSpPr>
        <p:spPr>
          <a:xfrm>
            <a:off x="400050" y="1401604"/>
            <a:ext cx="85725" cy="54578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6"/>
                </a:lnTo>
                <a:lnTo>
                  <a:pt x="80491" y="302"/>
                </a:lnTo>
                <a:lnTo>
                  <a:pt x="70972" y="676"/>
                </a:lnTo>
                <a:lnTo>
                  <a:pt x="61732" y="1196"/>
                </a:lnTo>
                <a:lnTo>
                  <a:pt x="52860" y="1855"/>
                </a:lnTo>
                <a:lnTo>
                  <a:pt x="44443" y="2647"/>
                </a:lnTo>
                <a:lnTo>
                  <a:pt x="36561" y="3565"/>
                </a:lnTo>
                <a:lnTo>
                  <a:pt x="29289" y="4600"/>
                </a:lnTo>
                <a:lnTo>
                  <a:pt x="22699" y="5743"/>
                </a:lnTo>
                <a:lnTo>
                  <a:pt x="16853" y="6981"/>
                </a:lnTo>
                <a:lnTo>
                  <a:pt x="11808" y="8303"/>
                </a:lnTo>
                <a:lnTo>
                  <a:pt x="7612" y="9696"/>
                </a:lnTo>
                <a:lnTo>
                  <a:pt x="4306" y="11147"/>
                </a:lnTo>
                <a:lnTo>
                  <a:pt x="1921" y="12643"/>
                </a:lnTo>
                <a:lnTo>
                  <a:pt x="482" y="14167"/>
                </a:lnTo>
                <a:lnTo>
                  <a:pt x="0" y="15707"/>
                </a:lnTo>
                <a:lnTo>
                  <a:pt x="0" y="84293"/>
                </a:lnTo>
                <a:lnTo>
                  <a:pt x="482" y="85833"/>
                </a:lnTo>
                <a:lnTo>
                  <a:pt x="1921" y="87357"/>
                </a:lnTo>
                <a:lnTo>
                  <a:pt x="4306" y="88853"/>
                </a:lnTo>
                <a:lnTo>
                  <a:pt x="7612" y="90304"/>
                </a:lnTo>
                <a:lnTo>
                  <a:pt x="11808" y="91697"/>
                </a:lnTo>
                <a:lnTo>
                  <a:pt x="16853" y="93019"/>
                </a:lnTo>
                <a:lnTo>
                  <a:pt x="22699" y="94257"/>
                </a:lnTo>
                <a:lnTo>
                  <a:pt x="29289" y="95400"/>
                </a:lnTo>
                <a:lnTo>
                  <a:pt x="36561" y="96435"/>
                </a:lnTo>
                <a:lnTo>
                  <a:pt x="44443" y="97353"/>
                </a:lnTo>
                <a:lnTo>
                  <a:pt x="52860" y="98145"/>
                </a:lnTo>
                <a:lnTo>
                  <a:pt x="61732" y="98804"/>
                </a:lnTo>
                <a:lnTo>
                  <a:pt x="70972" y="99324"/>
                </a:lnTo>
                <a:lnTo>
                  <a:pt x="80491" y="99698"/>
                </a:lnTo>
                <a:lnTo>
                  <a:pt x="90198" y="9992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4282" y="99924"/>
                </a:lnTo>
                <a:lnTo>
                  <a:pt x="88620" y="99698"/>
                </a:lnTo>
                <a:lnTo>
                  <a:pt x="83067" y="99324"/>
                </a:lnTo>
                <a:lnTo>
                  <a:pt x="77677" y="98804"/>
                </a:lnTo>
                <a:lnTo>
                  <a:pt x="72502" y="98145"/>
                </a:lnTo>
                <a:lnTo>
                  <a:pt x="67592" y="97353"/>
                </a:lnTo>
                <a:lnTo>
                  <a:pt x="62994" y="96435"/>
                </a:lnTo>
                <a:lnTo>
                  <a:pt x="58752" y="95400"/>
                </a:lnTo>
                <a:lnTo>
                  <a:pt x="54908" y="94257"/>
                </a:lnTo>
                <a:lnTo>
                  <a:pt x="51498" y="93019"/>
                </a:lnTo>
                <a:lnTo>
                  <a:pt x="48555" y="91697"/>
                </a:lnTo>
                <a:lnTo>
                  <a:pt x="46107" y="90304"/>
                </a:lnTo>
                <a:lnTo>
                  <a:pt x="44178" y="88853"/>
                </a:lnTo>
                <a:lnTo>
                  <a:pt x="42788" y="87357"/>
                </a:lnTo>
                <a:lnTo>
                  <a:pt x="41948" y="85833"/>
                </a:lnTo>
                <a:lnTo>
                  <a:pt x="41667" y="84293"/>
                </a:lnTo>
                <a:lnTo>
                  <a:pt x="41667" y="15707"/>
                </a:lnTo>
                <a:lnTo>
                  <a:pt x="41948" y="14167"/>
                </a:lnTo>
                <a:lnTo>
                  <a:pt x="42788" y="12643"/>
                </a:lnTo>
                <a:lnTo>
                  <a:pt x="44178" y="11147"/>
                </a:lnTo>
                <a:lnTo>
                  <a:pt x="46107" y="9696"/>
                </a:lnTo>
                <a:lnTo>
                  <a:pt x="48555" y="8303"/>
                </a:lnTo>
                <a:lnTo>
                  <a:pt x="51498" y="6981"/>
                </a:lnTo>
                <a:lnTo>
                  <a:pt x="54908" y="5743"/>
                </a:lnTo>
                <a:lnTo>
                  <a:pt x="58752" y="4600"/>
                </a:lnTo>
                <a:lnTo>
                  <a:pt x="62994" y="3565"/>
                </a:lnTo>
                <a:lnTo>
                  <a:pt x="67592" y="2647"/>
                </a:lnTo>
                <a:lnTo>
                  <a:pt x="72502" y="1855"/>
                </a:lnTo>
                <a:lnTo>
                  <a:pt x="77677" y="1196"/>
                </a:lnTo>
                <a:lnTo>
                  <a:pt x="83067" y="676"/>
                </a:lnTo>
                <a:lnTo>
                  <a:pt x="88620" y="302"/>
                </a:lnTo>
                <a:lnTo>
                  <a:pt x="94282" y="7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2653967460-63"/>
          <p:cNvSpPr/>
          <p:nvPr/>
        </p:nvSpPr>
        <p:spPr>
          <a:xfrm>
            <a:off x="2350919" y="1644491"/>
            <a:ext cx="114300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8250" y="53625"/>
                </a:moveTo>
                <a:lnTo>
                  <a:pt x="98250" y="53625"/>
                </a:lnTo>
                <a:cubicBezTo>
                  <a:pt x="99417" y="51625"/>
                  <a:pt x="100000" y="49375"/>
                  <a:pt x="100000" y="46875"/>
                </a:cubicBezTo>
                <a:lnTo>
                  <a:pt x="100000" y="46875"/>
                </a:lnTo>
                <a:lnTo>
                  <a:pt x="100000" y="46875"/>
                </a:lnTo>
                <a:cubicBezTo>
                  <a:pt x="100000" y="44375"/>
                  <a:pt x="99417" y="42125"/>
                  <a:pt x="98250" y="40125"/>
                </a:cubicBezTo>
                <a:lnTo>
                  <a:pt x="98250" y="40125"/>
                </a:lnTo>
                <a:lnTo>
                  <a:pt x="73250" y="2625"/>
                </a:lnTo>
                <a:cubicBezTo>
                  <a:pt x="71917" y="875"/>
                  <a:pt x="70417" y="0"/>
                  <a:pt x="68750" y="0"/>
                </a:cubicBezTo>
                <a:lnTo>
                  <a:pt x="68750" y="0"/>
                </a:lnTo>
                <a:cubicBezTo>
                  <a:pt x="67083" y="0"/>
                  <a:pt x="65583" y="875"/>
                  <a:pt x="64250" y="2625"/>
                </a:cubicBezTo>
                <a:lnTo>
                  <a:pt x="64250" y="2625"/>
                </a:lnTo>
                <a:cubicBezTo>
                  <a:pt x="63083" y="4625"/>
                  <a:pt x="62500" y="6875"/>
                  <a:pt x="62500" y="9375"/>
                </a:cubicBezTo>
                <a:lnTo>
                  <a:pt x="62500" y="9375"/>
                </a:lnTo>
                <a:cubicBezTo>
                  <a:pt x="62500" y="11875"/>
                  <a:pt x="63083" y="14125"/>
                  <a:pt x="64250" y="16125"/>
                </a:cubicBezTo>
                <a:lnTo>
                  <a:pt x="64250" y="16125"/>
                </a:lnTo>
                <a:lnTo>
                  <a:pt x="78750" y="37500"/>
                </a:lnTo>
                <a:lnTo>
                  <a:pt x="6250" y="37500"/>
                </a:lnTo>
                <a:cubicBezTo>
                  <a:pt x="4417" y="37500"/>
                  <a:pt x="2917" y="38375"/>
                  <a:pt x="1750" y="40125"/>
                </a:cubicBezTo>
                <a:lnTo>
                  <a:pt x="1750" y="40125"/>
                </a:lnTo>
                <a:cubicBezTo>
                  <a:pt x="583" y="41875"/>
                  <a:pt x="0" y="44125"/>
                  <a:pt x="0" y="46875"/>
                </a:cubicBezTo>
                <a:lnTo>
                  <a:pt x="0" y="46875"/>
                </a:lnTo>
                <a:cubicBezTo>
                  <a:pt x="0" y="49625"/>
                  <a:pt x="583" y="51875"/>
                  <a:pt x="1750" y="53625"/>
                </a:cubicBezTo>
                <a:lnTo>
                  <a:pt x="1750" y="53625"/>
                </a:lnTo>
                <a:cubicBezTo>
                  <a:pt x="2917" y="55375"/>
                  <a:pt x="4417" y="56250"/>
                  <a:pt x="6250" y="56250"/>
                </a:cubicBezTo>
                <a:lnTo>
                  <a:pt x="6250" y="56250"/>
                </a:lnTo>
                <a:lnTo>
                  <a:pt x="78750" y="56250"/>
                </a:lnTo>
                <a:lnTo>
                  <a:pt x="64250" y="77625"/>
                </a:lnTo>
                <a:cubicBezTo>
                  <a:pt x="63083" y="79625"/>
                  <a:pt x="62500" y="81875"/>
                  <a:pt x="62500" y="84375"/>
                </a:cubicBezTo>
                <a:lnTo>
                  <a:pt x="62500" y="84375"/>
                </a:lnTo>
                <a:cubicBezTo>
                  <a:pt x="62500" y="86875"/>
                  <a:pt x="63083" y="89125"/>
                  <a:pt x="64250" y="91125"/>
                </a:cubicBezTo>
                <a:lnTo>
                  <a:pt x="64250" y="91125"/>
                </a:lnTo>
                <a:cubicBezTo>
                  <a:pt x="65583" y="92875"/>
                  <a:pt x="67083" y="93750"/>
                  <a:pt x="68750" y="93750"/>
                </a:cubicBezTo>
                <a:lnTo>
                  <a:pt x="68750" y="93750"/>
                </a:lnTo>
                <a:cubicBezTo>
                  <a:pt x="70417" y="93750"/>
                  <a:pt x="71917" y="92875"/>
                  <a:pt x="73250" y="91125"/>
                </a:cubicBezTo>
                <a:lnTo>
                  <a:pt x="73250" y="91125"/>
                </a:lnTo>
                <a:lnTo>
                  <a:pt x="98250" y="53625"/>
                </a:lnTo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2653967346-38"/>
          <p:cNvSpPr/>
          <p:nvPr/>
        </p:nvSpPr>
        <p:spPr>
          <a:xfrm>
            <a:off x="2550944" y="1581626"/>
            <a:ext cx="686425" cy="18573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144" algn="in">
            <a:solidFill>
              <a:srgbClr val="EEF2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l-1792653967336-25"/>
          <p:cNvSpPr/>
          <p:nvPr/>
        </p:nvSpPr>
        <p:spPr>
          <a:xfrm>
            <a:off x="4336256" y="1494472"/>
            <a:ext cx="771525" cy="211455"/>
          </a:xfrm>
          <a:prstGeom prst="roundRect">
            <a:avLst>
              <a:gd name="adj" fmla="val 36036"/>
            </a:avLst>
          </a:prstGeom>
          <a:solidFill>
            <a:srgbClr val="E8642C">
              <a:alpha val="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2653967323-13"/>
          <p:cNvSpPr/>
          <p:nvPr/>
        </p:nvSpPr>
        <p:spPr>
          <a:xfrm>
            <a:off x="400050" y="2047399"/>
            <a:ext cx="4857750" cy="545783"/>
          </a:xfrm>
          <a:prstGeom prst="roundRect">
            <a:avLst>
              <a:gd name="adj" fmla="val 20942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42863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el-1792653967327-17"/>
          <p:cNvSpPr/>
          <p:nvPr/>
        </p:nvSpPr>
        <p:spPr>
          <a:xfrm>
            <a:off x="400050" y="2047399"/>
            <a:ext cx="85725" cy="54578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6"/>
                </a:lnTo>
                <a:lnTo>
                  <a:pt x="80491" y="302"/>
                </a:lnTo>
                <a:lnTo>
                  <a:pt x="70972" y="676"/>
                </a:lnTo>
                <a:lnTo>
                  <a:pt x="61732" y="1196"/>
                </a:lnTo>
                <a:lnTo>
                  <a:pt x="52860" y="1855"/>
                </a:lnTo>
                <a:lnTo>
                  <a:pt x="44443" y="2647"/>
                </a:lnTo>
                <a:lnTo>
                  <a:pt x="36561" y="3565"/>
                </a:lnTo>
                <a:lnTo>
                  <a:pt x="29289" y="4600"/>
                </a:lnTo>
                <a:lnTo>
                  <a:pt x="22699" y="5743"/>
                </a:lnTo>
                <a:lnTo>
                  <a:pt x="16853" y="6981"/>
                </a:lnTo>
                <a:lnTo>
                  <a:pt x="11808" y="8303"/>
                </a:lnTo>
                <a:lnTo>
                  <a:pt x="7612" y="9696"/>
                </a:lnTo>
                <a:lnTo>
                  <a:pt x="4306" y="11147"/>
                </a:lnTo>
                <a:lnTo>
                  <a:pt x="1921" y="12643"/>
                </a:lnTo>
                <a:lnTo>
                  <a:pt x="482" y="14167"/>
                </a:lnTo>
                <a:lnTo>
                  <a:pt x="0" y="15707"/>
                </a:lnTo>
                <a:lnTo>
                  <a:pt x="0" y="84293"/>
                </a:lnTo>
                <a:lnTo>
                  <a:pt x="482" y="85833"/>
                </a:lnTo>
                <a:lnTo>
                  <a:pt x="1921" y="87357"/>
                </a:lnTo>
                <a:lnTo>
                  <a:pt x="4306" y="88853"/>
                </a:lnTo>
                <a:lnTo>
                  <a:pt x="7612" y="90304"/>
                </a:lnTo>
                <a:lnTo>
                  <a:pt x="11808" y="91697"/>
                </a:lnTo>
                <a:lnTo>
                  <a:pt x="16853" y="93019"/>
                </a:lnTo>
                <a:lnTo>
                  <a:pt x="22699" y="94257"/>
                </a:lnTo>
                <a:lnTo>
                  <a:pt x="29289" y="95400"/>
                </a:lnTo>
                <a:lnTo>
                  <a:pt x="36561" y="96435"/>
                </a:lnTo>
                <a:lnTo>
                  <a:pt x="44443" y="97353"/>
                </a:lnTo>
                <a:lnTo>
                  <a:pt x="52860" y="98145"/>
                </a:lnTo>
                <a:lnTo>
                  <a:pt x="61732" y="98804"/>
                </a:lnTo>
                <a:lnTo>
                  <a:pt x="70972" y="99324"/>
                </a:lnTo>
                <a:lnTo>
                  <a:pt x="80491" y="99698"/>
                </a:lnTo>
                <a:lnTo>
                  <a:pt x="90198" y="9992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4282" y="99924"/>
                </a:lnTo>
                <a:lnTo>
                  <a:pt x="88620" y="99698"/>
                </a:lnTo>
                <a:lnTo>
                  <a:pt x="83067" y="99324"/>
                </a:lnTo>
                <a:lnTo>
                  <a:pt x="77677" y="98804"/>
                </a:lnTo>
                <a:lnTo>
                  <a:pt x="72502" y="98145"/>
                </a:lnTo>
                <a:lnTo>
                  <a:pt x="67592" y="97353"/>
                </a:lnTo>
                <a:lnTo>
                  <a:pt x="62994" y="96435"/>
                </a:lnTo>
                <a:lnTo>
                  <a:pt x="58752" y="95400"/>
                </a:lnTo>
                <a:lnTo>
                  <a:pt x="54908" y="94257"/>
                </a:lnTo>
                <a:lnTo>
                  <a:pt x="51498" y="93019"/>
                </a:lnTo>
                <a:lnTo>
                  <a:pt x="48555" y="91697"/>
                </a:lnTo>
                <a:lnTo>
                  <a:pt x="46107" y="90304"/>
                </a:lnTo>
                <a:lnTo>
                  <a:pt x="44178" y="88853"/>
                </a:lnTo>
                <a:lnTo>
                  <a:pt x="42788" y="87357"/>
                </a:lnTo>
                <a:lnTo>
                  <a:pt x="41948" y="85833"/>
                </a:lnTo>
                <a:lnTo>
                  <a:pt x="41667" y="84293"/>
                </a:lnTo>
                <a:lnTo>
                  <a:pt x="41667" y="15707"/>
                </a:lnTo>
                <a:lnTo>
                  <a:pt x="41948" y="14167"/>
                </a:lnTo>
                <a:lnTo>
                  <a:pt x="42788" y="12643"/>
                </a:lnTo>
                <a:lnTo>
                  <a:pt x="44178" y="11147"/>
                </a:lnTo>
                <a:lnTo>
                  <a:pt x="46107" y="9696"/>
                </a:lnTo>
                <a:lnTo>
                  <a:pt x="48555" y="8303"/>
                </a:lnTo>
                <a:lnTo>
                  <a:pt x="51498" y="6981"/>
                </a:lnTo>
                <a:lnTo>
                  <a:pt x="54908" y="5743"/>
                </a:lnTo>
                <a:lnTo>
                  <a:pt x="58752" y="4600"/>
                </a:lnTo>
                <a:lnTo>
                  <a:pt x="62994" y="3565"/>
                </a:lnTo>
                <a:lnTo>
                  <a:pt x="67592" y="2647"/>
                </a:lnTo>
                <a:lnTo>
                  <a:pt x="72502" y="1855"/>
                </a:lnTo>
                <a:lnTo>
                  <a:pt x="77677" y="1196"/>
                </a:lnTo>
                <a:lnTo>
                  <a:pt x="83067" y="676"/>
                </a:lnTo>
                <a:lnTo>
                  <a:pt x="88620" y="302"/>
                </a:lnTo>
                <a:lnTo>
                  <a:pt x="94282" y="7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2653967461-64"/>
          <p:cNvSpPr/>
          <p:nvPr/>
        </p:nvSpPr>
        <p:spPr>
          <a:xfrm>
            <a:off x="2368868" y="2290286"/>
            <a:ext cx="114300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8250" y="53625"/>
                </a:moveTo>
                <a:lnTo>
                  <a:pt x="98250" y="53625"/>
                </a:lnTo>
                <a:cubicBezTo>
                  <a:pt x="99417" y="51625"/>
                  <a:pt x="100000" y="49375"/>
                  <a:pt x="100000" y="46875"/>
                </a:cubicBezTo>
                <a:lnTo>
                  <a:pt x="100000" y="46875"/>
                </a:lnTo>
                <a:lnTo>
                  <a:pt x="100000" y="46875"/>
                </a:lnTo>
                <a:cubicBezTo>
                  <a:pt x="100000" y="44375"/>
                  <a:pt x="99417" y="42125"/>
                  <a:pt x="98250" y="40125"/>
                </a:cubicBezTo>
                <a:lnTo>
                  <a:pt x="98250" y="40125"/>
                </a:lnTo>
                <a:lnTo>
                  <a:pt x="73250" y="2625"/>
                </a:lnTo>
                <a:cubicBezTo>
                  <a:pt x="71917" y="875"/>
                  <a:pt x="70417" y="0"/>
                  <a:pt x="68750" y="0"/>
                </a:cubicBezTo>
                <a:lnTo>
                  <a:pt x="68750" y="0"/>
                </a:lnTo>
                <a:cubicBezTo>
                  <a:pt x="67083" y="0"/>
                  <a:pt x="65583" y="875"/>
                  <a:pt x="64250" y="2625"/>
                </a:cubicBezTo>
                <a:lnTo>
                  <a:pt x="64250" y="2625"/>
                </a:lnTo>
                <a:cubicBezTo>
                  <a:pt x="63083" y="4625"/>
                  <a:pt x="62500" y="6875"/>
                  <a:pt x="62500" y="9375"/>
                </a:cubicBezTo>
                <a:lnTo>
                  <a:pt x="62500" y="9375"/>
                </a:lnTo>
                <a:cubicBezTo>
                  <a:pt x="62500" y="11875"/>
                  <a:pt x="63083" y="14125"/>
                  <a:pt x="64250" y="16125"/>
                </a:cubicBezTo>
                <a:lnTo>
                  <a:pt x="64250" y="16125"/>
                </a:lnTo>
                <a:lnTo>
                  <a:pt x="78750" y="37500"/>
                </a:lnTo>
                <a:lnTo>
                  <a:pt x="6250" y="37500"/>
                </a:lnTo>
                <a:cubicBezTo>
                  <a:pt x="4417" y="37500"/>
                  <a:pt x="2917" y="38375"/>
                  <a:pt x="1750" y="40125"/>
                </a:cubicBezTo>
                <a:lnTo>
                  <a:pt x="1750" y="40125"/>
                </a:lnTo>
                <a:cubicBezTo>
                  <a:pt x="583" y="41875"/>
                  <a:pt x="0" y="44125"/>
                  <a:pt x="0" y="46875"/>
                </a:cubicBezTo>
                <a:lnTo>
                  <a:pt x="0" y="46875"/>
                </a:lnTo>
                <a:cubicBezTo>
                  <a:pt x="0" y="49625"/>
                  <a:pt x="583" y="51875"/>
                  <a:pt x="1750" y="53625"/>
                </a:cubicBezTo>
                <a:lnTo>
                  <a:pt x="1750" y="53625"/>
                </a:lnTo>
                <a:cubicBezTo>
                  <a:pt x="2917" y="55375"/>
                  <a:pt x="4417" y="56250"/>
                  <a:pt x="6250" y="56250"/>
                </a:cubicBezTo>
                <a:lnTo>
                  <a:pt x="6250" y="56250"/>
                </a:lnTo>
                <a:lnTo>
                  <a:pt x="78750" y="56250"/>
                </a:lnTo>
                <a:lnTo>
                  <a:pt x="64250" y="77625"/>
                </a:lnTo>
                <a:cubicBezTo>
                  <a:pt x="63083" y="79625"/>
                  <a:pt x="62500" y="81875"/>
                  <a:pt x="62500" y="84375"/>
                </a:cubicBezTo>
                <a:lnTo>
                  <a:pt x="62500" y="84375"/>
                </a:lnTo>
                <a:cubicBezTo>
                  <a:pt x="62500" y="86875"/>
                  <a:pt x="63083" y="89125"/>
                  <a:pt x="64250" y="91125"/>
                </a:cubicBezTo>
                <a:lnTo>
                  <a:pt x="64250" y="91125"/>
                </a:lnTo>
                <a:cubicBezTo>
                  <a:pt x="65583" y="92875"/>
                  <a:pt x="67083" y="93750"/>
                  <a:pt x="68750" y="93750"/>
                </a:cubicBezTo>
                <a:lnTo>
                  <a:pt x="68750" y="93750"/>
                </a:lnTo>
                <a:cubicBezTo>
                  <a:pt x="70417" y="93750"/>
                  <a:pt x="71917" y="92875"/>
                  <a:pt x="73250" y="91125"/>
                </a:cubicBezTo>
                <a:lnTo>
                  <a:pt x="73250" y="91125"/>
                </a:lnTo>
                <a:lnTo>
                  <a:pt x="98250" y="53625"/>
                </a:lnTo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2653967347-41"/>
          <p:cNvSpPr/>
          <p:nvPr/>
        </p:nvSpPr>
        <p:spPr>
          <a:xfrm>
            <a:off x="2568893" y="2227421"/>
            <a:ext cx="847070" cy="18573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144" algn="in">
            <a:solidFill>
              <a:srgbClr val="EEF2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el-1792653967337-28"/>
          <p:cNvSpPr/>
          <p:nvPr/>
        </p:nvSpPr>
        <p:spPr>
          <a:xfrm>
            <a:off x="4257675" y="2140268"/>
            <a:ext cx="850106" cy="211455"/>
          </a:xfrm>
          <a:prstGeom prst="roundRect">
            <a:avLst>
              <a:gd name="adj" fmla="val 36036"/>
            </a:avLst>
          </a:prstGeom>
          <a:solidFill>
            <a:srgbClr val="E8642C">
              <a:alpha val="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92653967324-14"/>
          <p:cNvSpPr/>
          <p:nvPr/>
        </p:nvSpPr>
        <p:spPr>
          <a:xfrm>
            <a:off x="400050" y="2693194"/>
            <a:ext cx="4857750" cy="545783"/>
          </a:xfrm>
          <a:prstGeom prst="roundRect">
            <a:avLst>
              <a:gd name="adj" fmla="val 20942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42863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el-1792653967327-18"/>
          <p:cNvSpPr/>
          <p:nvPr/>
        </p:nvSpPr>
        <p:spPr>
          <a:xfrm>
            <a:off x="400050" y="2693194"/>
            <a:ext cx="85725" cy="54578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6"/>
                </a:lnTo>
                <a:lnTo>
                  <a:pt x="80491" y="302"/>
                </a:lnTo>
                <a:lnTo>
                  <a:pt x="70972" y="676"/>
                </a:lnTo>
                <a:lnTo>
                  <a:pt x="61732" y="1196"/>
                </a:lnTo>
                <a:lnTo>
                  <a:pt x="52860" y="1855"/>
                </a:lnTo>
                <a:lnTo>
                  <a:pt x="44443" y="2647"/>
                </a:lnTo>
                <a:lnTo>
                  <a:pt x="36561" y="3565"/>
                </a:lnTo>
                <a:lnTo>
                  <a:pt x="29289" y="4600"/>
                </a:lnTo>
                <a:lnTo>
                  <a:pt x="22699" y="5743"/>
                </a:lnTo>
                <a:lnTo>
                  <a:pt x="16853" y="6981"/>
                </a:lnTo>
                <a:lnTo>
                  <a:pt x="11808" y="8303"/>
                </a:lnTo>
                <a:lnTo>
                  <a:pt x="7612" y="9696"/>
                </a:lnTo>
                <a:lnTo>
                  <a:pt x="4306" y="11147"/>
                </a:lnTo>
                <a:lnTo>
                  <a:pt x="1921" y="12643"/>
                </a:lnTo>
                <a:lnTo>
                  <a:pt x="482" y="14167"/>
                </a:lnTo>
                <a:lnTo>
                  <a:pt x="0" y="15707"/>
                </a:lnTo>
                <a:lnTo>
                  <a:pt x="0" y="84293"/>
                </a:lnTo>
                <a:lnTo>
                  <a:pt x="482" y="85833"/>
                </a:lnTo>
                <a:lnTo>
                  <a:pt x="1921" y="87357"/>
                </a:lnTo>
                <a:lnTo>
                  <a:pt x="4306" y="88853"/>
                </a:lnTo>
                <a:lnTo>
                  <a:pt x="7612" y="90304"/>
                </a:lnTo>
                <a:lnTo>
                  <a:pt x="11808" y="91697"/>
                </a:lnTo>
                <a:lnTo>
                  <a:pt x="16853" y="93019"/>
                </a:lnTo>
                <a:lnTo>
                  <a:pt x="22699" y="94257"/>
                </a:lnTo>
                <a:lnTo>
                  <a:pt x="29289" y="95400"/>
                </a:lnTo>
                <a:lnTo>
                  <a:pt x="36561" y="96435"/>
                </a:lnTo>
                <a:lnTo>
                  <a:pt x="44443" y="97353"/>
                </a:lnTo>
                <a:lnTo>
                  <a:pt x="52860" y="98145"/>
                </a:lnTo>
                <a:lnTo>
                  <a:pt x="61732" y="98804"/>
                </a:lnTo>
                <a:lnTo>
                  <a:pt x="70972" y="99324"/>
                </a:lnTo>
                <a:lnTo>
                  <a:pt x="80491" y="99698"/>
                </a:lnTo>
                <a:lnTo>
                  <a:pt x="90198" y="9992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4282" y="99924"/>
                </a:lnTo>
                <a:lnTo>
                  <a:pt x="88620" y="99698"/>
                </a:lnTo>
                <a:lnTo>
                  <a:pt x="83067" y="99324"/>
                </a:lnTo>
                <a:lnTo>
                  <a:pt x="77677" y="98804"/>
                </a:lnTo>
                <a:lnTo>
                  <a:pt x="72502" y="98145"/>
                </a:lnTo>
                <a:lnTo>
                  <a:pt x="67592" y="97353"/>
                </a:lnTo>
                <a:lnTo>
                  <a:pt x="62994" y="96435"/>
                </a:lnTo>
                <a:lnTo>
                  <a:pt x="58752" y="95400"/>
                </a:lnTo>
                <a:lnTo>
                  <a:pt x="54908" y="94257"/>
                </a:lnTo>
                <a:lnTo>
                  <a:pt x="51498" y="93019"/>
                </a:lnTo>
                <a:lnTo>
                  <a:pt x="48555" y="91697"/>
                </a:lnTo>
                <a:lnTo>
                  <a:pt x="46107" y="90304"/>
                </a:lnTo>
                <a:lnTo>
                  <a:pt x="44178" y="88853"/>
                </a:lnTo>
                <a:lnTo>
                  <a:pt x="42788" y="87357"/>
                </a:lnTo>
                <a:lnTo>
                  <a:pt x="41948" y="85833"/>
                </a:lnTo>
                <a:lnTo>
                  <a:pt x="41667" y="84293"/>
                </a:lnTo>
                <a:lnTo>
                  <a:pt x="41667" y="15707"/>
                </a:lnTo>
                <a:lnTo>
                  <a:pt x="41948" y="14167"/>
                </a:lnTo>
                <a:lnTo>
                  <a:pt x="42788" y="12643"/>
                </a:lnTo>
                <a:lnTo>
                  <a:pt x="44178" y="11147"/>
                </a:lnTo>
                <a:lnTo>
                  <a:pt x="46107" y="9696"/>
                </a:lnTo>
                <a:lnTo>
                  <a:pt x="48555" y="8303"/>
                </a:lnTo>
                <a:lnTo>
                  <a:pt x="51498" y="6981"/>
                </a:lnTo>
                <a:lnTo>
                  <a:pt x="54908" y="5743"/>
                </a:lnTo>
                <a:lnTo>
                  <a:pt x="58752" y="4600"/>
                </a:lnTo>
                <a:lnTo>
                  <a:pt x="62994" y="3565"/>
                </a:lnTo>
                <a:lnTo>
                  <a:pt x="67592" y="2647"/>
                </a:lnTo>
                <a:lnTo>
                  <a:pt x="72502" y="1855"/>
                </a:lnTo>
                <a:lnTo>
                  <a:pt x="77677" y="1196"/>
                </a:lnTo>
                <a:lnTo>
                  <a:pt x="83067" y="676"/>
                </a:lnTo>
                <a:lnTo>
                  <a:pt x="88620" y="302"/>
                </a:lnTo>
                <a:lnTo>
                  <a:pt x="94282" y="7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2653967462-65"/>
          <p:cNvSpPr/>
          <p:nvPr/>
        </p:nvSpPr>
        <p:spPr>
          <a:xfrm>
            <a:off x="1986855" y="2936081"/>
            <a:ext cx="114300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8250" y="53625"/>
                </a:moveTo>
                <a:lnTo>
                  <a:pt x="98250" y="53625"/>
                </a:lnTo>
                <a:cubicBezTo>
                  <a:pt x="99417" y="51625"/>
                  <a:pt x="100000" y="49375"/>
                  <a:pt x="100000" y="46875"/>
                </a:cubicBezTo>
                <a:lnTo>
                  <a:pt x="100000" y="46875"/>
                </a:lnTo>
                <a:lnTo>
                  <a:pt x="100000" y="46875"/>
                </a:lnTo>
                <a:cubicBezTo>
                  <a:pt x="100000" y="44375"/>
                  <a:pt x="99417" y="42125"/>
                  <a:pt x="98250" y="40125"/>
                </a:cubicBezTo>
                <a:lnTo>
                  <a:pt x="98250" y="40125"/>
                </a:lnTo>
                <a:lnTo>
                  <a:pt x="73250" y="2625"/>
                </a:lnTo>
                <a:cubicBezTo>
                  <a:pt x="71917" y="875"/>
                  <a:pt x="70417" y="0"/>
                  <a:pt x="68750" y="0"/>
                </a:cubicBezTo>
                <a:lnTo>
                  <a:pt x="68750" y="0"/>
                </a:lnTo>
                <a:cubicBezTo>
                  <a:pt x="67083" y="0"/>
                  <a:pt x="65583" y="875"/>
                  <a:pt x="64250" y="2625"/>
                </a:cubicBezTo>
                <a:lnTo>
                  <a:pt x="64250" y="2625"/>
                </a:lnTo>
                <a:cubicBezTo>
                  <a:pt x="63083" y="4625"/>
                  <a:pt x="62500" y="6875"/>
                  <a:pt x="62500" y="9375"/>
                </a:cubicBezTo>
                <a:lnTo>
                  <a:pt x="62500" y="9375"/>
                </a:lnTo>
                <a:cubicBezTo>
                  <a:pt x="62500" y="11875"/>
                  <a:pt x="63083" y="14125"/>
                  <a:pt x="64250" y="16125"/>
                </a:cubicBezTo>
                <a:lnTo>
                  <a:pt x="64250" y="16125"/>
                </a:lnTo>
                <a:lnTo>
                  <a:pt x="78750" y="37500"/>
                </a:lnTo>
                <a:lnTo>
                  <a:pt x="6250" y="37500"/>
                </a:lnTo>
                <a:cubicBezTo>
                  <a:pt x="4417" y="37500"/>
                  <a:pt x="2917" y="38375"/>
                  <a:pt x="1750" y="40125"/>
                </a:cubicBezTo>
                <a:lnTo>
                  <a:pt x="1750" y="40125"/>
                </a:lnTo>
                <a:cubicBezTo>
                  <a:pt x="583" y="41875"/>
                  <a:pt x="0" y="44125"/>
                  <a:pt x="0" y="46875"/>
                </a:cubicBezTo>
                <a:lnTo>
                  <a:pt x="0" y="46875"/>
                </a:lnTo>
                <a:cubicBezTo>
                  <a:pt x="0" y="49625"/>
                  <a:pt x="583" y="51875"/>
                  <a:pt x="1750" y="53625"/>
                </a:cubicBezTo>
                <a:lnTo>
                  <a:pt x="1750" y="53625"/>
                </a:lnTo>
                <a:cubicBezTo>
                  <a:pt x="2917" y="55375"/>
                  <a:pt x="4417" y="56250"/>
                  <a:pt x="6250" y="56250"/>
                </a:cubicBezTo>
                <a:lnTo>
                  <a:pt x="6250" y="56250"/>
                </a:lnTo>
                <a:lnTo>
                  <a:pt x="78750" y="56250"/>
                </a:lnTo>
                <a:lnTo>
                  <a:pt x="64250" y="77625"/>
                </a:lnTo>
                <a:cubicBezTo>
                  <a:pt x="63083" y="79625"/>
                  <a:pt x="62500" y="81875"/>
                  <a:pt x="62500" y="84375"/>
                </a:cubicBezTo>
                <a:lnTo>
                  <a:pt x="62500" y="84375"/>
                </a:lnTo>
                <a:cubicBezTo>
                  <a:pt x="62500" y="86875"/>
                  <a:pt x="63083" y="89125"/>
                  <a:pt x="64250" y="91125"/>
                </a:cubicBezTo>
                <a:lnTo>
                  <a:pt x="64250" y="91125"/>
                </a:lnTo>
                <a:cubicBezTo>
                  <a:pt x="65583" y="92875"/>
                  <a:pt x="67083" y="93750"/>
                  <a:pt x="68750" y="93750"/>
                </a:cubicBezTo>
                <a:lnTo>
                  <a:pt x="68750" y="93750"/>
                </a:lnTo>
                <a:cubicBezTo>
                  <a:pt x="70417" y="93750"/>
                  <a:pt x="71917" y="92875"/>
                  <a:pt x="73250" y="91125"/>
                </a:cubicBezTo>
                <a:lnTo>
                  <a:pt x="73250" y="91125"/>
                </a:lnTo>
                <a:lnTo>
                  <a:pt x="98250" y="53625"/>
                </a:lnTo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2653967349-44"/>
          <p:cNvSpPr/>
          <p:nvPr/>
        </p:nvSpPr>
        <p:spPr>
          <a:xfrm>
            <a:off x="2186880" y="2873216"/>
            <a:ext cx="464076" cy="18573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144" algn="in">
            <a:solidFill>
              <a:srgbClr val="EEF2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el-1792653967339-31"/>
          <p:cNvSpPr/>
          <p:nvPr/>
        </p:nvSpPr>
        <p:spPr>
          <a:xfrm>
            <a:off x="4418409" y="2786063"/>
            <a:ext cx="689372" cy="211455"/>
          </a:xfrm>
          <a:prstGeom prst="roundRect">
            <a:avLst>
              <a:gd name="adj" fmla="val 36036"/>
            </a:avLst>
          </a:prstGeom>
          <a:solidFill>
            <a:srgbClr val="E8642C">
              <a:alpha val="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92653967325-15"/>
          <p:cNvSpPr/>
          <p:nvPr/>
        </p:nvSpPr>
        <p:spPr>
          <a:xfrm>
            <a:off x="400050" y="3338989"/>
            <a:ext cx="4857750" cy="545783"/>
          </a:xfrm>
          <a:prstGeom prst="roundRect">
            <a:avLst>
              <a:gd name="adj" fmla="val 20942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42863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el-1792653967327-19"/>
          <p:cNvSpPr/>
          <p:nvPr/>
        </p:nvSpPr>
        <p:spPr>
          <a:xfrm>
            <a:off x="400050" y="3338989"/>
            <a:ext cx="85725" cy="54578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76"/>
                </a:lnTo>
                <a:lnTo>
                  <a:pt x="80491" y="302"/>
                </a:lnTo>
                <a:lnTo>
                  <a:pt x="70972" y="676"/>
                </a:lnTo>
                <a:lnTo>
                  <a:pt x="61732" y="1196"/>
                </a:lnTo>
                <a:lnTo>
                  <a:pt x="52860" y="1855"/>
                </a:lnTo>
                <a:lnTo>
                  <a:pt x="44443" y="2647"/>
                </a:lnTo>
                <a:lnTo>
                  <a:pt x="36561" y="3565"/>
                </a:lnTo>
                <a:lnTo>
                  <a:pt x="29289" y="4600"/>
                </a:lnTo>
                <a:lnTo>
                  <a:pt x="22699" y="5743"/>
                </a:lnTo>
                <a:lnTo>
                  <a:pt x="16853" y="6981"/>
                </a:lnTo>
                <a:lnTo>
                  <a:pt x="11808" y="8303"/>
                </a:lnTo>
                <a:lnTo>
                  <a:pt x="7612" y="9696"/>
                </a:lnTo>
                <a:lnTo>
                  <a:pt x="4306" y="11147"/>
                </a:lnTo>
                <a:lnTo>
                  <a:pt x="1921" y="12643"/>
                </a:lnTo>
                <a:lnTo>
                  <a:pt x="482" y="14167"/>
                </a:lnTo>
                <a:lnTo>
                  <a:pt x="0" y="15707"/>
                </a:lnTo>
                <a:lnTo>
                  <a:pt x="0" y="84293"/>
                </a:lnTo>
                <a:lnTo>
                  <a:pt x="482" y="85833"/>
                </a:lnTo>
                <a:lnTo>
                  <a:pt x="1921" y="87357"/>
                </a:lnTo>
                <a:lnTo>
                  <a:pt x="4306" y="88853"/>
                </a:lnTo>
                <a:lnTo>
                  <a:pt x="7612" y="90304"/>
                </a:lnTo>
                <a:lnTo>
                  <a:pt x="11808" y="91697"/>
                </a:lnTo>
                <a:lnTo>
                  <a:pt x="16853" y="93019"/>
                </a:lnTo>
                <a:lnTo>
                  <a:pt x="22699" y="94257"/>
                </a:lnTo>
                <a:lnTo>
                  <a:pt x="29289" y="95400"/>
                </a:lnTo>
                <a:lnTo>
                  <a:pt x="36561" y="96435"/>
                </a:lnTo>
                <a:lnTo>
                  <a:pt x="44443" y="97353"/>
                </a:lnTo>
                <a:lnTo>
                  <a:pt x="52860" y="98145"/>
                </a:lnTo>
                <a:lnTo>
                  <a:pt x="61732" y="98804"/>
                </a:lnTo>
                <a:lnTo>
                  <a:pt x="70972" y="99324"/>
                </a:lnTo>
                <a:lnTo>
                  <a:pt x="80491" y="99698"/>
                </a:lnTo>
                <a:lnTo>
                  <a:pt x="90198" y="9992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4282" y="99924"/>
                </a:lnTo>
                <a:lnTo>
                  <a:pt x="88620" y="99698"/>
                </a:lnTo>
                <a:lnTo>
                  <a:pt x="83067" y="99324"/>
                </a:lnTo>
                <a:lnTo>
                  <a:pt x="77677" y="98804"/>
                </a:lnTo>
                <a:lnTo>
                  <a:pt x="72502" y="98145"/>
                </a:lnTo>
                <a:lnTo>
                  <a:pt x="67592" y="97353"/>
                </a:lnTo>
                <a:lnTo>
                  <a:pt x="62994" y="96435"/>
                </a:lnTo>
                <a:lnTo>
                  <a:pt x="58752" y="95400"/>
                </a:lnTo>
                <a:lnTo>
                  <a:pt x="54908" y="94257"/>
                </a:lnTo>
                <a:lnTo>
                  <a:pt x="51498" y="93019"/>
                </a:lnTo>
                <a:lnTo>
                  <a:pt x="48555" y="91697"/>
                </a:lnTo>
                <a:lnTo>
                  <a:pt x="46107" y="90304"/>
                </a:lnTo>
                <a:lnTo>
                  <a:pt x="44178" y="88853"/>
                </a:lnTo>
                <a:lnTo>
                  <a:pt x="42788" y="87357"/>
                </a:lnTo>
                <a:lnTo>
                  <a:pt x="41948" y="85833"/>
                </a:lnTo>
                <a:lnTo>
                  <a:pt x="41667" y="84293"/>
                </a:lnTo>
                <a:lnTo>
                  <a:pt x="41667" y="15707"/>
                </a:lnTo>
                <a:lnTo>
                  <a:pt x="41948" y="14167"/>
                </a:lnTo>
                <a:lnTo>
                  <a:pt x="42788" y="12643"/>
                </a:lnTo>
                <a:lnTo>
                  <a:pt x="44178" y="11147"/>
                </a:lnTo>
                <a:lnTo>
                  <a:pt x="46107" y="9696"/>
                </a:lnTo>
                <a:lnTo>
                  <a:pt x="48555" y="8303"/>
                </a:lnTo>
                <a:lnTo>
                  <a:pt x="51498" y="6981"/>
                </a:lnTo>
                <a:lnTo>
                  <a:pt x="54908" y="5743"/>
                </a:lnTo>
                <a:lnTo>
                  <a:pt x="58752" y="4600"/>
                </a:lnTo>
                <a:lnTo>
                  <a:pt x="62994" y="3565"/>
                </a:lnTo>
                <a:lnTo>
                  <a:pt x="67592" y="2647"/>
                </a:lnTo>
                <a:lnTo>
                  <a:pt x="72502" y="1855"/>
                </a:lnTo>
                <a:lnTo>
                  <a:pt x="77677" y="1196"/>
                </a:lnTo>
                <a:lnTo>
                  <a:pt x="83067" y="676"/>
                </a:lnTo>
                <a:lnTo>
                  <a:pt x="88620" y="302"/>
                </a:lnTo>
                <a:lnTo>
                  <a:pt x="94282" y="7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2653967463-66"/>
          <p:cNvSpPr/>
          <p:nvPr/>
        </p:nvSpPr>
        <p:spPr>
          <a:xfrm>
            <a:off x="2002840" y="3581876"/>
            <a:ext cx="114300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8250" y="53625"/>
                </a:moveTo>
                <a:lnTo>
                  <a:pt x="98250" y="53625"/>
                </a:lnTo>
                <a:cubicBezTo>
                  <a:pt x="99417" y="51625"/>
                  <a:pt x="100000" y="49375"/>
                  <a:pt x="100000" y="46875"/>
                </a:cubicBezTo>
                <a:lnTo>
                  <a:pt x="100000" y="46875"/>
                </a:lnTo>
                <a:lnTo>
                  <a:pt x="100000" y="46875"/>
                </a:lnTo>
                <a:cubicBezTo>
                  <a:pt x="100000" y="44375"/>
                  <a:pt x="99417" y="42125"/>
                  <a:pt x="98250" y="40125"/>
                </a:cubicBezTo>
                <a:lnTo>
                  <a:pt x="98250" y="40125"/>
                </a:lnTo>
                <a:lnTo>
                  <a:pt x="73250" y="2625"/>
                </a:lnTo>
                <a:cubicBezTo>
                  <a:pt x="71917" y="875"/>
                  <a:pt x="70417" y="0"/>
                  <a:pt x="68750" y="0"/>
                </a:cubicBezTo>
                <a:lnTo>
                  <a:pt x="68750" y="0"/>
                </a:lnTo>
                <a:cubicBezTo>
                  <a:pt x="67083" y="0"/>
                  <a:pt x="65583" y="875"/>
                  <a:pt x="64250" y="2625"/>
                </a:cubicBezTo>
                <a:lnTo>
                  <a:pt x="64250" y="2625"/>
                </a:lnTo>
                <a:cubicBezTo>
                  <a:pt x="63083" y="4625"/>
                  <a:pt x="62500" y="6875"/>
                  <a:pt x="62500" y="9375"/>
                </a:cubicBezTo>
                <a:lnTo>
                  <a:pt x="62500" y="9375"/>
                </a:lnTo>
                <a:cubicBezTo>
                  <a:pt x="62500" y="11875"/>
                  <a:pt x="63083" y="14125"/>
                  <a:pt x="64250" y="16125"/>
                </a:cubicBezTo>
                <a:lnTo>
                  <a:pt x="64250" y="16125"/>
                </a:lnTo>
                <a:lnTo>
                  <a:pt x="78750" y="37500"/>
                </a:lnTo>
                <a:lnTo>
                  <a:pt x="6250" y="37500"/>
                </a:lnTo>
                <a:cubicBezTo>
                  <a:pt x="4417" y="37500"/>
                  <a:pt x="2917" y="38375"/>
                  <a:pt x="1750" y="40125"/>
                </a:cubicBezTo>
                <a:lnTo>
                  <a:pt x="1750" y="40125"/>
                </a:lnTo>
                <a:cubicBezTo>
                  <a:pt x="583" y="41875"/>
                  <a:pt x="0" y="44125"/>
                  <a:pt x="0" y="46875"/>
                </a:cubicBezTo>
                <a:lnTo>
                  <a:pt x="0" y="46875"/>
                </a:lnTo>
                <a:cubicBezTo>
                  <a:pt x="0" y="49625"/>
                  <a:pt x="583" y="51875"/>
                  <a:pt x="1750" y="53625"/>
                </a:cubicBezTo>
                <a:lnTo>
                  <a:pt x="1750" y="53625"/>
                </a:lnTo>
                <a:cubicBezTo>
                  <a:pt x="2917" y="55375"/>
                  <a:pt x="4417" y="56250"/>
                  <a:pt x="6250" y="56250"/>
                </a:cubicBezTo>
                <a:lnTo>
                  <a:pt x="6250" y="56250"/>
                </a:lnTo>
                <a:lnTo>
                  <a:pt x="78750" y="56250"/>
                </a:lnTo>
                <a:lnTo>
                  <a:pt x="64250" y="77625"/>
                </a:lnTo>
                <a:cubicBezTo>
                  <a:pt x="63083" y="79625"/>
                  <a:pt x="62500" y="81875"/>
                  <a:pt x="62500" y="84375"/>
                </a:cubicBezTo>
                <a:lnTo>
                  <a:pt x="62500" y="84375"/>
                </a:lnTo>
                <a:cubicBezTo>
                  <a:pt x="62500" y="86875"/>
                  <a:pt x="63083" y="89125"/>
                  <a:pt x="64250" y="91125"/>
                </a:cubicBezTo>
                <a:lnTo>
                  <a:pt x="64250" y="91125"/>
                </a:lnTo>
                <a:cubicBezTo>
                  <a:pt x="65583" y="92875"/>
                  <a:pt x="67083" y="93750"/>
                  <a:pt x="68750" y="93750"/>
                </a:cubicBezTo>
                <a:lnTo>
                  <a:pt x="68750" y="93750"/>
                </a:lnTo>
                <a:cubicBezTo>
                  <a:pt x="70417" y="93750"/>
                  <a:pt x="71917" y="92875"/>
                  <a:pt x="73250" y="91125"/>
                </a:cubicBezTo>
                <a:lnTo>
                  <a:pt x="73250" y="91125"/>
                </a:lnTo>
                <a:lnTo>
                  <a:pt x="98250" y="53625"/>
                </a:lnTo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2653967350-47"/>
          <p:cNvSpPr/>
          <p:nvPr/>
        </p:nvSpPr>
        <p:spPr>
          <a:xfrm>
            <a:off x="2202865" y="3519011"/>
            <a:ext cx="484436" cy="18573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144" algn="in">
            <a:solidFill>
              <a:srgbClr val="EEF2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el-1792653967340-34"/>
          <p:cNvSpPr/>
          <p:nvPr/>
        </p:nvSpPr>
        <p:spPr>
          <a:xfrm>
            <a:off x="4257675" y="3431857"/>
            <a:ext cx="850106" cy="211455"/>
          </a:xfrm>
          <a:prstGeom prst="roundRect">
            <a:avLst>
              <a:gd name="adj" fmla="val 36036"/>
            </a:avLst>
          </a:prstGeom>
          <a:solidFill>
            <a:srgbClr val="E8642C">
              <a:alpha val="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92653967309-7"/>
          <p:cNvSpPr/>
          <p:nvPr/>
        </p:nvSpPr>
        <p:spPr>
          <a:xfrm>
            <a:off x="5457825" y="1285875"/>
            <a:ext cx="3286125" cy="2714625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4000"/>
              </a:srgbClr>
            </a:outerShdw>
          </a:effectLst>
        </p:spPr>
        <p:txBody>
          <a:bodyPr/>
          <a:lstStyle/>
          <a:p>
            <a:endParaRPr/>
          </a:p>
        </p:txBody>
      </p:sp>
      <p:cxnSp>
        <p:nvCxnSpPr>
          <p:cNvPr id="30" name="el-1792653967302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l-1792653967459-61"/>
          <p:cNvSpPr/>
          <p:nvPr/>
        </p:nvSpPr>
        <p:spPr>
          <a:xfrm>
            <a:off x="400050" y="4925616"/>
            <a:ext cx="114300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500" y="6818"/>
                </a:moveTo>
                <a:lnTo>
                  <a:pt x="12500" y="6818"/>
                </a:lnTo>
                <a:cubicBezTo>
                  <a:pt x="12500" y="4818"/>
                  <a:pt x="11917" y="3182"/>
                  <a:pt x="10750" y="1909"/>
                </a:cubicBezTo>
                <a:lnTo>
                  <a:pt x="10750" y="1909"/>
                </a:lnTo>
                <a:lnTo>
                  <a:pt x="10750" y="1909"/>
                </a:lnTo>
                <a:cubicBezTo>
                  <a:pt x="9583" y="636"/>
                  <a:pt x="8083" y="0"/>
                  <a:pt x="6250" y="0"/>
                </a:cubicBezTo>
                <a:lnTo>
                  <a:pt x="6250" y="0"/>
                </a:lnTo>
                <a:cubicBezTo>
                  <a:pt x="4417" y="0"/>
                  <a:pt x="2917" y="636"/>
                  <a:pt x="1750" y="1909"/>
                </a:cubicBezTo>
                <a:lnTo>
                  <a:pt x="1750" y="1909"/>
                </a:lnTo>
                <a:cubicBezTo>
                  <a:pt x="583" y="3182"/>
                  <a:pt x="0" y="4818"/>
                  <a:pt x="0" y="6818"/>
                </a:cubicBezTo>
                <a:lnTo>
                  <a:pt x="0" y="6818"/>
                </a:lnTo>
                <a:lnTo>
                  <a:pt x="0" y="78455"/>
                </a:lnTo>
                <a:cubicBezTo>
                  <a:pt x="111" y="83242"/>
                  <a:pt x="1611" y="87273"/>
                  <a:pt x="4500" y="90545"/>
                </a:cubicBezTo>
                <a:lnTo>
                  <a:pt x="4500" y="90545"/>
                </a:lnTo>
                <a:cubicBezTo>
                  <a:pt x="7500" y="93697"/>
                  <a:pt x="11222" y="95333"/>
                  <a:pt x="15667" y="95455"/>
                </a:cubicBezTo>
                <a:lnTo>
                  <a:pt x="15667" y="95455"/>
                </a:lnTo>
                <a:lnTo>
                  <a:pt x="93750" y="95455"/>
                </a:lnTo>
                <a:cubicBezTo>
                  <a:pt x="95583" y="95455"/>
                  <a:pt x="97083" y="94818"/>
                  <a:pt x="98250" y="93545"/>
                </a:cubicBezTo>
                <a:lnTo>
                  <a:pt x="98250" y="93545"/>
                </a:lnTo>
                <a:cubicBezTo>
                  <a:pt x="99417" y="92273"/>
                  <a:pt x="100000" y="90636"/>
                  <a:pt x="100000" y="88636"/>
                </a:cubicBezTo>
                <a:lnTo>
                  <a:pt x="100000" y="88636"/>
                </a:lnTo>
                <a:cubicBezTo>
                  <a:pt x="100000" y="86636"/>
                  <a:pt x="99417" y="85000"/>
                  <a:pt x="98250" y="83727"/>
                </a:cubicBezTo>
                <a:lnTo>
                  <a:pt x="98250" y="83727"/>
                </a:lnTo>
                <a:cubicBezTo>
                  <a:pt x="97083" y="82455"/>
                  <a:pt x="95583" y="81818"/>
                  <a:pt x="93750" y="81818"/>
                </a:cubicBezTo>
                <a:lnTo>
                  <a:pt x="93750" y="81818"/>
                </a:lnTo>
                <a:lnTo>
                  <a:pt x="15667" y="81818"/>
                </a:lnTo>
                <a:cubicBezTo>
                  <a:pt x="13667" y="81697"/>
                  <a:pt x="12611" y="80576"/>
                  <a:pt x="12500" y="78455"/>
                </a:cubicBezTo>
                <a:lnTo>
                  <a:pt x="12500" y="78455"/>
                </a:lnTo>
                <a:lnTo>
                  <a:pt x="12500" y="6818"/>
                </a:lnTo>
                <a:moveTo>
                  <a:pt x="92000" y="25364"/>
                </a:moveTo>
                <a:lnTo>
                  <a:pt x="92000" y="25364"/>
                </a:lnTo>
                <a:cubicBezTo>
                  <a:pt x="93167" y="23909"/>
                  <a:pt x="93750" y="22273"/>
                  <a:pt x="93750" y="20455"/>
                </a:cubicBezTo>
                <a:lnTo>
                  <a:pt x="93750" y="20455"/>
                </a:lnTo>
                <a:lnTo>
                  <a:pt x="93750" y="20455"/>
                </a:lnTo>
                <a:cubicBezTo>
                  <a:pt x="93750" y="18636"/>
                  <a:pt x="93167" y="17000"/>
                  <a:pt x="92000" y="15545"/>
                </a:cubicBezTo>
                <a:lnTo>
                  <a:pt x="92000" y="15545"/>
                </a:lnTo>
                <a:cubicBezTo>
                  <a:pt x="90667" y="14273"/>
                  <a:pt x="89167" y="13636"/>
                  <a:pt x="87500" y="13636"/>
                </a:cubicBezTo>
                <a:lnTo>
                  <a:pt x="87500" y="13636"/>
                </a:lnTo>
                <a:cubicBezTo>
                  <a:pt x="85833" y="13636"/>
                  <a:pt x="84333" y="14273"/>
                  <a:pt x="83000" y="15545"/>
                </a:cubicBezTo>
                <a:lnTo>
                  <a:pt x="83000" y="15545"/>
                </a:lnTo>
                <a:lnTo>
                  <a:pt x="62500" y="38182"/>
                </a:lnTo>
                <a:lnTo>
                  <a:pt x="51333" y="25818"/>
                </a:lnTo>
                <a:cubicBezTo>
                  <a:pt x="50056" y="24545"/>
                  <a:pt x="48583" y="23909"/>
                  <a:pt x="46917" y="23909"/>
                </a:cubicBezTo>
                <a:lnTo>
                  <a:pt x="46917" y="23909"/>
                </a:lnTo>
                <a:cubicBezTo>
                  <a:pt x="45194" y="23909"/>
                  <a:pt x="43694" y="24545"/>
                  <a:pt x="42417" y="25818"/>
                </a:cubicBezTo>
                <a:lnTo>
                  <a:pt x="42417" y="25818"/>
                </a:lnTo>
                <a:lnTo>
                  <a:pt x="20500" y="49636"/>
                </a:lnTo>
                <a:cubicBezTo>
                  <a:pt x="19333" y="51091"/>
                  <a:pt x="18750" y="52727"/>
                  <a:pt x="18750" y="54545"/>
                </a:cubicBezTo>
                <a:lnTo>
                  <a:pt x="18750" y="54545"/>
                </a:lnTo>
                <a:cubicBezTo>
                  <a:pt x="18750" y="56364"/>
                  <a:pt x="19333" y="58000"/>
                  <a:pt x="20500" y="59455"/>
                </a:cubicBezTo>
                <a:lnTo>
                  <a:pt x="20500" y="59455"/>
                </a:lnTo>
                <a:cubicBezTo>
                  <a:pt x="21833" y="60727"/>
                  <a:pt x="23333" y="61364"/>
                  <a:pt x="25000" y="61364"/>
                </a:cubicBezTo>
                <a:lnTo>
                  <a:pt x="25000" y="61364"/>
                </a:lnTo>
                <a:cubicBezTo>
                  <a:pt x="26667" y="61364"/>
                  <a:pt x="28167" y="60727"/>
                  <a:pt x="29500" y="59455"/>
                </a:cubicBezTo>
                <a:lnTo>
                  <a:pt x="29500" y="59455"/>
                </a:lnTo>
                <a:lnTo>
                  <a:pt x="46917" y="40273"/>
                </a:lnTo>
                <a:lnTo>
                  <a:pt x="58000" y="52636"/>
                </a:lnTo>
                <a:cubicBezTo>
                  <a:pt x="59333" y="53909"/>
                  <a:pt x="60833" y="54545"/>
                  <a:pt x="62500" y="54545"/>
                </a:cubicBezTo>
                <a:lnTo>
                  <a:pt x="62500" y="54545"/>
                </a:lnTo>
                <a:cubicBezTo>
                  <a:pt x="64167" y="54545"/>
                  <a:pt x="65667" y="53909"/>
                  <a:pt x="67000" y="52636"/>
                </a:cubicBezTo>
                <a:lnTo>
                  <a:pt x="67000" y="52636"/>
                </a:lnTo>
                <a:lnTo>
                  <a:pt x="92000" y="25364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92653967319-9"/>
          <p:cNvSpPr txBox="1"/>
          <p:nvPr/>
        </p:nvSpPr>
        <p:spPr>
          <a:xfrm>
            <a:off x="771525" y="139303"/>
            <a:ext cx="26820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应用成效 —— 数据对比</a:t>
            </a:r>
            <a:endParaRPr/>
          </a:p>
        </p:txBody>
      </p:sp>
      <p:sp>
        <p:nvSpPr>
          <p:cNvPr id="33" name="el-1792653967304-4"/>
          <p:cNvSpPr txBox="1"/>
          <p:nvPr/>
        </p:nvSpPr>
        <p:spPr>
          <a:xfrm>
            <a:off x="8092083" y="185023"/>
            <a:ext cx="72187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30373" algn="l">
              <a:lnSpc>
                <a:spcPct val="100000"/>
              </a:lnSpc>
            </a:pPr>
            <a:r>
              <a:rPr sz="78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前后对比</a:t>
            </a:r>
            <a:endParaRPr/>
          </a:p>
        </p:txBody>
      </p:sp>
      <p:sp>
        <p:nvSpPr>
          <p:cNvPr id="34" name="el-1792653967330-20"/>
          <p:cNvSpPr txBox="1"/>
          <p:nvPr/>
        </p:nvSpPr>
        <p:spPr>
          <a:xfrm>
            <a:off x="578644" y="1584484"/>
            <a:ext cx="1018699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单题建模耗时</a:t>
            </a:r>
            <a:endParaRPr/>
          </a:p>
        </p:txBody>
      </p:sp>
      <p:sp>
        <p:nvSpPr>
          <p:cNvPr id="35" name="el-1792653967345-36"/>
          <p:cNvSpPr txBox="1"/>
          <p:nvPr/>
        </p:nvSpPr>
        <p:spPr>
          <a:xfrm>
            <a:off x="1635919" y="1588770"/>
            <a:ext cx="108961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15-30 min</a:t>
            </a:r>
            <a:endParaRPr/>
          </a:p>
        </p:txBody>
      </p:sp>
      <p:sp>
        <p:nvSpPr>
          <p:cNvPr id="36" name="el-1792653967345-37"/>
          <p:cNvSpPr txBox="1"/>
          <p:nvPr/>
        </p:nvSpPr>
        <p:spPr>
          <a:xfrm>
            <a:off x="2643813" y="1588770"/>
            <a:ext cx="97160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2-3 min</a:t>
            </a:r>
            <a:endParaRPr/>
          </a:p>
        </p:txBody>
      </p:sp>
      <p:sp>
        <p:nvSpPr>
          <p:cNvPr id="37" name="el-1792653967335-24"/>
          <p:cNvSpPr txBox="1"/>
          <p:nvPr/>
        </p:nvSpPr>
        <p:spPr>
          <a:xfrm>
            <a:off x="4436269" y="1508760"/>
            <a:ext cx="1032986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>
                <a:solidFill>
                  <a:srgbClr val="E8642C"/>
                </a:solidFill>
                <a:latin typeface="SimHei"/>
                <a:ea typeface="SimHei"/>
                <a:cs typeface="SimHei"/>
              </a:rPr>
              <a:t>↓ 85%+</a:t>
            </a:r>
            <a:endParaRPr/>
          </a:p>
        </p:txBody>
      </p:sp>
      <p:sp>
        <p:nvSpPr>
          <p:cNvPr id="38" name="el-1792653967336-26"/>
          <p:cNvSpPr txBox="1"/>
          <p:nvPr/>
        </p:nvSpPr>
        <p:spPr>
          <a:xfrm>
            <a:off x="4529138" y="1734503"/>
            <a:ext cx="64365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2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效率大幅提升</a:t>
            </a:r>
            <a:endParaRPr/>
          </a:p>
        </p:txBody>
      </p:sp>
      <p:sp>
        <p:nvSpPr>
          <p:cNvPr id="39" name="el-1792653967330-21"/>
          <p:cNvSpPr txBox="1"/>
          <p:nvPr/>
        </p:nvSpPr>
        <p:spPr>
          <a:xfrm>
            <a:off x="578644" y="2230279"/>
            <a:ext cx="1018699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课堂可演示题量</a:t>
            </a:r>
            <a:endParaRPr/>
          </a:p>
        </p:txBody>
      </p:sp>
      <p:sp>
        <p:nvSpPr>
          <p:cNvPr id="40" name="el-1792653967346-39"/>
          <p:cNvSpPr txBox="1"/>
          <p:nvPr/>
        </p:nvSpPr>
        <p:spPr>
          <a:xfrm>
            <a:off x="1635919" y="2234565"/>
            <a:ext cx="90182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1-2题/课时</a:t>
            </a:r>
            <a:endParaRPr/>
          </a:p>
        </p:txBody>
      </p:sp>
      <p:sp>
        <p:nvSpPr>
          <p:cNvPr id="41" name="el-1792653967346-40"/>
          <p:cNvSpPr txBox="1"/>
          <p:nvPr/>
        </p:nvSpPr>
        <p:spPr>
          <a:xfrm>
            <a:off x="2661761" y="2234565"/>
            <a:ext cx="100880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5-8题/课时</a:t>
            </a:r>
            <a:endParaRPr/>
          </a:p>
        </p:txBody>
      </p:sp>
      <p:sp>
        <p:nvSpPr>
          <p:cNvPr id="42" name="el-1792653967336-27"/>
          <p:cNvSpPr txBox="1"/>
          <p:nvPr/>
        </p:nvSpPr>
        <p:spPr>
          <a:xfrm>
            <a:off x="4357688" y="2154555"/>
            <a:ext cx="1061275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>
                <a:solidFill>
                  <a:srgbClr val="E8642C"/>
                </a:solidFill>
                <a:latin typeface="SimHei"/>
                <a:ea typeface="SimHei"/>
                <a:cs typeface="SimHei"/>
              </a:rPr>
              <a:t>↑ 3-4倍</a:t>
            </a:r>
            <a:endParaRPr/>
          </a:p>
        </p:txBody>
      </p:sp>
      <p:sp>
        <p:nvSpPr>
          <p:cNvPr id="43" name="el-1792653967337-29"/>
          <p:cNvSpPr txBox="1"/>
          <p:nvPr/>
        </p:nvSpPr>
        <p:spPr>
          <a:xfrm>
            <a:off x="4529138" y="2380298"/>
            <a:ext cx="64365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2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课堂容量扩大</a:t>
            </a:r>
            <a:endParaRPr/>
          </a:p>
        </p:txBody>
      </p:sp>
      <p:sp>
        <p:nvSpPr>
          <p:cNvPr id="44" name="el-1792653967331-22"/>
          <p:cNvSpPr txBox="1"/>
          <p:nvPr/>
        </p:nvSpPr>
        <p:spPr>
          <a:xfrm>
            <a:off x="578644" y="2786063"/>
            <a:ext cx="928688" cy="3600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14"/>
              </a:lnSpc>
            </a:pPr>
            <a:r>
              <a:rPr sz="101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学生几何题正确率</a:t>
            </a:r>
            <a:endParaRPr/>
          </a:p>
        </p:txBody>
      </p:sp>
      <p:sp>
        <p:nvSpPr>
          <p:cNvPr id="45" name="el-1792653967347-42"/>
          <p:cNvSpPr txBox="1"/>
          <p:nvPr/>
        </p:nvSpPr>
        <p:spPr>
          <a:xfrm>
            <a:off x="1635919" y="2880360"/>
            <a:ext cx="47866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60%</a:t>
            </a:r>
            <a:endParaRPr/>
          </a:p>
        </p:txBody>
      </p:sp>
      <p:sp>
        <p:nvSpPr>
          <p:cNvPr id="46" name="el-1792653967348-43"/>
          <p:cNvSpPr txBox="1"/>
          <p:nvPr/>
        </p:nvSpPr>
        <p:spPr>
          <a:xfrm>
            <a:off x="2279749" y="2880360"/>
            <a:ext cx="58466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84%</a:t>
            </a:r>
            <a:endParaRPr/>
          </a:p>
        </p:txBody>
      </p:sp>
      <p:sp>
        <p:nvSpPr>
          <p:cNvPr id="47" name="el-1792653967338-30"/>
          <p:cNvSpPr txBox="1"/>
          <p:nvPr/>
        </p:nvSpPr>
        <p:spPr>
          <a:xfrm>
            <a:off x="4518422" y="2800350"/>
            <a:ext cx="900541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>
                <a:solidFill>
                  <a:srgbClr val="E8642C"/>
                </a:solidFill>
                <a:latin typeface="SimHei"/>
                <a:ea typeface="SimHei"/>
                <a:cs typeface="SimHei"/>
              </a:rPr>
              <a:t>↑ 40%</a:t>
            </a:r>
            <a:endParaRPr/>
          </a:p>
        </p:txBody>
      </p:sp>
      <p:sp>
        <p:nvSpPr>
          <p:cNvPr id="48" name="el-1792653967339-32"/>
          <p:cNvSpPr txBox="1"/>
          <p:nvPr/>
        </p:nvSpPr>
        <p:spPr>
          <a:xfrm>
            <a:off x="4625578" y="3026093"/>
            <a:ext cx="547211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2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理解力增强</a:t>
            </a:r>
            <a:endParaRPr/>
          </a:p>
        </p:txBody>
      </p:sp>
      <p:sp>
        <p:nvSpPr>
          <p:cNvPr id="49" name="el-1792653967331-23"/>
          <p:cNvSpPr txBox="1"/>
          <p:nvPr/>
        </p:nvSpPr>
        <p:spPr>
          <a:xfrm>
            <a:off x="578644" y="3521869"/>
            <a:ext cx="1018699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学习兴趣评分</a:t>
            </a:r>
            <a:endParaRPr/>
          </a:p>
        </p:txBody>
      </p:sp>
      <p:sp>
        <p:nvSpPr>
          <p:cNvPr id="50" name="el-1792653967349-45"/>
          <p:cNvSpPr txBox="1"/>
          <p:nvPr/>
        </p:nvSpPr>
        <p:spPr>
          <a:xfrm>
            <a:off x="1635919" y="3526155"/>
            <a:ext cx="53579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3/10</a:t>
            </a:r>
            <a:endParaRPr/>
          </a:p>
        </p:txBody>
      </p:sp>
      <p:sp>
        <p:nvSpPr>
          <p:cNvPr id="51" name="el-1792653967349-46"/>
          <p:cNvSpPr txBox="1"/>
          <p:nvPr/>
        </p:nvSpPr>
        <p:spPr>
          <a:xfrm>
            <a:off x="2295733" y="3526155"/>
            <a:ext cx="64617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8/10</a:t>
            </a:r>
            <a:endParaRPr/>
          </a:p>
        </p:txBody>
      </p:sp>
      <p:sp>
        <p:nvSpPr>
          <p:cNvPr id="52" name="el-1792653967339-33"/>
          <p:cNvSpPr txBox="1"/>
          <p:nvPr/>
        </p:nvSpPr>
        <p:spPr>
          <a:xfrm>
            <a:off x="4357688" y="3446145"/>
            <a:ext cx="1061275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>
                <a:solidFill>
                  <a:srgbClr val="E8642C"/>
                </a:solidFill>
                <a:latin typeface="SimHei"/>
                <a:ea typeface="SimHei"/>
                <a:cs typeface="SimHei"/>
              </a:rPr>
              <a:t>↑ 2.7倍</a:t>
            </a:r>
            <a:endParaRPr/>
          </a:p>
        </p:txBody>
      </p:sp>
      <p:sp>
        <p:nvSpPr>
          <p:cNvPr id="53" name="el-1792653967340-35"/>
          <p:cNvSpPr txBox="1"/>
          <p:nvPr/>
        </p:nvSpPr>
        <p:spPr>
          <a:xfrm>
            <a:off x="4625578" y="3671888"/>
            <a:ext cx="547211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2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能动性提升</a:t>
            </a:r>
            <a:endParaRPr/>
          </a:p>
        </p:txBody>
      </p:sp>
      <p:sp>
        <p:nvSpPr>
          <p:cNvPr id="54" name="el-1792653967320-10"/>
          <p:cNvSpPr txBox="1"/>
          <p:nvPr/>
        </p:nvSpPr>
        <p:spPr>
          <a:xfrm>
            <a:off x="600075" y="4907042"/>
            <a:ext cx="165761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教研成果 · 量化成效</a:t>
            </a:r>
            <a:endParaRPr/>
          </a:p>
        </p:txBody>
      </p:sp>
      <p:sp>
        <p:nvSpPr>
          <p:cNvPr id="55" name="el-1792653967306-6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 / 12</a:t>
            </a:r>
            <a:endParaRPr/>
          </a:p>
        </p:txBody>
      </p:sp>
      <p:graphicFrame>
        <p:nvGraphicFramePr>
          <p:cNvPr id="56" name="Chart el-1792653967318-8"/>
          <p:cNvGraphicFramePr>
            <a:graphicFrameLocks noGrp="1"/>
          </p:cNvGraphicFramePr>
          <p:nvPr/>
        </p:nvGraphicFramePr>
        <p:xfrm>
          <a:off x="5536406" y="1393031"/>
          <a:ext cx="3128963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7009-1"/>
          <p:cNvSpPr/>
          <p:nvPr/>
        </p:nvSpPr>
        <p:spPr>
          <a:xfrm>
            <a:off x="0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25000"/>
                </a:lnTo>
                <a:cubicBezTo>
                  <a:pt x="100000" y="66421"/>
                  <a:pt x="66421" y="100000"/>
                  <a:pt x="25000" y="100000"/>
                </a:cubicBez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E8642C">
                  <a:alpha val="12000"/>
                </a:srgbClr>
              </a:gs>
              <a:gs pos="72000">
                <a:srgbClr val="E8642C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el-1792653967010-2"/>
          <p:cNvSpPr/>
          <p:nvPr/>
        </p:nvSpPr>
        <p:spPr>
          <a:xfrm>
            <a:off x="8429625" y="4429125"/>
            <a:ext cx="714375" cy="7143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60000"/>
                </a:lnTo>
                <a:cubicBezTo>
                  <a:pt x="0" y="26863"/>
                  <a:pt x="26863" y="0"/>
                  <a:pt x="60000" y="0"/>
                </a:cubicBezTo>
                <a:close/>
              </a:path>
            </a:pathLst>
          </a:custGeom>
          <a:gradFill rotWithShape="1">
            <a:gsLst>
              <a:gs pos="0">
                <a:srgbClr val="2563EB">
                  <a:alpha val="8000"/>
                </a:srgbClr>
              </a:gs>
              <a:gs pos="72000">
                <a:srgbClr val="2563EB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" name="el-1792653967206-4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5" name="el-1792653967011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2653967037-12"/>
          <p:cNvSpPr/>
          <p:nvPr/>
        </p:nvSpPr>
        <p:spPr>
          <a:xfrm>
            <a:off x="400050" y="117872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7162-40"/>
          <p:cNvSpPr/>
          <p:nvPr/>
        </p:nvSpPr>
        <p:spPr>
          <a:xfrm>
            <a:off x="455414" y="189309"/>
            <a:ext cx="160734" cy="1285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4824" y="12071"/>
                </a:moveTo>
                <a:lnTo>
                  <a:pt x="24824" y="12071"/>
                </a:lnTo>
                <a:cubicBezTo>
                  <a:pt x="24941" y="8690"/>
                  <a:pt x="25922" y="5857"/>
                  <a:pt x="27765" y="3571"/>
                </a:cubicBezTo>
                <a:lnTo>
                  <a:pt x="27765" y="3571"/>
                </a:lnTo>
                <a:lnTo>
                  <a:pt x="27765" y="3571"/>
                </a:lnTo>
                <a:cubicBezTo>
                  <a:pt x="29608" y="1333"/>
                  <a:pt x="31941" y="143"/>
                  <a:pt x="34765" y="0"/>
                </a:cubicBezTo>
                <a:lnTo>
                  <a:pt x="34765" y="0"/>
                </a:lnTo>
                <a:lnTo>
                  <a:pt x="89353" y="0"/>
                </a:lnTo>
                <a:cubicBezTo>
                  <a:pt x="92137" y="143"/>
                  <a:pt x="94451" y="1333"/>
                  <a:pt x="96294" y="3571"/>
                </a:cubicBezTo>
                <a:lnTo>
                  <a:pt x="96294" y="3571"/>
                </a:lnTo>
                <a:cubicBezTo>
                  <a:pt x="98176" y="5857"/>
                  <a:pt x="99176" y="8690"/>
                  <a:pt x="99294" y="12071"/>
                </a:cubicBezTo>
                <a:lnTo>
                  <a:pt x="99294" y="12071"/>
                </a:lnTo>
                <a:lnTo>
                  <a:pt x="99294" y="66286"/>
                </a:lnTo>
                <a:cubicBezTo>
                  <a:pt x="99176" y="69667"/>
                  <a:pt x="98176" y="72500"/>
                  <a:pt x="96294" y="74786"/>
                </a:cubicBezTo>
                <a:lnTo>
                  <a:pt x="96294" y="74786"/>
                </a:lnTo>
                <a:cubicBezTo>
                  <a:pt x="94451" y="77024"/>
                  <a:pt x="92137" y="78214"/>
                  <a:pt x="89353" y="78357"/>
                </a:cubicBezTo>
                <a:lnTo>
                  <a:pt x="89353" y="78357"/>
                </a:lnTo>
                <a:lnTo>
                  <a:pt x="52294" y="78357"/>
                </a:lnTo>
                <a:cubicBezTo>
                  <a:pt x="50412" y="73452"/>
                  <a:pt x="47667" y="69429"/>
                  <a:pt x="44059" y="66286"/>
                </a:cubicBezTo>
                <a:lnTo>
                  <a:pt x="44059" y="66286"/>
                </a:lnTo>
                <a:lnTo>
                  <a:pt x="59588" y="66286"/>
                </a:lnTo>
                <a:lnTo>
                  <a:pt x="59588" y="60286"/>
                </a:lnTo>
                <a:cubicBezTo>
                  <a:pt x="59588" y="58524"/>
                  <a:pt x="60039" y="57071"/>
                  <a:pt x="60941" y="55929"/>
                </a:cubicBezTo>
                <a:lnTo>
                  <a:pt x="60941" y="55929"/>
                </a:lnTo>
                <a:cubicBezTo>
                  <a:pt x="61882" y="54786"/>
                  <a:pt x="63078" y="54214"/>
                  <a:pt x="64529" y="54214"/>
                </a:cubicBezTo>
                <a:lnTo>
                  <a:pt x="64529" y="54214"/>
                </a:lnTo>
                <a:lnTo>
                  <a:pt x="74471" y="54214"/>
                </a:lnTo>
                <a:cubicBezTo>
                  <a:pt x="75922" y="54214"/>
                  <a:pt x="77098" y="54786"/>
                  <a:pt x="78000" y="55929"/>
                </a:cubicBezTo>
                <a:lnTo>
                  <a:pt x="78000" y="55929"/>
                </a:lnTo>
                <a:cubicBezTo>
                  <a:pt x="78941" y="57071"/>
                  <a:pt x="79412" y="58524"/>
                  <a:pt x="79412" y="60286"/>
                </a:cubicBezTo>
                <a:lnTo>
                  <a:pt x="79412" y="60286"/>
                </a:lnTo>
                <a:lnTo>
                  <a:pt x="79412" y="66286"/>
                </a:lnTo>
                <a:lnTo>
                  <a:pt x="89353" y="66286"/>
                </a:lnTo>
                <a:lnTo>
                  <a:pt x="89353" y="12071"/>
                </a:lnTo>
                <a:lnTo>
                  <a:pt x="34765" y="12071"/>
                </a:lnTo>
                <a:lnTo>
                  <a:pt x="34765" y="21286"/>
                </a:lnTo>
                <a:cubicBezTo>
                  <a:pt x="31745" y="19143"/>
                  <a:pt x="28431" y="18071"/>
                  <a:pt x="24824" y="18071"/>
                </a:cubicBezTo>
                <a:lnTo>
                  <a:pt x="24824" y="18071"/>
                </a:lnTo>
                <a:lnTo>
                  <a:pt x="24824" y="12071"/>
                </a:lnTo>
                <a:moveTo>
                  <a:pt x="24824" y="24143"/>
                </a:moveTo>
                <a:lnTo>
                  <a:pt x="24824" y="24143"/>
                </a:lnTo>
                <a:cubicBezTo>
                  <a:pt x="27490" y="24143"/>
                  <a:pt x="29961" y="24952"/>
                  <a:pt x="32235" y="26571"/>
                </a:cubicBezTo>
                <a:lnTo>
                  <a:pt x="32235" y="26571"/>
                </a:lnTo>
                <a:lnTo>
                  <a:pt x="32235" y="26571"/>
                </a:lnTo>
                <a:cubicBezTo>
                  <a:pt x="34510" y="28190"/>
                  <a:pt x="36333" y="30381"/>
                  <a:pt x="37706" y="33143"/>
                </a:cubicBezTo>
                <a:lnTo>
                  <a:pt x="37706" y="33143"/>
                </a:lnTo>
                <a:cubicBezTo>
                  <a:pt x="39039" y="36048"/>
                  <a:pt x="39706" y="39071"/>
                  <a:pt x="39706" y="42214"/>
                </a:cubicBezTo>
                <a:lnTo>
                  <a:pt x="39706" y="42214"/>
                </a:lnTo>
                <a:cubicBezTo>
                  <a:pt x="39706" y="45357"/>
                  <a:pt x="39039" y="48357"/>
                  <a:pt x="37706" y="51214"/>
                </a:cubicBezTo>
                <a:lnTo>
                  <a:pt x="37706" y="51214"/>
                </a:lnTo>
                <a:cubicBezTo>
                  <a:pt x="36333" y="53976"/>
                  <a:pt x="34510" y="56167"/>
                  <a:pt x="32235" y="57786"/>
                </a:cubicBezTo>
                <a:lnTo>
                  <a:pt x="32235" y="57786"/>
                </a:lnTo>
                <a:cubicBezTo>
                  <a:pt x="29961" y="59452"/>
                  <a:pt x="27490" y="60286"/>
                  <a:pt x="24824" y="60286"/>
                </a:cubicBezTo>
                <a:lnTo>
                  <a:pt x="24824" y="60286"/>
                </a:lnTo>
                <a:cubicBezTo>
                  <a:pt x="22118" y="60286"/>
                  <a:pt x="19627" y="59452"/>
                  <a:pt x="17353" y="57786"/>
                </a:cubicBezTo>
                <a:lnTo>
                  <a:pt x="17353" y="57786"/>
                </a:lnTo>
                <a:cubicBezTo>
                  <a:pt x="15078" y="56167"/>
                  <a:pt x="13275" y="53976"/>
                  <a:pt x="11941" y="51214"/>
                </a:cubicBezTo>
                <a:lnTo>
                  <a:pt x="11941" y="51214"/>
                </a:lnTo>
                <a:cubicBezTo>
                  <a:pt x="10608" y="48357"/>
                  <a:pt x="9941" y="45357"/>
                  <a:pt x="9941" y="42214"/>
                </a:cubicBezTo>
                <a:lnTo>
                  <a:pt x="9941" y="42214"/>
                </a:lnTo>
                <a:cubicBezTo>
                  <a:pt x="9941" y="39071"/>
                  <a:pt x="10608" y="36048"/>
                  <a:pt x="11941" y="33143"/>
                </a:cubicBezTo>
                <a:lnTo>
                  <a:pt x="11941" y="33143"/>
                </a:lnTo>
                <a:cubicBezTo>
                  <a:pt x="13275" y="30381"/>
                  <a:pt x="15078" y="28190"/>
                  <a:pt x="17353" y="26571"/>
                </a:cubicBezTo>
                <a:lnTo>
                  <a:pt x="17353" y="26571"/>
                </a:lnTo>
                <a:cubicBezTo>
                  <a:pt x="19627" y="24952"/>
                  <a:pt x="22118" y="24143"/>
                  <a:pt x="24824" y="24143"/>
                </a:cubicBezTo>
                <a:lnTo>
                  <a:pt x="24824" y="24143"/>
                </a:lnTo>
                <a:moveTo>
                  <a:pt x="20647" y="66286"/>
                </a:moveTo>
                <a:lnTo>
                  <a:pt x="20647" y="66286"/>
                </a:lnTo>
                <a:lnTo>
                  <a:pt x="29000" y="66286"/>
                </a:lnTo>
                <a:cubicBezTo>
                  <a:pt x="34804" y="66429"/>
                  <a:pt x="39667" y="68881"/>
                  <a:pt x="43588" y="73643"/>
                </a:cubicBezTo>
                <a:lnTo>
                  <a:pt x="43588" y="73643"/>
                </a:lnTo>
                <a:cubicBezTo>
                  <a:pt x="47510" y="78405"/>
                  <a:pt x="49529" y="84310"/>
                  <a:pt x="49647" y="91357"/>
                </a:cubicBezTo>
                <a:lnTo>
                  <a:pt x="49647" y="91357"/>
                </a:lnTo>
                <a:cubicBezTo>
                  <a:pt x="49412" y="94500"/>
                  <a:pt x="48020" y="96190"/>
                  <a:pt x="45471" y="96429"/>
                </a:cubicBezTo>
                <a:lnTo>
                  <a:pt x="45471" y="96429"/>
                </a:lnTo>
                <a:lnTo>
                  <a:pt x="4176" y="96429"/>
                </a:lnTo>
                <a:cubicBezTo>
                  <a:pt x="1588" y="96190"/>
                  <a:pt x="196" y="94500"/>
                  <a:pt x="0" y="91357"/>
                </a:cubicBezTo>
                <a:lnTo>
                  <a:pt x="0" y="91357"/>
                </a:lnTo>
                <a:cubicBezTo>
                  <a:pt x="118" y="84310"/>
                  <a:pt x="2137" y="78405"/>
                  <a:pt x="6059" y="73643"/>
                </a:cubicBezTo>
                <a:lnTo>
                  <a:pt x="6059" y="73643"/>
                </a:lnTo>
                <a:cubicBezTo>
                  <a:pt x="9980" y="68881"/>
                  <a:pt x="14843" y="66429"/>
                  <a:pt x="20647" y="66286"/>
                </a:cubicBezTo>
                <a:lnTo>
                  <a:pt x="20647" y="66286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2653967015-6"/>
          <p:cNvSpPr/>
          <p:nvPr/>
        </p:nvSpPr>
        <p:spPr>
          <a:xfrm>
            <a:off x="7958138" y="149304"/>
            <a:ext cx="785813" cy="20859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7144" algn="in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-1792653967109-36"/>
          <p:cNvSpPr/>
          <p:nvPr/>
        </p:nvSpPr>
        <p:spPr>
          <a:xfrm>
            <a:off x="8079581" y="207883"/>
            <a:ext cx="10001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7727" y="95455"/>
                </a:moveTo>
                <a:lnTo>
                  <a:pt x="47727" y="95455"/>
                </a:lnTo>
                <a:cubicBezTo>
                  <a:pt x="56455" y="95333"/>
                  <a:pt x="64424" y="93212"/>
                  <a:pt x="71636" y="89091"/>
                </a:cubicBezTo>
                <a:lnTo>
                  <a:pt x="71636" y="89091"/>
                </a:lnTo>
                <a:lnTo>
                  <a:pt x="71636" y="89091"/>
                </a:lnTo>
                <a:cubicBezTo>
                  <a:pt x="78788" y="84909"/>
                  <a:pt x="84606" y="79091"/>
                  <a:pt x="89091" y="71636"/>
                </a:cubicBezTo>
                <a:lnTo>
                  <a:pt x="89091" y="71636"/>
                </a:lnTo>
                <a:cubicBezTo>
                  <a:pt x="93333" y="64000"/>
                  <a:pt x="95455" y="56030"/>
                  <a:pt x="95455" y="47727"/>
                </a:cubicBezTo>
                <a:lnTo>
                  <a:pt x="95455" y="47727"/>
                </a:lnTo>
                <a:cubicBezTo>
                  <a:pt x="95455" y="39424"/>
                  <a:pt x="93333" y="31485"/>
                  <a:pt x="89091" y="23909"/>
                </a:cubicBezTo>
                <a:lnTo>
                  <a:pt x="89091" y="23909"/>
                </a:lnTo>
                <a:cubicBezTo>
                  <a:pt x="84606" y="16394"/>
                  <a:pt x="78788" y="10545"/>
                  <a:pt x="71636" y="6364"/>
                </a:cubicBezTo>
                <a:lnTo>
                  <a:pt x="71636" y="6364"/>
                </a:lnTo>
                <a:cubicBezTo>
                  <a:pt x="64424" y="2242"/>
                  <a:pt x="56455" y="121"/>
                  <a:pt x="47727" y="0"/>
                </a:cubicBezTo>
                <a:lnTo>
                  <a:pt x="47727" y="0"/>
                </a:lnTo>
                <a:cubicBezTo>
                  <a:pt x="39000" y="121"/>
                  <a:pt x="31061" y="2242"/>
                  <a:pt x="23909" y="6364"/>
                </a:cubicBezTo>
                <a:lnTo>
                  <a:pt x="23909" y="6364"/>
                </a:lnTo>
                <a:cubicBezTo>
                  <a:pt x="16697" y="10545"/>
                  <a:pt x="10848" y="16394"/>
                  <a:pt x="6364" y="23909"/>
                </a:cubicBezTo>
                <a:lnTo>
                  <a:pt x="6364" y="23909"/>
                </a:lnTo>
                <a:cubicBezTo>
                  <a:pt x="2121" y="31485"/>
                  <a:pt x="0" y="39424"/>
                  <a:pt x="0" y="47727"/>
                </a:cubicBezTo>
                <a:lnTo>
                  <a:pt x="0" y="47727"/>
                </a:lnTo>
                <a:cubicBezTo>
                  <a:pt x="0" y="56030"/>
                  <a:pt x="2121" y="64000"/>
                  <a:pt x="6364" y="71636"/>
                </a:cubicBezTo>
                <a:lnTo>
                  <a:pt x="6364" y="71636"/>
                </a:lnTo>
                <a:cubicBezTo>
                  <a:pt x="10848" y="79091"/>
                  <a:pt x="16697" y="84909"/>
                  <a:pt x="23909" y="89091"/>
                </a:cubicBezTo>
                <a:lnTo>
                  <a:pt x="23909" y="89091"/>
                </a:lnTo>
                <a:cubicBezTo>
                  <a:pt x="31061" y="93212"/>
                  <a:pt x="39000" y="95333"/>
                  <a:pt x="47727" y="95455"/>
                </a:cubicBezTo>
                <a:lnTo>
                  <a:pt x="47727" y="95455"/>
                </a:lnTo>
                <a:moveTo>
                  <a:pt x="68818" y="39000"/>
                </a:moveTo>
                <a:lnTo>
                  <a:pt x="68818" y="39000"/>
                </a:lnTo>
                <a:lnTo>
                  <a:pt x="44909" y="62818"/>
                </a:lnTo>
                <a:cubicBezTo>
                  <a:pt x="42788" y="64576"/>
                  <a:pt x="40697" y="64576"/>
                  <a:pt x="38636" y="62818"/>
                </a:cubicBezTo>
                <a:lnTo>
                  <a:pt x="38636" y="62818"/>
                </a:lnTo>
                <a:lnTo>
                  <a:pt x="26636" y="50909"/>
                </a:lnTo>
                <a:cubicBezTo>
                  <a:pt x="24939" y="48788"/>
                  <a:pt x="24939" y="46667"/>
                  <a:pt x="26636" y="44545"/>
                </a:cubicBezTo>
                <a:lnTo>
                  <a:pt x="26636" y="44545"/>
                </a:lnTo>
                <a:cubicBezTo>
                  <a:pt x="28758" y="42788"/>
                  <a:pt x="30879" y="42788"/>
                  <a:pt x="33000" y="44545"/>
                </a:cubicBezTo>
                <a:lnTo>
                  <a:pt x="33000" y="44545"/>
                </a:lnTo>
                <a:lnTo>
                  <a:pt x="41727" y="53364"/>
                </a:lnTo>
                <a:lnTo>
                  <a:pt x="62455" y="32636"/>
                </a:lnTo>
                <a:cubicBezTo>
                  <a:pt x="64576" y="30879"/>
                  <a:pt x="66697" y="30879"/>
                  <a:pt x="68818" y="32636"/>
                </a:cubicBezTo>
                <a:lnTo>
                  <a:pt x="68818" y="32636"/>
                </a:lnTo>
                <a:cubicBezTo>
                  <a:pt x="70515" y="34758"/>
                  <a:pt x="70515" y="36879"/>
                  <a:pt x="68818" y="39000"/>
                </a:cubicBezTo>
                <a:lnTo>
                  <a:pt x="68818" y="39000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2653967020-8"/>
          <p:cNvSpPr/>
          <p:nvPr/>
        </p:nvSpPr>
        <p:spPr>
          <a:xfrm>
            <a:off x="400050" y="1431608"/>
            <a:ext cx="8343900" cy="328613"/>
          </a:xfrm>
          <a:prstGeom prst="roundRect">
            <a:avLst>
              <a:gd name="adj" fmla="val 28986"/>
            </a:avLst>
          </a:pr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l-1792653967159-38"/>
          <p:cNvSpPr/>
          <p:nvPr/>
        </p:nvSpPr>
        <p:spPr>
          <a:xfrm>
            <a:off x="2607022" y="1551265"/>
            <a:ext cx="125016" cy="892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39111"/>
                </a:moveTo>
                <a:lnTo>
                  <a:pt x="0" y="39111"/>
                </a:lnTo>
                <a:cubicBezTo>
                  <a:pt x="154" y="28000"/>
                  <a:pt x="2795" y="18778"/>
                  <a:pt x="7923" y="11444"/>
                </a:cubicBezTo>
                <a:lnTo>
                  <a:pt x="7923" y="11444"/>
                </a:lnTo>
                <a:lnTo>
                  <a:pt x="7923" y="11444"/>
                </a:lnTo>
                <a:cubicBezTo>
                  <a:pt x="13000" y="4037"/>
                  <a:pt x="19385" y="222"/>
                  <a:pt x="27077" y="0"/>
                </a:cubicBezTo>
                <a:lnTo>
                  <a:pt x="27077" y="0"/>
                </a:lnTo>
                <a:lnTo>
                  <a:pt x="28846" y="0"/>
                </a:lnTo>
                <a:cubicBezTo>
                  <a:pt x="30949" y="0"/>
                  <a:pt x="32667" y="963"/>
                  <a:pt x="34000" y="2889"/>
                </a:cubicBezTo>
                <a:lnTo>
                  <a:pt x="34000" y="2889"/>
                </a:lnTo>
                <a:cubicBezTo>
                  <a:pt x="35385" y="4889"/>
                  <a:pt x="36077" y="7407"/>
                  <a:pt x="36077" y="10444"/>
                </a:cubicBezTo>
                <a:lnTo>
                  <a:pt x="36077" y="10444"/>
                </a:lnTo>
                <a:cubicBezTo>
                  <a:pt x="36077" y="13481"/>
                  <a:pt x="35385" y="15963"/>
                  <a:pt x="34000" y="17889"/>
                </a:cubicBezTo>
                <a:lnTo>
                  <a:pt x="34000" y="17889"/>
                </a:lnTo>
                <a:cubicBezTo>
                  <a:pt x="32667" y="19889"/>
                  <a:pt x="30949" y="20889"/>
                  <a:pt x="28846" y="20889"/>
                </a:cubicBezTo>
                <a:lnTo>
                  <a:pt x="28846" y="20889"/>
                </a:lnTo>
                <a:lnTo>
                  <a:pt x="27077" y="20889"/>
                </a:lnTo>
                <a:cubicBezTo>
                  <a:pt x="23436" y="21037"/>
                  <a:pt x="20410" y="22741"/>
                  <a:pt x="18000" y="26000"/>
                </a:cubicBezTo>
                <a:lnTo>
                  <a:pt x="18000" y="26000"/>
                </a:lnTo>
                <a:cubicBezTo>
                  <a:pt x="15744" y="29481"/>
                  <a:pt x="14564" y="33852"/>
                  <a:pt x="14462" y="39111"/>
                </a:cubicBezTo>
                <a:lnTo>
                  <a:pt x="14462" y="39111"/>
                </a:lnTo>
                <a:lnTo>
                  <a:pt x="14462" y="41667"/>
                </a:lnTo>
                <a:lnTo>
                  <a:pt x="28846" y="41667"/>
                </a:lnTo>
                <a:cubicBezTo>
                  <a:pt x="32897" y="41889"/>
                  <a:pt x="36282" y="43963"/>
                  <a:pt x="39000" y="47889"/>
                </a:cubicBezTo>
                <a:lnTo>
                  <a:pt x="39000" y="47889"/>
                </a:lnTo>
                <a:cubicBezTo>
                  <a:pt x="41718" y="51741"/>
                  <a:pt x="43154" y="56630"/>
                  <a:pt x="43308" y="62556"/>
                </a:cubicBezTo>
                <a:lnTo>
                  <a:pt x="43308" y="62556"/>
                </a:lnTo>
                <a:lnTo>
                  <a:pt x="43308" y="83333"/>
                </a:lnTo>
                <a:cubicBezTo>
                  <a:pt x="43154" y="89185"/>
                  <a:pt x="41718" y="94074"/>
                  <a:pt x="39000" y="98000"/>
                </a:cubicBezTo>
                <a:lnTo>
                  <a:pt x="39000" y="98000"/>
                </a:lnTo>
                <a:cubicBezTo>
                  <a:pt x="36282" y="101926"/>
                  <a:pt x="32897" y="104000"/>
                  <a:pt x="28846" y="104222"/>
                </a:cubicBezTo>
                <a:lnTo>
                  <a:pt x="28846" y="104222"/>
                </a:lnTo>
                <a:lnTo>
                  <a:pt x="14462" y="104222"/>
                </a:lnTo>
                <a:cubicBezTo>
                  <a:pt x="10359" y="104000"/>
                  <a:pt x="6974" y="101926"/>
                  <a:pt x="4308" y="98000"/>
                </a:cubicBezTo>
                <a:lnTo>
                  <a:pt x="4308" y="98000"/>
                </a:lnTo>
                <a:cubicBezTo>
                  <a:pt x="1590" y="94074"/>
                  <a:pt x="154" y="89185"/>
                  <a:pt x="0" y="83333"/>
                </a:cubicBezTo>
                <a:lnTo>
                  <a:pt x="0" y="83333"/>
                </a:lnTo>
                <a:lnTo>
                  <a:pt x="0" y="72889"/>
                </a:lnTo>
                <a:lnTo>
                  <a:pt x="0" y="62556"/>
                </a:lnTo>
                <a:lnTo>
                  <a:pt x="0" y="39111"/>
                </a:lnTo>
                <a:moveTo>
                  <a:pt x="57692" y="39111"/>
                </a:moveTo>
                <a:lnTo>
                  <a:pt x="57692" y="39111"/>
                </a:lnTo>
                <a:cubicBezTo>
                  <a:pt x="57846" y="28000"/>
                  <a:pt x="60487" y="18778"/>
                  <a:pt x="65615" y="11444"/>
                </a:cubicBezTo>
                <a:lnTo>
                  <a:pt x="65615" y="11444"/>
                </a:lnTo>
                <a:lnTo>
                  <a:pt x="65615" y="11444"/>
                </a:lnTo>
                <a:cubicBezTo>
                  <a:pt x="70692" y="4037"/>
                  <a:pt x="77077" y="222"/>
                  <a:pt x="84769" y="0"/>
                </a:cubicBezTo>
                <a:lnTo>
                  <a:pt x="84769" y="0"/>
                </a:lnTo>
                <a:lnTo>
                  <a:pt x="86538" y="0"/>
                </a:lnTo>
                <a:cubicBezTo>
                  <a:pt x="88641" y="0"/>
                  <a:pt x="90359" y="963"/>
                  <a:pt x="91692" y="2889"/>
                </a:cubicBezTo>
                <a:lnTo>
                  <a:pt x="91692" y="2889"/>
                </a:lnTo>
                <a:cubicBezTo>
                  <a:pt x="93077" y="4889"/>
                  <a:pt x="93769" y="7407"/>
                  <a:pt x="93769" y="10444"/>
                </a:cubicBezTo>
                <a:lnTo>
                  <a:pt x="93769" y="10444"/>
                </a:lnTo>
                <a:cubicBezTo>
                  <a:pt x="93769" y="13481"/>
                  <a:pt x="93077" y="15963"/>
                  <a:pt x="91692" y="17889"/>
                </a:cubicBezTo>
                <a:lnTo>
                  <a:pt x="91692" y="17889"/>
                </a:lnTo>
                <a:cubicBezTo>
                  <a:pt x="90359" y="19889"/>
                  <a:pt x="88641" y="20889"/>
                  <a:pt x="86538" y="20889"/>
                </a:cubicBezTo>
                <a:lnTo>
                  <a:pt x="86538" y="20889"/>
                </a:lnTo>
                <a:lnTo>
                  <a:pt x="84769" y="20889"/>
                </a:lnTo>
                <a:cubicBezTo>
                  <a:pt x="81128" y="21037"/>
                  <a:pt x="78103" y="22741"/>
                  <a:pt x="75692" y="26000"/>
                </a:cubicBezTo>
                <a:lnTo>
                  <a:pt x="75692" y="26000"/>
                </a:lnTo>
                <a:cubicBezTo>
                  <a:pt x="73436" y="29481"/>
                  <a:pt x="72256" y="33852"/>
                  <a:pt x="72154" y="39111"/>
                </a:cubicBezTo>
                <a:lnTo>
                  <a:pt x="72154" y="39111"/>
                </a:lnTo>
                <a:lnTo>
                  <a:pt x="72154" y="41667"/>
                </a:lnTo>
                <a:lnTo>
                  <a:pt x="86538" y="41667"/>
                </a:lnTo>
                <a:cubicBezTo>
                  <a:pt x="90590" y="41889"/>
                  <a:pt x="93974" y="43963"/>
                  <a:pt x="96692" y="47889"/>
                </a:cubicBezTo>
                <a:lnTo>
                  <a:pt x="96692" y="47889"/>
                </a:lnTo>
                <a:cubicBezTo>
                  <a:pt x="99410" y="51741"/>
                  <a:pt x="100846" y="56630"/>
                  <a:pt x="101000" y="62556"/>
                </a:cubicBezTo>
                <a:lnTo>
                  <a:pt x="101000" y="62556"/>
                </a:lnTo>
                <a:lnTo>
                  <a:pt x="101000" y="83333"/>
                </a:lnTo>
                <a:cubicBezTo>
                  <a:pt x="100846" y="89185"/>
                  <a:pt x="99410" y="94074"/>
                  <a:pt x="96692" y="98000"/>
                </a:cubicBezTo>
                <a:lnTo>
                  <a:pt x="96692" y="98000"/>
                </a:lnTo>
                <a:cubicBezTo>
                  <a:pt x="93974" y="101926"/>
                  <a:pt x="90590" y="104000"/>
                  <a:pt x="86538" y="104222"/>
                </a:cubicBezTo>
                <a:lnTo>
                  <a:pt x="86538" y="104222"/>
                </a:lnTo>
                <a:lnTo>
                  <a:pt x="72154" y="104222"/>
                </a:lnTo>
                <a:cubicBezTo>
                  <a:pt x="68051" y="104000"/>
                  <a:pt x="64667" y="101926"/>
                  <a:pt x="62000" y="98000"/>
                </a:cubicBezTo>
                <a:lnTo>
                  <a:pt x="62000" y="98000"/>
                </a:lnTo>
                <a:cubicBezTo>
                  <a:pt x="59282" y="94074"/>
                  <a:pt x="57846" y="89185"/>
                  <a:pt x="57692" y="83333"/>
                </a:cubicBezTo>
                <a:lnTo>
                  <a:pt x="57692" y="83333"/>
                </a:lnTo>
                <a:lnTo>
                  <a:pt x="57692" y="72889"/>
                </a:lnTo>
                <a:lnTo>
                  <a:pt x="57692" y="62556"/>
                </a:lnTo>
                <a:lnTo>
                  <a:pt x="57692" y="39111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2653967161-39"/>
          <p:cNvSpPr/>
          <p:nvPr/>
        </p:nvSpPr>
        <p:spPr>
          <a:xfrm>
            <a:off x="6411962" y="1551265"/>
            <a:ext cx="125016" cy="892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1000" y="65111"/>
                </a:moveTo>
                <a:lnTo>
                  <a:pt x="101000" y="65111"/>
                </a:lnTo>
                <a:cubicBezTo>
                  <a:pt x="100846" y="76148"/>
                  <a:pt x="98205" y="85370"/>
                  <a:pt x="93077" y="92778"/>
                </a:cubicBezTo>
                <a:lnTo>
                  <a:pt x="93077" y="92778"/>
                </a:lnTo>
                <a:lnTo>
                  <a:pt x="93077" y="92778"/>
                </a:lnTo>
                <a:cubicBezTo>
                  <a:pt x="87949" y="100185"/>
                  <a:pt x="81564" y="104000"/>
                  <a:pt x="73923" y="104222"/>
                </a:cubicBezTo>
                <a:lnTo>
                  <a:pt x="73923" y="104222"/>
                </a:lnTo>
                <a:lnTo>
                  <a:pt x="72154" y="104222"/>
                </a:lnTo>
                <a:cubicBezTo>
                  <a:pt x="70000" y="104222"/>
                  <a:pt x="68256" y="103222"/>
                  <a:pt x="66923" y="101222"/>
                </a:cubicBezTo>
                <a:lnTo>
                  <a:pt x="66923" y="101222"/>
                </a:lnTo>
                <a:cubicBezTo>
                  <a:pt x="65590" y="99296"/>
                  <a:pt x="64923" y="96815"/>
                  <a:pt x="64923" y="93778"/>
                </a:cubicBezTo>
                <a:lnTo>
                  <a:pt x="64923" y="93778"/>
                </a:lnTo>
                <a:cubicBezTo>
                  <a:pt x="64923" y="90741"/>
                  <a:pt x="65590" y="88222"/>
                  <a:pt x="66923" y="86222"/>
                </a:cubicBezTo>
                <a:lnTo>
                  <a:pt x="66923" y="86222"/>
                </a:lnTo>
                <a:cubicBezTo>
                  <a:pt x="68256" y="84296"/>
                  <a:pt x="70000" y="83333"/>
                  <a:pt x="72154" y="83333"/>
                </a:cubicBezTo>
                <a:lnTo>
                  <a:pt x="72154" y="83333"/>
                </a:lnTo>
                <a:lnTo>
                  <a:pt x="73923" y="83333"/>
                </a:lnTo>
                <a:cubicBezTo>
                  <a:pt x="77513" y="83111"/>
                  <a:pt x="80513" y="81370"/>
                  <a:pt x="82923" y="78111"/>
                </a:cubicBezTo>
                <a:lnTo>
                  <a:pt x="82923" y="78111"/>
                </a:lnTo>
                <a:cubicBezTo>
                  <a:pt x="85179" y="74630"/>
                  <a:pt x="86385" y="70296"/>
                  <a:pt x="86538" y="65111"/>
                </a:cubicBezTo>
                <a:lnTo>
                  <a:pt x="86538" y="65111"/>
                </a:lnTo>
                <a:lnTo>
                  <a:pt x="86538" y="62556"/>
                </a:lnTo>
                <a:lnTo>
                  <a:pt x="72154" y="62556"/>
                </a:lnTo>
                <a:cubicBezTo>
                  <a:pt x="68051" y="62333"/>
                  <a:pt x="64667" y="60259"/>
                  <a:pt x="62000" y="56333"/>
                </a:cubicBezTo>
                <a:lnTo>
                  <a:pt x="62000" y="56333"/>
                </a:lnTo>
                <a:cubicBezTo>
                  <a:pt x="59282" y="52407"/>
                  <a:pt x="57846" y="47519"/>
                  <a:pt x="57692" y="41667"/>
                </a:cubicBezTo>
                <a:lnTo>
                  <a:pt x="57692" y="41667"/>
                </a:lnTo>
                <a:lnTo>
                  <a:pt x="57692" y="20889"/>
                </a:lnTo>
                <a:cubicBezTo>
                  <a:pt x="57846" y="14963"/>
                  <a:pt x="59282" y="10074"/>
                  <a:pt x="62000" y="6222"/>
                </a:cubicBezTo>
                <a:lnTo>
                  <a:pt x="62000" y="6222"/>
                </a:lnTo>
                <a:cubicBezTo>
                  <a:pt x="64667" y="2296"/>
                  <a:pt x="68051" y="222"/>
                  <a:pt x="72154" y="0"/>
                </a:cubicBezTo>
                <a:lnTo>
                  <a:pt x="72154" y="0"/>
                </a:lnTo>
                <a:lnTo>
                  <a:pt x="86538" y="0"/>
                </a:lnTo>
                <a:cubicBezTo>
                  <a:pt x="90590" y="222"/>
                  <a:pt x="93974" y="2296"/>
                  <a:pt x="96692" y="6222"/>
                </a:cubicBezTo>
                <a:lnTo>
                  <a:pt x="96692" y="6222"/>
                </a:lnTo>
                <a:cubicBezTo>
                  <a:pt x="99410" y="10074"/>
                  <a:pt x="100846" y="14963"/>
                  <a:pt x="101000" y="20889"/>
                </a:cubicBezTo>
                <a:lnTo>
                  <a:pt x="101000" y="20889"/>
                </a:lnTo>
                <a:lnTo>
                  <a:pt x="101000" y="31222"/>
                </a:lnTo>
                <a:lnTo>
                  <a:pt x="101000" y="41667"/>
                </a:lnTo>
                <a:lnTo>
                  <a:pt x="101000" y="65111"/>
                </a:lnTo>
                <a:moveTo>
                  <a:pt x="43308" y="65111"/>
                </a:moveTo>
                <a:lnTo>
                  <a:pt x="43308" y="65111"/>
                </a:lnTo>
                <a:cubicBezTo>
                  <a:pt x="43154" y="76148"/>
                  <a:pt x="40513" y="85370"/>
                  <a:pt x="35385" y="92778"/>
                </a:cubicBezTo>
                <a:lnTo>
                  <a:pt x="35385" y="92778"/>
                </a:lnTo>
                <a:lnTo>
                  <a:pt x="35385" y="92778"/>
                </a:lnTo>
                <a:cubicBezTo>
                  <a:pt x="30256" y="100185"/>
                  <a:pt x="23872" y="104000"/>
                  <a:pt x="16231" y="104222"/>
                </a:cubicBezTo>
                <a:lnTo>
                  <a:pt x="16231" y="104222"/>
                </a:lnTo>
                <a:lnTo>
                  <a:pt x="14462" y="104222"/>
                </a:lnTo>
                <a:cubicBezTo>
                  <a:pt x="12308" y="104222"/>
                  <a:pt x="10564" y="103222"/>
                  <a:pt x="9231" y="101222"/>
                </a:cubicBezTo>
                <a:lnTo>
                  <a:pt x="9231" y="101222"/>
                </a:lnTo>
                <a:cubicBezTo>
                  <a:pt x="7897" y="99296"/>
                  <a:pt x="7231" y="96815"/>
                  <a:pt x="7231" y="93778"/>
                </a:cubicBezTo>
                <a:lnTo>
                  <a:pt x="7231" y="93778"/>
                </a:lnTo>
                <a:cubicBezTo>
                  <a:pt x="7231" y="90741"/>
                  <a:pt x="7897" y="88222"/>
                  <a:pt x="9231" y="86222"/>
                </a:cubicBezTo>
                <a:lnTo>
                  <a:pt x="9231" y="86222"/>
                </a:lnTo>
                <a:cubicBezTo>
                  <a:pt x="10564" y="84296"/>
                  <a:pt x="12308" y="83333"/>
                  <a:pt x="14462" y="83333"/>
                </a:cubicBezTo>
                <a:lnTo>
                  <a:pt x="14462" y="83333"/>
                </a:lnTo>
                <a:lnTo>
                  <a:pt x="16231" y="83333"/>
                </a:lnTo>
                <a:cubicBezTo>
                  <a:pt x="19821" y="83111"/>
                  <a:pt x="22821" y="81370"/>
                  <a:pt x="25231" y="78111"/>
                </a:cubicBezTo>
                <a:lnTo>
                  <a:pt x="25231" y="78111"/>
                </a:lnTo>
                <a:cubicBezTo>
                  <a:pt x="27487" y="74630"/>
                  <a:pt x="28692" y="70296"/>
                  <a:pt x="28846" y="65111"/>
                </a:cubicBezTo>
                <a:lnTo>
                  <a:pt x="28846" y="65111"/>
                </a:lnTo>
                <a:lnTo>
                  <a:pt x="28846" y="62556"/>
                </a:lnTo>
                <a:lnTo>
                  <a:pt x="14462" y="62556"/>
                </a:lnTo>
                <a:cubicBezTo>
                  <a:pt x="10359" y="62333"/>
                  <a:pt x="6974" y="60259"/>
                  <a:pt x="4308" y="56333"/>
                </a:cubicBezTo>
                <a:lnTo>
                  <a:pt x="4308" y="56333"/>
                </a:lnTo>
                <a:cubicBezTo>
                  <a:pt x="1590" y="52407"/>
                  <a:pt x="154" y="47519"/>
                  <a:pt x="0" y="41667"/>
                </a:cubicBezTo>
                <a:lnTo>
                  <a:pt x="0" y="41667"/>
                </a:lnTo>
                <a:lnTo>
                  <a:pt x="0" y="20889"/>
                </a:lnTo>
                <a:cubicBezTo>
                  <a:pt x="154" y="14963"/>
                  <a:pt x="1590" y="10074"/>
                  <a:pt x="4308" y="6222"/>
                </a:cubicBezTo>
                <a:lnTo>
                  <a:pt x="4308" y="6222"/>
                </a:lnTo>
                <a:cubicBezTo>
                  <a:pt x="6974" y="2296"/>
                  <a:pt x="10359" y="222"/>
                  <a:pt x="14462" y="0"/>
                </a:cubicBezTo>
                <a:lnTo>
                  <a:pt x="14462" y="0"/>
                </a:lnTo>
                <a:lnTo>
                  <a:pt x="28846" y="0"/>
                </a:lnTo>
                <a:cubicBezTo>
                  <a:pt x="32897" y="222"/>
                  <a:pt x="36282" y="2296"/>
                  <a:pt x="39000" y="6222"/>
                </a:cubicBezTo>
                <a:lnTo>
                  <a:pt x="39000" y="6222"/>
                </a:lnTo>
                <a:cubicBezTo>
                  <a:pt x="41718" y="10074"/>
                  <a:pt x="43154" y="14963"/>
                  <a:pt x="43308" y="20889"/>
                </a:cubicBezTo>
                <a:lnTo>
                  <a:pt x="43308" y="20889"/>
                </a:lnTo>
                <a:lnTo>
                  <a:pt x="43308" y="31222"/>
                </a:lnTo>
                <a:lnTo>
                  <a:pt x="43308" y="41667"/>
                </a:lnTo>
                <a:lnTo>
                  <a:pt x="43308" y="65111"/>
                </a:lnTo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3" name="el-1792653967011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92653967119-37"/>
          <p:cNvSpPr/>
          <p:nvPr/>
        </p:nvSpPr>
        <p:spPr>
          <a:xfrm>
            <a:off x="400050" y="491847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6250"/>
                </a:moveTo>
                <a:lnTo>
                  <a:pt x="0" y="6250"/>
                </a:lnTo>
                <a:cubicBezTo>
                  <a:pt x="0" y="4417"/>
                  <a:pt x="583" y="2917"/>
                  <a:pt x="1750" y="1750"/>
                </a:cubicBezTo>
                <a:lnTo>
                  <a:pt x="1750" y="1750"/>
                </a:lnTo>
                <a:lnTo>
                  <a:pt x="1750" y="1750"/>
                </a:lnTo>
                <a:cubicBezTo>
                  <a:pt x="2917" y="583"/>
                  <a:pt x="4417" y="0"/>
                  <a:pt x="6250" y="0"/>
                </a:cubicBezTo>
                <a:lnTo>
                  <a:pt x="6250" y="0"/>
                </a:lnTo>
                <a:lnTo>
                  <a:pt x="31250" y="0"/>
                </a:lnTo>
                <a:cubicBezTo>
                  <a:pt x="33083" y="0"/>
                  <a:pt x="34583" y="583"/>
                  <a:pt x="35750" y="1750"/>
                </a:cubicBezTo>
                <a:lnTo>
                  <a:pt x="35750" y="1750"/>
                </a:lnTo>
                <a:cubicBezTo>
                  <a:pt x="36917" y="2917"/>
                  <a:pt x="37500" y="4417"/>
                  <a:pt x="37500" y="6250"/>
                </a:cubicBezTo>
                <a:lnTo>
                  <a:pt x="37500" y="6250"/>
                </a:lnTo>
                <a:lnTo>
                  <a:pt x="37500" y="81250"/>
                </a:lnTo>
                <a:cubicBezTo>
                  <a:pt x="37389" y="86583"/>
                  <a:pt x="35556" y="91000"/>
                  <a:pt x="32000" y="94500"/>
                </a:cubicBezTo>
                <a:lnTo>
                  <a:pt x="32000" y="94500"/>
                </a:lnTo>
                <a:cubicBezTo>
                  <a:pt x="28500" y="98056"/>
                  <a:pt x="24083" y="99889"/>
                  <a:pt x="18750" y="100000"/>
                </a:cubicBezTo>
                <a:lnTo>
                  <a:pt x="18750" y="100000"/>
                </a:lnTo>
                <a:cubicBezTo>
                  <a:pt x="13417" y="99889"/>
                  <a:pt x="9000" y="98056"/>
                  <a:pt x="5500" y="94500"/>
                </a:cubicBezTo>
                <a:lnTo>
                  <a:pt x="5500" y="94500"/>
                </a:lnTo>
                <a:cubicBezTo>
                  <a:pt x="1944" y="91000"/>
                  <a:pt x="111" y="86583"/>
                  <a:pt x="0" y="81250"/>
                </a:cubicBezTo>
                <a:lnTo>
                  <a:pt x="0" y="81250"/>
                </a:lnTo>
                <a:lnTo>
                  <a:pt x="0" y="6250"/>
                </a:lnTo>
                <a:moveTo>
                  <a:pt x="43750" y="83167"/>
                </a:moveTo>
                <a:lnTo>
                  <a:pt x="43750" y="83167"/>
                </a:lnTo>
                <a:cubicBezTo>
                  <a:pt x="43750" y="82556"/>
                  <a:pt x="43750" y="81917"/>
                  <a:pt x="43750" y="81250"/>
                </a:cubicBezTo>
                <a:lnTo>
                  <a:pt x="43750" y="81250"/>
                </a:lnTo>
                <a:lnTo>
                  <a:pt x="43750" y="30083"/>
                </a:lnTo>
                <a:lnTo>
                  <a:pt x="58417" y="15417"/>
                </a:lnTo>
                <a:cubicBezTo>
                  <a:pt x="59694" y="14139"/>
                  <a:pt x="61194" y="13500"/>
                  <a:pt x="62917" y="13500"/>
                </a:cubicBezTo>
                <a:lnTo>
                  <a:pt x="62917" y="13500"/>
                </a:lnTo>
                <a:cubicBezTo>
                  <a:pt x="64583" y="13500"/>
                  <a:pt x="66083" y="14139"/>
                  <a:pt x="67417" y="15417"/>
                </a:cubicBezTo>
                <a:lnTo>
                  <a:pt x="67417" y="15417"/>
                </a:lnTo>
                <a:lnTo>
                  <a:pt x="85000" y="33000"/>
                </a:lnTo>
                <a:cubicBezTo>
                  <a:pt x="86278" y="34333"/>
                  <a:pt x="86917" y="35833"/>
                  <a:pt x="86917" y="37500"/>
                </a:cubicBezTo>
                <a:lnTo>
                  <a:pt x="86917" y="37500"/>
                </a:lnTo>
                <a:cubicBezTo>
                  <a:pt x="86917" y="39167"/>
                  <a:pt x="86278" y="40611"/>
                  <a:pt x="85000" y="41833"/>
                </a:cubicBezTo>
                <a:lnTo>
                  <a:pt x="85000" y="41833"/>
                </a:lnTo>
                <a:lnTo>
                  <a:pt x="43750" y="83167"/>
                </a:lnTo>
                <a:moveTo>
                  <a:pt x="35750" y="100000"/>
                </a:moveTo>
                <a:lnTo>
                  <a:pt x="35750" y="100000"/>
                </a:lnTo>
                <a:lnTo>
                  <a:pt x="73250" y="62500"/>
                </a:lnTo>
                <a:lnTo>
                  <a:pt x="93750" y="62500"/>
                </a:lnTo>
                <a:cubicBezTo>
                  <a:pt x="95583" y="62500"/>
                  <a:pt x="97083" y="63083"/>
                  <a:pt x="98250" y="64250"/>
                </a:cubicBezTo>
                <a:lnTo>
                  <a:pt x="98250" y="64250"/>
                </a:lnTo>
                <a:cubicBezTo>
                  <a:pt x="99417" y="65417"/>
                  <a:pt x="100000" y="66917"/>
                  <a:pt x="100000" y="68750"/>
                </a:cubicBezTo>
                <a:lnTo>
                  <a:pt x="100000" y="68750"/>
                </a:lnTo>
                <a:lnTo>
                  <a:pt x="100000" y="93750"/>
                </a:lnTo>
                <a:cubicBezTo>
                  <a:pt x="100000" y="95583"/>
                  <a:pt x="99417" y="97083"/>
                  <a:pt x="98250" y="98250"/>
                </a:cubicBezTo>
                <a:lnTo>
                  <a:pt x="98250" y="98250"/>
                </a:lnTo>
                <a:cubicBezTo>
                  <a:pt x="97083" y="99417"/>
                  <a:pt x="95583" y="100000"/>
                  <a:pt x="93750" y="100000"/>
                </a:cubicBezTo>
                <a:lnTo>
                  <a:pt x="93750" y="100000"/>
                </a:lnTo>
                <a:lnTo>
                  <a:pt x="35750" y="100000"/>
                </a:lnTo>
                <a:moveTo>
                  <a:pt x="25000" y="12500"/>
                </a:moveTo>
                <a:lnTo>
                  <a:pt x="25000" y="12500"/>
                </a:lnTo>
                <a:lnTo>
                  <a:pt x="12500" y="12500"/>
                </a:lnTo>
                <a:lnTo>
                  <a:pt x="12500" y="25000"/>
                </a:lnTo>
                <a:lnTo>
                  <a:pt x="25000" y="25000"/>
                </a:lnTo>
                <a:lnTo>
                  <a:pt x="25000" y="12500"/>
                </a:lnTo>
                <a:moveTo>
                  <a:pt x="12500" y="37500"/>
                </a:moveTo>
                <a:lnTo>
                  <a:pt x="12500" y="37500"/>
                </a:lnTo>
                <a:lnTo>
                  <a:pt x="12500" y="50000"/>
                </a:lnTo>
                <a:lnTo>
                  <a:pt x="25000" y="50000"/>
                </a:lnTo>
                <a:lnTo>
                  <a:pt x="25000" y="37500"/>
                </a:lnTo>
                <a:lnTo>
                  <a:pt x="12500" y="37500"/>
                </a:lnTo>
                <a:moveTo>
                  <a:pt x="18750" y="85917"/>
                </a:moveTo>
                <a:lnTo>
                  <a:pt x="18750" y="85917"/>
                </a:lnTo>
                <a:cubicBezTo>
                  <a:pt x="21639" y="85694"/>
                  <a:pt x="23194" y="84139"/>
                  <a:pt x="23417" y="81250"/>
                </a:cubicBezTo>
                <a:lnTo>
                  <a:pt x="23417" y="81250"/>
                </a:lnTo>
                <a:cubicBezTo>
                  <a:pt x="23194" y="78361"/>
                  <a:pt x="21639" y="76806"/>
                  <a:pt x="18750" y="76583"/>
                </a:cubicBezTo>
                <a:lnTo>
                  <a:pt x="18750" y="76583"/>
                </a:lnTo>
                <a:cubicBezTo>
                  <a:pt x="15861" y="76806"/>
                  <a:pt x="14306" y="78361"/>
                  <a:pt x="14083" y="81250"/>
                </a:cubicBezTo>
                <a:lnTo>
                  <a:pt x="14083" y="81250"/>
                </a:lnTo>
                <a:cubicBezTo>
                  <a:pt x="14306" y="84139"/>
                  <a:pt x="15861" y="85694"/>
                  <a:pt x="18750" y="85917"/>
                </a:cubicBezTo>
                <a:lnTo>
                  <a:pt x="18750" y="85917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92653967031-9"/>
          <p:cNvSpPr txBox="1"/>
          <p:nvPr/>
        </p:nvSpPr>
        <p:spPr>
          <a:xfrm>
            <a:off x="771525" y="139303"/>
            <a:ext cx="26820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应用成效 —— 典型场景</a:t>
            </a:r>
            <a:endParaRPr/>
          </a:p>
        </p:txBody>
      </p:sp>
      <p:sp>
        <p:nvSpPr>
          <p:cNvPr id="16" name="el-1792653967013-5"/>
          <p:cNvSpPr txBox="1"/>
          <p:nvPr/>
        </p:nvSpPr>
        <p:spPr>
          <a:xfrm>
            <a:off x="8079581" y="185023"/>
            <a:ext cx="73437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42875" algn="l">
              <a:lnSpc>
                <a:spcPct val="100000"/>
              </a:lnSpc>
            </a:pPr>
            <a:r>
              <a:rPr sz="78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课堂实证</a:t>
            </a:r>
            <a:endParaRPr/>
          </a:p>
        </p:txBody>
      </p:sp>
      <p:sp>
        <p:nvSpPr>
          <p:cNvPr id="17" name="el-1792653967033-10"/>
          <p:cNvSpPr txBox="1"/>
          <p:nvPr/>
        </p:nvSpPr>
        <p:spPr>
          <a:xfrm>
            <a:off x="2846338" y="1510189"/>
            <a:ext cx="382937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28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GGB-AI</a:t>
            </a:r>
            <a:r>
              <a:rPr sz="1010" spc="28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已在多类课堂场景中落地应用，显著提升教学效果</a:t>
            </a:r>
            <a:endParaRPr/>
          </a:p>
        </p:txBody>
      </p:sp>
      <p:sp>
        <p:nvSpPr>
          <p:cNvPr id="18" name="el-1792653967034-11"/>
          <p:cNvSpPr txBox="1"/>
          <p:nvPr/>
        </p:nvSpPr>
        <p:spPr>
          <a:xfrm>
            <a:off x="600075" y="4907042"/>
            <a:ext cx="185764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应用成效 · 典型课堂场景</a:t>
            </a:r>
            <a:endParaRPr/>
          </a:p>
        </p:txBody>
      </p:sp>
      <p:sp>
        <p:nvSpPr>
          <p:cNvPr id="19" name="el-1792653967015-7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/ 12</a:t>
            </a:r>
            <a:endParaRPr/>
          </a:p>
        </p:txBody>
      </p:sp>
      <p:sp>
        <p:nvSpPr>
          <p:cNvPr id="20" name="el-1792653967039-13"/>
          <p:cNvSpPr/>
          <p:nvPr/>
        </p:nvSpPr>
        <p:spPr>
          <a:xfrm>
            <a:off x="400050" y="1931670"/>
            <a:ext cx="4057650" cy="19230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817" y="0"/>
                </a:moveTo>
                <a:lnTo>
                  <a:pt x="97183" y="0"/>
                </a:lnTo>
                <a:lnTo>
                  <a:pt x="97460" y="30"/>
                </a:lnTo>
                <a:lnTo>
                  <a:pt x="97732" y="114"/>
                </a:lnTo>
                <a:lnTo>
                  <a:pt x="98000" y="257"/>
                </a:lnTo>
                <a:lnTo>
                  <a:pt x="98261" y="450"/>
                </a:lnTo>
                <a:lnTo>
                  <a:pt x="98512" y="703"/>
                </a:lnTo>
                <a:lnTo>
                  <a:pt x="98749" y="1000"/>
                </a:lnTo>
                <a:lnTo>
                  <a:pt x="98969" y="1347"/>
                </a:lnTo>
                <a:lnTo>
                  <a:pt x="99176" y="1738"/>
                </a:lnTo>
                <a:lnTo>
                  <a:pt x="99362" y="2173"/>
                </a:lnTo>
                <a:lnTo>
                  <a:pt x="99526" y="2639"/>
                </a:lnTo>
                <a:lnTo>
                  <a:pt x="99667" y="3139"/>
                </a:lnTo>
                <a:lnTo>
                  <a:pt x="99786" y="3668"/>
                </a:lnTo>
                <a:lnTo>
                  <a:pt x="99878" y="4218"/>
                </a:lnTo>
                <a:lnTo>
                  <a:pt x="99946" y="4782"/>
                </a:lnTo>
                <a:lnTo>
                  <a:pt x="99986" y="5356"/>
                </a:lnTo>
                <a:lnTo>
                  <a:pt x="100000" y="5941"/>
                </a:lnTo>
                <a:lnTo>
                  <a:pt x="100000" y="94059"/>
                </a:lnTo>
                <a:lnTo>
                  <a:pt x="99986" y="94644"/>
                </a:lnTo>
                <a:lnTo>
                  <a:pt x="99946" y="95218"/>
                </a:lnTo>
                <a:lnTo>
                  <a:pt x="99878" y="95782"/>
                </a:lnTo>
                <a:lnTo>
                  <a:pt x="99786" y="96332"/>
                </a:lnTo>
                <a:lnTo>
                  <a:pt x="99667" y="96861"/>
                </a:lnTo>
                <a:lnTo>
                  <a:pt x="99526" y="97361"/>
                </a:lnTo>
                <a:lnTo>
                  <a:pt x="99362" y="97827"/>
                </a:lnTo>
                <a:lnTo>
                  <a:pt x="99176" y="98262"/>
                </a:lnTo>
                <a:lnTo>
                  <a:pt x="98969" y="98653"/>
                </a:lnTo>
                <a:lnTo>
                  <a:pt x="98749" y="99000"/>
                </a:lnTo>
                <a:lnTo>
                  <a:pt x="98512" y="99297"/>
                </a:lnTo>
                <a:lnTo>
                  <a:pt x="98261" y="99550"/>
                </a:lnTo>
                <a:lnTo>
                  <a:pt x="98000" y="99743"/>
                </a:lnTo>
                <a:lnTo>
                  <a:pt x="97732" y="99886"/>
                </a:lnTo>
                <a:lnTo>
                  <a:pt x="97460" y="99970"/>
                </a:lnTo>
                <a:lnTo>
                  <a:pt x="97183" y="100000"/>
                </a:lnTo>
                <a:lnTo>
                  <a:pt x="2817" y="100000"/>
                </a:lnTo>
                <a:lnTo>
                  <a:pt x="2540" y="99970"/>
                </a:lnTo>
                <a:lnTo>
                  <a:pt x="2268" y="99886"/>
                </a:lnTo>
                <a:lnTo>
                  <a:pt x="2000" y="99743"/>
                </a:lnTo>
                <a:lnTo>
                  <a:pt x="1739" y="99550"/>
                </a:lnTo>
                <a:lnTo>
                  <a:pt x="1488" y="99297"/>
                </a:lnTo>
                <a:lnTo>
                  <a:pt x="1251" y="99000"/>
                </a:lnTo>
                <a:lnTo>
                  <a:pt x="1031" y="98653"/>
                </a:lnTo>
                <a:lnTo>
                  <a:pt x="824" y="98262"/>
                </a:lnTo>
                <a:lnTo>
                  <a:pt x="638" y="97827"/>
                </a:lnTo>
                <a:lnTo>
                  <a:pt x="474" y="97361"/>
                </a:lnTo>
                <a:lnTo>
                  <a:pt x="333" y="96861"/>
                </a:lnTo>
                <a:lnTo>
                  <a:pt x="214" y="96332"/>
                </a:lnTo>
                <a:lnTo>
                  <a:pt x="122" y="95782"/>
                </a:lnTo>
                <a:lnTo>
                  <a:pt x="54" y="95218"/>
                </a:lnTo>
                <a:lnTo>
                  <a:pt x="14" y="94644"/>
                </a:lnTo>
                <a:lnTo>
                  <a:pt x="0" y="94059"/>
                </a:lnTo>
                <a:lnTo>
                  <a:pt x="0" y="5941"/>
                </a:lnTo>
                <a:lnTo>
                  <a:pt x="14" y="5356"/>
                </a:lnTo>
                <a:lnTo>
                  <a:pt x="54" y="4782"/>
                </a:lnTo>
                <a:lnTo>
                  <a:pt x="122" y="4218"/>
                </a:lnTo>
                <a:lnTo>
                  <a:pt x="214" y="3668"/>
                </a:lnTo>
                <a:lnTo>
                  <a:pt x="333" y="3139"/>
                </a:lnTo>
                <a:lnTo>
                  <a:pt x="474" y="2639"/>
                </a:lnTo>
                <a:lnTo>
                  <a:pt x="638" y="2173"/>
                </a:lnTo>
                <a:lnTo>
                  <a:pt x="824" y="1738"/>
                </a:lnTo>
                <a:lnTo>
                  <a:pt x="1031" y="1347"/>
                </a:lnTo>
                <a:lnTo>
                  <a:pt x="1251" y="1000"/>
                </a:lnTo>
                <a:lnTo>
                  <a:pt x="1488" y="703"/>
                </a:lnTo>
                <a:lnTo>
                  <a:pt x="1739" y="450"/>
                </a:lnTo>
                <a:lnTo>
                  <a:pt x="2000" y="257"/>
                </a:lnTo>
                <a:lnTo>
                  <a:pt x="2268" y="114"/>
                </a:lnTo>
                <a:lnTo>
                  <a:pt x="2540" y="30"/>
                </a:lnTo>
                <a:lnTo>
                  <a:pt x="2817" y="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el-1792653967045-15"/>
          <p:cNvSpPr/>
          <p:nvPr/>
        </p:nvSpPr>
        <p:spPr>
          <a:xfrm>
            <a:off x="407194" y="1938814"/>
            <a:ext cx="4043363" cy="357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2653967075-27"/>
          <p:cNvSpPr/>
          <p:nvPr/>
        </p:nvSpPr>
        <p:spPr>
          <a:xfrm>
            <a:off x="578644" y="209597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5000" y="0"/>
                </a:moveTo>
                <a:lnTo>
                  <a:pt x="75000" y="0"/>
                </a:lnTo>
                <a:lnTo>
                  <a:pt x="77444" y="111"/>
                </a:lnTo>
                <a:lnTo>
                  <a:pt x="79889" y="472"/>
                </a:lnTo>
                <a:lnTo>
                  <a:pt x="82250" y="1083"/>
                </a:lnTo>
                <a:lnTo>
                  <a:pt x="84556" y="1917"/>
                </a:lnTo>
                <a:lnTo>
                  <a:pt x="86778" y="2944"/>
                </a:lnTo>
                <a:lnTo>
                  <a:pt x="88889" y="4222"/>
                </a:lnTo>
                <a:lnTo>
                  <a:pt x="90861" y="5667"/>
                </a:lnTo>
                <a:lnTo>
                  <a:pt x="92667" y="7333"/>
                </a:lnTo>
                <a:lnTo>
                  <a:pt x="94333" y="9139"/>
                </a:lnTo>
                <a:lnTo>
                  <a:pt x="95778" y="11111"/>
                </a:lnTo>
                <a:lnTo>
                  <a:pt x="97056" y="13222"/>
                </a:lnTo>
                <a:lnTo>
                  <a:pt x="98083" y="15444"/>
                </a:lnTo>
                <a:lnTo>
                  <a:pt x="98917" y="17750"/>
                </a:lnTo>
                <a:lnTo>
                  <a:pt x="99528" y="20111"/>
                </a:lnTo>
                <a:lnTo>
                  <a:pt x="99889" y="22556"/>
                </a:lnTo>
                <a:lnTo>
                  <a:pt x="100000" y="25000"/>
                </a:lnTo>
                <a:lnTo>
                  <a:pt x="100000" y="75000"/>
                </a:lnTo>
                <a:lnTo>
                  <a:pt x="99889" y="77444"/>
                </a:lnTo>
                <a:lnTo>
                  <a:pt x="99528" y="79889"/>
                </a:lnTo>
                <a:lnTo>
                  <a:pt x="98917" y="82250"/>
                </a:lnTo>
                <a:lnTo>
                  <a:pt x="98083" y="84556"/>
                </a:lnTo>
                <a:lnTo>
                  <a:pt x="97056" y="86778"/>
                </a:lnTo>
                <a:lnTo>
                  <a:pt x="95778" y="88889"/>
                </a:lnTo>
                <a:lnTo>
                  <a:pt x="94333" y="90861"/>
                </a:lnTo>
                <a:lnTo>
                  <a:pt x="92667" y="92667"/>
                </a:lnTo>
                <a:lnTo>
                  <a:pt x="90861" y="94333"/>
                </a:lnTo>
                <a:lnTo>
                  <a:pt x="88889" y="95778"/>
                </a:lnTo>
                <a:lnTo>
                  <a:pt x="86778" y="97056"/>
                </a:lnTo>
                <a:lnTo>
                  <a:pt x="84556" y="98083"/>
                </a:lnTo>
                <a:lnTo>
                  <a:pt x="82250" y="98917"/>
                </a:lnTo>
                <a:lnTo>
                  <a:pt x="79889" y="99528"/>
                </a:lnTo>
                <a:lnTo>
                  <a:pt x="77444" y="99889"/>
                </a:lnTo>
                <a:lnTo>
                  <a:pt x="75000" y="100000"/>
                </a:lnTo>
                <a:lnTo>
                  <a:pt x="25000" y="100000"/>
                </a:lnTo>
                <a:lnTo>
                  <a:pt x="22556" y="99889"/>
                </a:lnTo>
                <a:lnTo>
                  <a:pt x="20111" y="99528"/>
                </a:lnTo>
                <a:lnTo>
                  <a:pt x="17750" y="98917"/>
                </a:lnTo>
                <a:lnTo>
                  <a:pt x="15444" y="98083"/>
                </a:lnTo>
                <a:lnTo>
                  <a:pt x="13222" y="97056"/>
                </a:lnTo>
                <a:lnTo>
                  <a:pt x="11111" y="95778"/>
                </a:lnTo>
                <a:lnTo>
                  <a:pt x="9139" y="94333"/>
                </a:lnTo>
                <a:lnTo>
                  <a:pt x="7333" y="92667"/>
                </a:lnTo>
                <a:lnTo>
                  <a:pt x="5667" y="90861"/>
                </a:lnTo>
                <a:lnTo>
                  <a:pt x="4222" y="88889"/>
                </a:lnTo>
                <a:lnTo>
                  <a:pt x="2944" y="86778"/>
                </a:lnTo>
                <a:lnTo>
                  <a:pt x="1917" y="84556"/>
                </a:lnTo>
                <a:lnTo>
                  <a:pt x="1083" y="82250"/>
                </a:lnTo>
                <a:lnTo>
                  <a:pt x="472" y="79889"/>
                </a:lnTo>
                <a:lnTo>
                  <a:pt x="111" y="77444"/>
                </a:lnTo>
                <a:lnTo>
                  <a:pt x="0" y="75000"/>
                </a:lnTo>
                <a:lnTo>
                  <a:pt x="0" y="25000"/>
                </a:lnTo>
                <a:lnTo>
                  <a:pt x="111" y="22556"/>
                </a:lnTo>
                <a:lnTo>
                  <a:pt x="472" y="20111"/>
                </a:lnTo>
                <a:lnTo>
                  <a:pt x="1083" y="17750"/>
                </a:lnTo>
                <a:lnTo>
                  <a:pt x="1917" y="15444"/>
                </a:lnTo>
                <a:lnTo>
                  <a:pt x="2944" y="13222"/>
                </a:lnTo>
                <a:lnTo>
                  <a:pt x="4222" y="11111"/>
                </a:lnTo>
                <a:lnTo>
                  <a:pt x="5667" y="9139"/>
                </a:lnTo>
                <a:lnTo>
                  <a:pt x="7333" y="7333"/>
                </a:lnTo>
                <a:lnTo>
                  <a:pt x="9139" y="5667"/>
                </a:lnTo>
                <a:lnTo>
                  <a:pt x="11111" y="4222"/>
                </a:lnTo>
                <a:lnTo>
                  <a:pt x="13222" y="2944"/>
                </a:lnTo>
                <a:lnTo>
                  <a:pt x="15444" y="1917"/>
                </a:lnTo>
                <a:lnTo>
                  <a:pt x="17750" y="1083"/>
                </a:lnTo>
                <a:lnTo>
                  <a:pt x="20111" y="472"/>
                </a:lnTo>
                <a:lnTo>
                  <a:pt x="22556" y="111"/>
                </a:ln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92653967163-43"/>
          <p:cNvSpPr/>
          <p:nvPr/>
        </p:nvSpPr>
        <p:spPr>
          <a:xfrm>
            <a:off x="671513" y="2189459"/>
            <a:ext cx="157163" cy="1559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4529" y="813"/>
                </a:moveTo>
                <a:lnTo>
                  <a:pt x="44529" y="813"/>
                </a:lnTo>
                <a:cubicBezTo>
                  <a:pt x="47196" y="-271"/>
                  <a:pt x="49922" y="-271"/>
                  <a:pt x="52706" y="813"/>
                </a:cubicBezTo>
                <a:lnTo>
                  <a:pt x="52706" y="813"/>
                </a:lnTo>
                <a:lnTo>
                  <a:pt x="89118" y="14500"/>
                </a:lnTo>
                <a:cubicBezTo>
                  <a:pt x="91510" y="15583"/>
                  <a:pt x="93392" y="17188"/>
                  <a:pt x="94765" y="19313"/>
                </a:cubicBezTo>
                <a:lnTo>
                  <a:pt x="94765" y="19313"/>
                </a:lnTo>
                <a:cubicBezTo>
                  <a:pt x="96294" y="21479"/>
                  <a:pt x="97059" y="23979"/>
                  <a:pt x="97059" y="26813"/>
                </a:cubicBezTo>
                <a:lnTo>
                  <a:pt x="97059" y="26813"/>
                </a:lnTo>
                <a:lnTo>
                  <a:pt x="97059" y="75500"/>
                </a:lnTo>
                <a:cubicBezTo>
                  <a:pt x="97059" y="78333"/>
                  <a:pt x="96294" y="80833"/>
                  <a:pt x="94765" y="83000"/>
                </a:cubicBezTo>
                <a:lnTo>
                  <a:pt x="94765" y="83000"/>
                </a:lnTo>
                <a:cubicBezTo>
                  <a:pt x="93392" y="85125"/>
                  <a:pt x="91510" y="86729"/>
                  <a:pt x="89118" y="87813"/>
                </a:cubicBezTo>
                <a:lnTo>
                  <a:pt x="89118" y="87813"/>
                </a:lnTo>
                <a:lnTo>
                  <a:pt x="52706" y="101500"/>
                </a:lnTo>
                <a:cubicBezTo>
                  <a:pt x="49922" y="102583"/>
                  <a:pt x="47137" y="102583"/>
                  <a:pt x="44353" y="101500"/>
                </a:cubicBezTo>
                <a:lnTo>
                  <a:pt x="44353" y="101500"/>
                </a:lnTo>
                <a:lnTo>
                  <a:pt x="7941" y="87813"/>
                </a:lnTo>
                <a:cubicBezTo>
                  <a:pt x="5549" y="86896"/>
                  <a:pt x="3667" y="85292"/>
                  <a:pt x="2294" y="83000"/>
                </a:cubicBezTo>
                <a:lnTo>
                  <a:pt x="2294" y="83000"/>
                </a:lnTo>
                <a:cubicBezTo>
                  <a:pt x="765" y="80833"/>
                  <a:pt x="0" y="78333"/>
                  <a:pt x="0" y="75500"/>
                </a:cubicBezTo>
                <a:lnTo>
                  <a:pt x="0" y="75500"/>
                </a:lnTo>
                <a:lnTo>
                  <a:pt x="0" y="26813"/>
                </a:lnTo>
                <a:cubicBezTo>
                  <a:pt x="0" y="23979"/>
                  <a:pt x="765" y="21479"/>
                  <a:pt x="2294" y="19313"/>
                </a:cubicBezTo>
                <a:lnTo>
                  <a:pt x="2294" y="19313"/>
                </a:lnTo>
                <a:cubicBezTo>
                  <a:pt x="3667" y="17188"/>
                  <a:pt x="5627" y="15583"/>
                  <a:pt x="8176" y="14500"/>
                </a:cubicBezTo>
                <a:lnTo>
                  <a:pt x="8176" y="14500"/>
                </a:lnTo>
                <a:lnTo>
                  <a:pt x="44529" y="813"/>
                </a:lnTo>
                <a:moveTo>
                  <a:pt x="48529" y="12875"/>
                </a:moveTo>
                <a:lnTo>
                  <a:pt x="48529" y="12875"/>
                </a:lnTo>
                <a:lnTo>
                  <a:pt x="15529" y="25375"/>
                </a:lnTo>
                <a:lnTo>
                  <a:pt x="48529" y="37875"/>
                </a:lnTo>
                <a:lnTo>
                  <a:pt x="81529" y="25375"/>
                </a:lnTo>
                <a:lnTo>
                  <a:pt x="48529" y="12875"/>
                </a:lnTo>
                <a:moveTo>
                  <a:pt x="54588" y="87188"/>
                </a:moveTo>
                <a:lnTo>
                  <a:pt x="54588" y="87188"/>
                </a:lnTo>
                <a:lnTo>
                  <a:pt x="84941" y="75750"/>
                </a:lnTo>
                <a:lnTo>
                  <a:pt x="84941" y="37875"/>
                </a:lnTo>
                <a:lnTo>
                  <a:pt x="54588" y="49375"/>
                </a:lnTo>
                <a:lnTo>
                  <a:pt x="54588" y="87188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92653967056-19"/>
          <p:cNvSpPr/>
          <p:nvPr/>
        </p:nvSpPr>
        <p:spPr>
          <a:xfrm>
            <a:off x="578644" y="2890361"/>
            <a:ext cx="3700463" cy="7858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928" y="0"/>
                </a:moveTo>
                <a:lnTo>
                  <a:pt x="98072" y="0"/>
                </a:lnTo>
                <a:lnTo>
                  <a:pt x="98262" y="48"/>
                </a:lnTo>
                <a:lnTo>
                  <a:pt x="98447" y="169"/>
                </a:lnTo>
                <a:lnTo>
                  <a:pt x="98632" y="386"/>
                </a:lnTo>
                <a:lnTo>
                  <a:pt x="98810" y="687"/>
                </a:lnTo>
                <a:lnTo>
                  <a:pt x="98982" y="1072"/>
                </a:lnTo>
                <a:lnTo>
                  <a:pt x="99144" y="1518"/>
                </a:lnTo>
                <a:lnTo>
                  <a:pt x="99296" y="2048"/>
                </a:lnTo>
                <a:lnTo>
                  <a:pt x="99434" y="2651"/>
                </a:lnTo>
                <a:lnTo>
                  <a:pt x="99563" y="3301"/>
                </a:lnTo>
                <a:lnTo>
                  <a:pt x="99676" y="4012"/>
                </a:lnTo>
                <a:lnTo>
                  <a:pt x="99771" y="4771"/>
                </a:lnTo>
                <a:lnTo>
                  <a:pt x="99853" y="5578"/>
                </a:lnTo>
                <a:lnTo>
                  <a:pt x="99918" y="6410"/>
                </a:lnTo>
                <a:lnTo>
                  <a:pt x="99964" y="7277"/>
                </a:lnTo>
                <a:lnTo>
                  <a:pt x="99990" y="8145"/>
                </a:lnTo>
                <a:lnTo>
                  <a:pt x="100000" y="9036"/>
                </a:lnTo>
                <a:lnTo>
                  <a:pt x="100000" y="90964"/>
                </a:lnTo>
                <a:lnTo>
                  <a:pt x="99990" y="91855"/>
                </a:lnTo>
                <a:lnTo>
                  <a:pt x="99964" y="92723"/>
                </a:lnTo>
                <a:lnTo>
                  <a:pt x="99918" y="93590"/>
                </a:lnTo>
                <a:lnTo>
                  <a:pt x="99853" y="94422"/>
                </a:lnTo>
                <a:lnTo>
                  <a:pt x="99771" y="95229"/>
                </a:lnTo>
                <a:lnTo>
                  <a:pt x="99676" y="95988"/>
                </a:lnTo>
                <a:lnTo>
                  <a:pt x="99563" y="96699"/>
                </a:lnTo>
                <a:lnTo>
                  <a:pt x="99434" y="97349"/>
                </a:lnTo>
                <a:lnTo>
                  <a:pt x="99296" y="97952"/>
                </a:lnTo>
                <a:lnTo>
                  <a:pt x="99144" y="98482"/>
                </a:lnTo>
                <a:lnTo>
                  <a:pt x="98982" y="98928"/>
                </a:lnTo>
                <a:lnTo>
                  <a:pt x="98810" y="99313"/>
                </a:lnTo>
                <a:lnTo>
                  <a:pt x="98632" y="99614"/>
                </a:lnTo>
                <a:lnTo>
                  <a:pt x="98447" y="99831"/>
                </a:lnTo>
                <a:lnTo>
                  <a:pt x="98262" y="99952"/>
                </a:lnTo>
                <a:lnTo>
                  <a:pt x="98072" y="100000"/>
                </a:lnTo>
                <a:lnTo>
                  <a:pt x="1928" y="100000"/>
                </a:lnTo>
                <a:lnTo>
                  <a:pt x="1738" y="99952"/>
                </a:lnTo>
                <a:lnTo>
                  <a:pt x="1553" y="99831"/>
                </a:lnTo>
                <a:lnTo>
                  <a:pt x="1368" y="99614"/>
                </a:lnTo>
                <a:lnTo>
                  <a:pt x="1190" y="99313"/>
                </a:lnTo>
                <a:lnTo>
                  <a:pt x="1018" y="98928"/>
                </a:lnTo>
                <a:lnTo>
                  <a:pt x="856" y="98482"/>
                </a:lnTo>
                <a:lnTo>
                  <a:pt x="704" y="97952"/>
                </a:lnTo>
                <a:lnTo>
                  <a:pt x="566" y="97349"/>
                </a:lnTo>
                <a:lnTo>
                  <a:pt x="437" y="96699"/>
                </a:lnTo>
                <a:lnTo>
                  <a:pt x="324" y="95988"/>
                </a:lnTo>
                <a:lnTo>
                  <a:pt x="229" y="95229"/>
                </a:lnTo>
                <a:lnTo>
                  <a:pt x="147" y="94422"/>
                </a:lnTo>
                <a:lnTo>
                  <a:pt x="82" y="93590"/>
                </a:lnTo>
                <a:lnTo>
                  <a:pt x="36" y="92723"/>
                </a:lnTo>
                <a:lnTo>
                  <a:pt x="10" y="91855"/>
                </a:lnTo>
                <a:lnTo>
                  <a:pt x="0" y="90964"/>
                </a:lnTo>
                <a:lnTo>
                  <a:pt x="0" y="9036"/>
                </a:lnTo>
                <a:lnTo>
                  <a:pt x="10" y="8145"/>
                </a:lnTo>
                <a:lnTo>
                  <a:pt x="36" y="7277"/>
                </a:lnTo>
                <a:lnTo>
                  <a:pt x="82" y="6410"/>
                </a:lnTo>
                <a:lnTo>
                  <a:pt x="147" y="5578"/>
                </a:lnTo>
                <a:lnTo>
                  <a:pt x="229" y="4771"/>
                </a:lnTo>
                <a:lnTo>
                  <a:pt x="324" y="4012"/>
                </a:lnTo>
                <a:lnTo>
                  <a:pt x="437" y="3301"/>
                </a:lnTo>
                <a:lnTo>
                  <a:pt x="566" y="2651"/>
                </a:lnTo>
                <a:lnTo>
                  <a:pt x="704" y="2048"/>
                </a:lnTo>
                <a:lnTo>
                  <a:pt x="856" y="1518"/>
                </a:lnTo>
                <a:lnTo>
                  <a:pt x="1018" y="1072"/>
                </a:lnTo>
                <a:lnTo>
                  <a:pt x="1190" y="687"/>
                </a:lnTo>
                <a:lnTo>
                  <a:pt x="1368" y="386"/>
                </a:lnTo>
                <a:lnTo>
                  <a:pt x="1553" y="169"/>
                </a:lnTo>
                <a:lnTo>
                  <a:pt x="1738" y="48"/>
                </a:lnTo>
                <a:close/>
              </a:path>
            </a:pathLst>
          </a:cu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el-1792653967079-29"/>
          <p:cNvSpPr/>
          <p:nvPr/>
        </p:nvSpPr>
        <p:spPr>
          <a:xfrm>
            <a:off x="2191703" y="3054668"/>
            <a:ext cx="428625" cy="428625"/>
          </a:xfrm>
          <a:prstGeom prst="ellipse">
            <a:avLst/>
          </a:prstGeom>
          <a:gradFill rotWithShape="1">
            <a:gsLst>
              <a:gs pos="0">
                <a:srgbClr val="2563EB">
                  <a:alpha val="30000"/>
                </a:srgbClr>
              </a:gs>
              <a:gs pos="100000">
                <a:srgbClr val="2563EB">
                  <a:alpha val="2000"/>
                </a:srgbClr>
              </a:gs>
            </a:gsLst>
            <a:path path="circle">
              <a:fillToRect l="35000" t="35000" r="65000" b="65000"/>
            </a:path>
          </a:gradFill>
          <a:ln w="21431" algn="in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el-1792653967087-30"/>
          <p:cNvSpPr/>
          <p:nvPr/>
        </p:nvSpPr>
        <p:spPr>
          <a:xfrm>
            <a:off x="2185988" y="3083243"/>
            <a:ext cx="485775" cy="428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50000" y="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E8642C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2653967088-31"/>
          <p:cNvSpPr/>
          <p:nvPr/>
        </p:nvSpPr>
        <p:spPr>
          <a:xfrm>
            <a:off x="2300288" y="3068955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>
              <a:alpha val="2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92653967164-44"/>
          <p:cNvSpPr/>
          <p:nvPr/>
        </p:nvSpPr>
        <p:spPr>
          <a:xfrm>
            <a:off x="685800" y="3460935"/>
            <a:ext cx="128588" cy="12758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4286" y="846"/>
                </a:moveTo>
                <a:lnTo>
                  <a:pt x="44286" y="846"/>
                </a:lnTo>
                <a:cubicBezTo>
                  <a:pt x="46905" y="-282"/>
                  <a:pt x="49595" y="-282"/>
                  <a:pt x="52357" y="846"/>
                </a:cubicBezTo>
                <a:lnTo>
                  <a:pt x="52357" y="846"/>
                </a:lnTo>
                <a:lnTo>
                  <a:pt x="88500" y="14615"/>
                </a:lnTo>
                <a:cubicBezTo>
                  <a:pt x="90881" y="15692"/>
                  <a:pt x="92762" y="17308"/>
                  <a:pt x="94143" y="19462"/>
                </a:cubicBezTo>
                <a:lnTo>
                  <a:pt x="94143" y="19462"/>
                </a:lnTo>
                <a:cubicBezTo>
                  <a:pt x="95667" y="21615"/>
                  <a:pt x="96429" y="24128"/>
                  <a:pt x="96429" y="27000"/>
                </a:cubicBezTo>
                <a:lnTo>
                  <a:pt x="96429" y="27000"/>
                </a:lnTo>
                <a:lnTo>
                  <a:pt x="96429" y="76077"/>
                </a:lnTo>
                <a:cubicBezTo>
                  <a:pt x="96429" y="78897"/>
                  <a:pt x="95667" y="81385"/>
                  <a:pt x="94143" y="83538"/>
                </a:cubicBezTo>
                <a:lnTo>
                  <a:pt x="94143" y="83538"/>
                </a:lnTo>
                <a:cubicBezTo>
                  <a:pt x="92762" y="85744"/>
                  <a:pt x="90881" y="87385"/>
                  <a:pt x="88500" y="88462"/>
                </a:cubicBezTo>
                <a:lnTo>
                  <a:pt x="88500" y="88462"/>
                </a:lnTo>
                <a:lnTo>
                  <a:pt x="52357" y="102231"/>
                </a:lnTo>
                <a:cubicBezTo>
                  <a:pt x="49595" y="103308"/>
                  <a:pt x="46833" y="103308"/>
                  <a:pt x="44071" y="102231"/>
                </a:cubicBezTo>
                <a:lnTo>
                  <a:pt x="44071" y="102231"/>
                </a:lnTo>
                <a:lnTo>
                  <a:pt x="7929" y="88462"/>
                </a:lnTo>
                <a:cubicBezTo>
                  <a:pt x="5548" y="87487"/>
                  <a:pt x="3667" y="85846"/>
                  <a:pt x="2286" y="83538"/>
                </a:cubicBezTo>
                <a:lnTo>
                  <a:pt x="2286" y="83538"/>
                </a:lnTo>
                <a:cubicBezTo>
                  <a:pt x="762" y="81385"/>
                  <a:pt x="0" y="78897"/>
                  <a:pt x="0" y="76077"/>
                </a:cubicBezTo>
                <a:lnTo>
                  <a:pt x="0" y="76077"/>
                </a:lnTo>
                <a:lnTo>
                  <a:pt x="0" y="27000"/>
                </a:lnTo>
                <a:cubicBezTo>
                  <a:pt x="0" y="24128"/>
                  <a:pt x="762" y="21615"/>
                  <a:pt x="2286" y="19462"/>
                </a:cubicBezTo>
                <a:lnTo>
                  <a:pt x="2286" y="19462"/>
                </a:lnTo>
                <a:cubicBezTo>
                  <a:pt x="3667" y="17308"/>
                  <a:pt x="5595" y="15692"/>
                  <a:pt x="8071" y="14615"/>
                </a:cubicBezTo>
                <a:lnTo>
                  <a:pt x="8071" y="14615"/>
                </a:lnTo>
                <a:lnTo>
                  <a:pt x="44286" y="846"/>
                </a:lnTo>
                <a:moveTo>
                  <a:pt x="48214" y="13000"/>
                </a:moveTo>
                <a:lnTo>
                  <a:pt x="48214" y="13000"/>
                </a:lnTo>
                <a:lnTo>
                  <a:pt x="15429" y="25538"/>
                </a:lnTo>
                <a:lnTo>
                  <a:pt x="48214" y="38154"/>
                </a:lnTo>
                <a:lnTo>
                  <a:pt x="81000" y="25538"/>
                </a:lnTo>
                <a:lnTo>
                  <a:pt x="48214" y="13000"/>
                </a:lnTo>
                <a:moveTo>
                  <a:pt x="54214" y="87846"/>
                </a:moveTo>
                <a:lnTo>
                  <a:pt x="54214" y="87846"/>
                </a:lnTo>
                <a:lnTo>
                  <a:pt x="84357" y="76231"/>
                </a:lnTo>
                <a:lnTo>
                  <a:pt x="84357" y="38154"/>
                </a:lnTo>
                <a:lnTo>
                  <a:pt x="54214" y="49692"/>
                </a:lnTo>
                <a:lnTo>
                  <a:pt x="54214" y="87846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92653967169-45"/>
          <p:cNvSpPr/>
          <p:nvPr/>
        </p:nvSpPr>
        <p:spPr>
          <a:xfrm>
            <a:off x="4014788" y="2968943"/>
            <a:ext cx="157163" cy="1571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529" y="97059"/>
                </a:moveTo>
                <a:lnTo>
                  <a:pt x="48529" y="97059"/>
                </a:lnTo>
                <a:cubicBezTo>
                  <a:pt x="57392" y="96941"/>
                  <a:pt x="65490" y="94784"/>
                  <a:pt x="72824" y="90588"/>
                </a:cubicBezTo>
                <a:lnTo>
                  <a:pt x="72824" y="90588"/>
                </a:lnTo>
                <a:lnTo>
                  <a:pt x="72824" y="90588"/>
                </a:lnTo>
                <a:cubicBezTo>
                  <a:pt x="80118" y="86314"/>
                  <a:pt x="86039" y="80392"/>
                  <a:pt x="90588" y="72824"/>
                </a:cubicBezTo>
                <a:lnTo>
                  <a:pt x="90588" y="72824"/>
                </a:lnTo>
                <a:cubicBezTo>
                  <a:pt x="94902" y="65098"/>
                  <a:pt x="97059" y="57000"/>
                  <a:pt x="97059" y="48529"/>
                </a:cubicBezTo>
                <a:lnTo>
                  <a:pt x="97059" y="48529"/>
                </a:lnTo>
                <a:cubicBezTo>
                  <a:pt x="97059" y="40059"/>
                  <a:pt x="94902" y="31980"/>
                  <a:pt x="90588" y="24294"/>
                </a:cubicBezTo>
                <a:lnTo>
                  <a:pt x="90588" y="24294"/>
                </a:lnTo>
                <a:cubicBezTo>
                  <a:pt x="86039" y="16686"/>
                  <a:pt x="80118" y="10745"/>
                  <a:pt x="72824" y="6471"/>
                </a:cubicBezTo>
                <a:lnTo>
                  <a:pt x="72824" y="6471"/>
                </a:lnTo>
                <a:cubicBezTo>
                  <a:pt x="65490" y="2275"/>
                  <a:pt x="57392" y="118"/>
                  <a:pt x="48529" y="0"/>
                </a:cubicBezTo>
                <a:lnTo>
                  <a:pt x="48529" y="0"/>
                </a:lnTo>
                <a:cubicBezTo>
                  <a:pt x="39667" y="118"/>
                  <a:pt x="31588" y="2275"/>
                  <a:pt x="24294" y="6471"/>
                </a:cubicBezTo>
                <a:lnTo>
                  <a:pt x="24294" y="6471"/>
                </a:lnTo>
                <a:cubicBezTo>
                  <a:pt x="16961" y="10745"/>
                  <a:pt x="11020" y="16686"/>
                  <a:pt x="6471" y="24294"/>
                </a:cubicBezTo>
                <a:lnTo>
                  <a:pt x="6471" y="24294"/>
                </a:lnTo>
                <a:cubicBezTo>
                  <a:pt x="2157" y="31980"/>
                  <a:pt x="0" y="40059"/>
                  <a:pt x="0" y="48529"/>
                </a:cubicBezTo>
                <a:lnTo>
                  <a:pt x="0" y="48529"/>
                </a:lnTo>
                <a:cubicBezTo>
                  <a:pt x="0" y="57000"/>
                  <a:pt x="2157" y="65098"/>
                  <a:pt x="6471" y="72824"/>
                </a:cubicBezTo>
                <a:lnTo>
                  <a:pt x="6471" y="72824"/>
                </a:lnTo>
                <a:cubicBezTo>
                  <a:pt x="11020" y="80392"/>
                  <a:pt x="16961" y="86314"/>
                  <a:pt x="24294" y="90588"/>
                </a:cubicBezTo>
                <a:lnTo>
                  <a:pt x="24294" y="90588"/>
                </a:lnTo>
                <a:cubicBezTo>
                  <a:pt x="31588" y="94784"/>
                  <a:pt x="39667" y="96941"/>
                  <a:pt x="48529" y="97059"/>
                </a:cubicBezTo>
                <a:lnTo>
                  <a:pt x="48529" y="97059"/>
                </a:lnTo>
              </a:path>
            </a:pathLst>
          </a:custGeom>
          <a:solidFill>
            <a:srgbClr val="2563EB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92653967065-23"/>
          <p:cNvSpPr/>
          <p:nvPr/>
        </p:nvSpPr>
        <p:spPr>
          <a:xfrm>
            <a:off x="3383459" y="3449003"/>
            <a:ext cx="802779" cy="162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119" y="0"/>
                </a:moveTo>
                <a:lnTo>
                  <a:pt x="89881" y="0"/>
                </a:lnTo>
                <a:lnTo>
                  <a:pt x="90869" y="235"/>
                </a:lnTo>
                <a:lnTo>
                  <a:pt x="91857" y="941"/>
                </a:lnTo>
                <a:lnTo>
                  <a:pt x="92821" y="2176"/>
                </a:lnTo>
                <a:lnTo>
                  <a:pt x="93750" y="3824"/>
                </a:lnTo>
                <a:lnTo>
                  <a:pt x="94655" y="5882"/>
                </a:lnTo>
                <a:lnTo>
                  <a:pt x="95500" y="8412"/>
                </a:lnTo>
                <a:lnTo>
                  <a:pt x="96298" y="11353"/>
                </a:lnTo>
                <a:lnTo>
                  <a:pt x="97036" y="14647"/>
                </a:lnTo>
                <a:lnTo>
                  <a:pt x="97702" y="18294"/>
                </a:lnTo>
                <a:lnTo>
                  <a:pt x="98298" y="22235"/>
                </a:lnTo>
                <a:lnTo>
                  <a:pt x="98810" y="26412"/>
                </a:lnTo>
                <a:lnTo>
                  <a:pt x="99226" y="30882"/>
                </a:lnTo>
                <a:lnTo>
                  <a:pt x="99560" y="35471"/>
                </a:lnTo>
                <a:lnTo>
                  <a:pt x="99810" y="40235"/>
                </a:lnTo>
                <a:lnTo>
                  <a:pt x="99952" y="45118"/>
                </a:lnTo>
                <a:lnTo>
                  <a:pt x="100000" y="50000"/>
                </a:lnTo>
                <a:lnTo>
                  <a:pt x="99952" y="54882"/>
                </a:lnTo>
                <a:lnTo>
                  <a:pt x="99810" y="59765"/>
                </a:lnTo>
                <a:lnTo>
                  <a:pt x="99560" y="64529"/>
                </a:lnTo>
                <a:lnTo>
                  <a:pt x="99226" y="69118"/>
                </a:lnTo>
                <a:lnTo>
                  <a:pt x="98810" y="73588"/>
                </a:lnTo>
                <a:lnTo>
                  <a:pt x="98298" y="77765"/>
                </a:lnTo>
                <a:lnTo>
                  <a:pt x="97702" y="81706"/>
                </a:lnTo>
                <a:lnTo>
                  <a:pt x="97036" y="85353"/>
                </a:lnTo>
                <a:lnTo>
                  <a:pt x="96298" y="88647"/>
                </a:lnTo>
                <a:lnTo>
                  <a:pt x="95500" y="91588"/>
                </a:lnTo>
                <a:lnTo>
                  <a:pt x="94655" y="94118"/>
                </a:lnTo>
                <a:lnTo>
                  <a:pt x="93750" y="96176"/>
                </a:lnTo>
                <a:lnTo>
                  <a:pt x="92821" y="97824"/>
                </a:lnTo>
                <a:lnTo>
                  <a:pt x="91857" y="99059"/>
                </a:lnTo>
                <a:lnTo>
                  <a:pt x="90869" y="99765"/>
                </a:lnTo>
                <a:lnTo>
                  <a:pt x="89881" y="100000"/>
                </a:lnTo>
                <a:lnTo>
                  <a:pt x="10119" y="100000"/>
                </a:lnTo>
                <a:lnTo>
                  <a:pt x="9131" y="99765"/>
                </a:lnTo>
                <a:lnTo>
                  <a:pt x="8143" y="99059"/>
                </a:lnTo>
                <a:lnTo>
                  <a:pt x="7179" y="97824"/>
                </a:lnTo>
                <a:lnTo>
                  <a:pt x="6250" y="96176"/>
                </a:lnTo>
                <a:lnTo>
                  <a:pt x="5345" y="94118"/>
                </a:lnTo>
                <a:lnTo>
                  <a:pt x="4500" y="91588"/>
                </a:lnTo>
                <a:lnTo>
                  <a:pt x="3702" y="88647"/>
                </a:lnTo>
                <a:lnTo>
                  <a:pt x="2964" y="85353"/>
                </a:lnTo>
                <a:lnTo>
                  <a:pt x="2298" y="81706"/>
                </a:lnTo>
                <a:lnTo>
                  <a:pt x="1702" y="77765"/>
                </a:lnTo>
                <a:lnTo>
                  <a:pt x="1190" y="73588"/>
                </a:lnTo>
                <a:lnTo>
                  <a:pt x="774" y="69118"/>
                </a:lnTo>
                <a:lnTo>
                  <a:pt x="440" y="64529"/>
                </a:lnTo>
                <a:lnTo>
                  <a:pt x="190" y="59765"/>
                </a:lnTo>
                <a:lnTo>
                  <a:pt x="48" y="54882"/>
                </a:lnTo>
                <a:lnTo>
                  <a:pt x="0" y="50000"/>
                </a:lnTo>
                <a:lnTo>
                  <a:pt x="48" y="45118"/>
                </a:lnTo>
                <a:lnTo>
                  <a:pt x="190" y="40235"/>
                </a:lnTo>
                <a:lnTo>
                  <a:pt x="440" y="35471"/>
                </a:lnTo>
                <a:lnTo>
                  <a:pt x="774" y="30882"/>
                </a:lnTo>
                <a:lnTo>
                  <a:pt x="1190" y="26412"/>
                </a:lnTo>
                <a:lnTo>
                  <a:pt x="1702" y="22235"/>
                </a:lnTo>
                <a:lnTo>
                  <a:pt x="2298" y="18294"/>
                </a:lnTo>
                <a:lnTo>
                  <a:pt x="2964" y="14647"/>
                </a:lnTo>
                <a:lnTo>
                  <a:pt x="3702" y="11353"/>
                </a:lnTo>
                <a:lnTo>
                  <a:pt x="4500" y="8412"/>
                </a:lnTo>
                <a:lnTo>
                  <a:pt x="5345" y="5882"/>
                </a:lnTo>
                <a:lnTo>
                  <a:pt x="6250" y="3824"/>
                </a:lnTo>
                <a:lnTo>
                  <a:pt x="7179" y="2176"/>
                </a:lnTo>
                <a:lnTo>
                  <a:pt x="8143" y="941"/>
                </a:lnTo>
                <a:lnTo>
                  <a:pt x="9131" y="235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el-1792653967162-41"/>
          <p:cNvSpPr/>
          <p:nvPr/>
        </p:nvSpPr>
        <p:spPr>
          <a:xfrm>
            <a:off x="3464942" y="3493383"/>
            <a:ext cx="87064" cy="812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6889" y="23444"/>
                </a:moveTo>
                <a:lnTo>
                  <a:pt x="26889" y="23444"/>
                </a:lnTo>
                <a:cubicBezTo>
                  <a:pt x="33778" y="16852"/>
                  <a:pt x="41667" y="13556"/>
                  <a:pt x="50556" y="13556"/>
                </a:cubicBezTo>
                <a:lnTo>
                  <a:pt x="50556" y="13556"/>
                </a:lnTo>
                <a:lnTo>
                  <a:pt x="50556" y="13556"/>
                </a:lnTo>
                <a:cubicBezTo>
                  <a:pt x="59593" y="13556"/>
                  <a:pt x="67556" y="16778"/>
                  <a:pt x="74444" y="23222"/>
                </a:cubicBezTo>
                <a:lnTo>
                  <a:pt x="74444" y="23222"/>
                </a:lnTo>
                <a:lnTo>
                  <a:pt x="65778" y="32000"/>
                </a:lnTo>
                <a:cubicBezTo>
                  <a:pt x="64222" y="33630"/>
                  <a:pt x="63889" y="35444"/>
                  <a:pt x="64778" y="37444"/>
                </a:cubicBezTo>
                <a:lnTo>
                  <a:pt x="64778" y="37444"/>
                </a:lnTo>
                <a:cubicBezTo>
                  <a:pt x="65593" y="39444"/>
                  <a:pt x="67148" y="40519"/>
                  <a:pt x="69444" y="40667"/>
                </a:cubicBezTo>
                <a:lnTo>
                  <a:pt x="69444" y="40667"/>
                </a:lnTo>
                <a:lnTo>
                  <a:pt x="94778" y="40667"/>
                </a:lnTo>
                <a:cubicBezTo>
                  <a:pt x="94778" y="40667"/>
                  <a:pt x="94778" y="40667"/>
                  <a:pt x="94778" y="40667"/>
                </a:cubicBezTo>
                <a:lnTo>
                  <a:pt x="94778" y="40667"/>
                </a:lnTo>
                <a:cubicBezTo>
                  <a:pt x="94778" y="40667"/>
                  <a:pt x="94778" y="40667"/>
                  <a:pt x="94778" y="40667"/>
                </a:cubicBezTo>
                <a:lnTo>
                  <a:pt x="94778" y="40667"/>
                </a:lnTo>
                <a:lnTo>
                  <a:pt x="96444" y="40667"/>
                </a:lnTo>
                <a:cubicBezTo>
                  <a:pt x="99556" y="40370"/>
                  <a:pt x="101259" y="38667"/>
                  <a:pt x="101556" y="35556"/>
                </a:cubicBezTo>
                <a:lnTo>
                  <a:pt x="101556" y="35556"/>
                </a:lnTo>
                <a:lnTo>
                  <a:pt x="101556" y="8444"/>
                </a:lnTo>
                <a:cubicBezTo>
                  <a:pt x="101407" y="6222"/>
                  <a:pt x="100333" y="4667"/>
                  <a:pt x="98333" y="3778"/>
                </a:cubicBezTo>
                <a:lnTo>
                  <a:pt x="98333" y="3778"/>
                </a:lnTo>
                <a:cubicBezTo>
                  <a:pt x="96407" y="2963"/>
                  <a:pt x="94593" y="3333"/>
                  <a:pt x="92889" y="4889"/>
                </a:cubicBezTo>
                <a:lnTo>
                  <a:pt x="92889" y="4889"/>
                </a:lnTo>
                <a:lnTo>
                  <a:pt x="84000" y="13778"/>
                </a:lnTo>
                <a:cubicBezTo>
                  <a:pt x="77778" y="7556"/>
                  <a:pt x="70667" y="3444"/>
                  <a:pt x="62667" y="1444"/>
                </a:cubicBezTo>
                <a:lnTo>
                  <a:pt x="62667" y="1444"/>
                </a:lnTo>
                <a:cubicBezTo>
                  <a:pt x="54593" y="-481"/>
                  <a:pt x="46593" y="-481"/>
                  <a:pt x="38667" y="1444"/>
                </a:cubicBezTo>
                <a:lnTo>
                  <a:pt x="38667" y="1444"/>
                </a:lnTo>
                <a:cubicBezTo>
                  <a:pt x="30667" y="3593"/>
                  <a:pt x="23556" y="7778"/>
                  <a:pt x="17333" y="14000"/>
                </a:cubicBezTo>
                <a:lnTo>
                  <a:pt x="17333" y="14000"/>
                </a:lnTo>
                <a:cubicBezTo>
                  <a:pt x="12148" y="19185"/>
                  <a:pt x="8407" y="25037"/>
                  <a:pt x="6111" y="31556"/>
                </a:cubicBezTo>
                <a:lnTo>
                  <a:pt x="6111" y="31556"/>
                </a:lnTo>
                <a:cubicBezTo>
                  <a:pt x="5593" y="33333"/>
                  <a:pt x="5667" y="35074"/>
                  <a:pt x="6333" y="36778"/>
                </a:cubicBezTo>
                <a:lnTo>
                  <a:pt x="6333" y="36778"/>
                </a:lnTo>
                <a:cubicBezTo>
                  <a:pt x="7222" y="38333"/>
                  <a:pt x="8481" y="39481"/>
                  <a:pt x="10111" y="40222"/>
                </a:cubicBezTo>
                <a:lnTo>
                  <a:pt x="10111" y="40222"/>
                </a:lnTo>
                <a:cubicBezTo>
                  <a:pt x="11963" y="40741"/>
                  <a:pt x="13741" y="40667"/>
                  <a:pt x="15444" y="40000"/>
                </a:cubicBezTo>
                <a:lnTo>
                  <a:pt x="15444" y="40000"/>
                </a:lnTo>
                <a:cubicBezTo>
                  <a:pt x="17000" y="39111"/>
                  <a:pt x="18111" y="37852"/>
                  <a:pt x="18778" y="36222"/>
                </a:cubicBezTo>
                <a:lnTo>
                  <a:pt x="18778" y="36222"/>
                </a:lnTo>
                <a:cubicBezTo>
                  <a:pt x="20481" y="31556"/>
                  <a:pt x="23185" y="27296"/>
                  <a:pt x="26889" y="23444"/>
                </a:cubicBezTo>
                <a:lnTo>
                  <a:pt x="26889" y="23444"/>
                </a:lnTo>
                <a:moveTo>
                  <a:pt x="0" y="59222"/>
                </a:moveTo>
                <a:lnTo>
                  <a:pt x="0" y="59222"/>
                </a:lnTo>
                <a:lnTo>
                  <a:pt x="0" y="60889"/>
                </a:lnTo>
                <a:lnTo>
                  <a:pt x="0" y="60889"/>
                </a:lnTo>
                <a:lnTo>
                  <a:pt x="0" y="86333"/>
                </a:lnTo>
                <a:cubicBezTo>
                  <a:pt x="148" y="88556"/>
                  <a:pt x="1222" y="90111"/>
                  <a:pt x="3222" y="91000"/>
                </a:cubicBezTo>
                <a:lnTo>
                  <a:pt x="3222" y="91000"/>
                </a:lnTo>
                <a:cubicBezTo>
                  <a:pt x="5148" y="91815"/>
                  <a:pt x="6963" y="91444"/>
                  <a:pt x="8667" y="89889"/>
                </a:cubicBezTo>
                <a:lnTo>
                  <a:pt x="8667" y="89889"/>
                </a:lnTo>
                <a:lnTo>
                  <a:pt x="17556" y="81000"/>
                </a:lnTo>
                <a:cubicBezTo>
                  <a:pt x="23778" y="87222"/>
                  <a:pt x="30889" y="91333"/>
                  <a:pt x="38889" y="93333"/>
                </a:cubicBezTo>
                <a:lnTo>
                  <a:pt x="38889" y="93333"/>
                </a:lnTo>
                <a:cubicBezTo>
                  <a:pt x="46963" y="95259"/>
                  <a:pt x="54963" y="95259"/>
                  <a:pt x="62889" y="93333"/>
                </a:cubicBezTo>
                <a:lnTo>
                  <a:pt x="62889" y="93333"/>
                </a:lnTo>
                <a:cubicBezTo>
                  <a:pt x="70889" y="91185"/>
                  <a:pt x="78000" y="87000"/>
                  <a:pt x="84222" y="80778"/>
                </a:cubicBezTo>
                <a:lnTo>
                  <a:pt x="84222" y="80778"/>
                </a:lnTo>
                <a:cubicBezTo>
                  <a:pt x="89407" y="75593"/>
                  <a:pt x="93148" y="69741"/>
                  <a:pt x="95444" y="63222"/>
                </a:cubicBezTo>
                <a:lnTo>
                  <a:pt x="95444" y="63222"/>
                </a:lnTo>
                <a:cubicBezTo>
                  <a:pt x="96111" y="61444"/>
                  <a:pt x="96037" y="59704"/>
                  <a:pt x="95222" y="58000"/>
                </a:cubicBezTo>
                <a:lnTo>
                  <a:pt x="95222" y="58000"/>
                </a:lnTo>
                <a:cubicBezTo>
                  <a:pt x="94407" y="56444"/>
                  <a:pt x="93148" y="55296"/>
                  <a:pt x="91444" y="54556"/>
                </a:cubicBezTo>
                <a:lnTo>
                  <a:pt x="91444" y="54556"/>
                </a:lnTo>
                <a:cubicBezTo>
                  <a:pt x="89593" y="54037"/>
                  <a:pt x="87815" y="54111"/>
                  <a:pt x="86111" y="54778"/>
                </a:cubicBezTo>
                <a:lnTo>
                  <a:pt x="86111" y="54778"/>
                </a:lnTo>
                <a:cubicBezTo>
                  <a:pt x="84556" y="55667"/>
                  <a:pt x="83444" y="56926"/>
                  <a:pt x="82778" y="58556"/>
                </a:cubicBezTo>
                <a:lnTo>
                  <a:pt x="82778" y="58556"/>
                </a:lnTo>
                <a:cubicBezTo>
                  <a:pt x="81222" y="63370"/>
                  <a:pt x="78519" y="67630"/>
                  <a:pt x="74667" y="71333"/>
                </a:cubicBezTo>
                <a:lnTo>
                  <a:pt x="74667" y="71333"/>
                </a:lnTo>
                <a:cubicBezTo>
                  <a:pt x="67778" y="77926"/>
                  <a:pt x="59889" y="81222"/>
                  <a:pt x="51000" y="81222"/>
                </a:cubicBezTo>
                <a:lnTo>
                  <a:pt x="51000" y="81222"/>
                </a:lnTo>
                <a:cubicBezTo>
                  <a:pt x="41963" y="81222"/>
                  <a:pt x="34000" y="78000"/>
                  <a:pt x="27111" y="71556"/>
                </a:cubicBezTo>
                <a:lnTo>
                  <a:pt x="27111" y="71556"/>
                </a:lnTo>
                <a:lnTo>
                  <a:pt x="35778" y="62889"/>
                </a:lnTo>
                <a:cubicBezTo>
                  <a:pt x="37333" y="61185"/>
                  <a:pt x="37667" y="59333"/>
                  <a:pt x="36778" y="57333"/>
                </a:cubicBezTo>
                <a:lnTo>
                  <a:pt x="36778" y="57333"/>
                </a:lnTo>
                <a:cubicBezTo>
                  <a:pt x="35963" y="55333"/>
                  <a:pt x="34407" y="54296"/>
                  <a:pt x="32111" y="54222"/>
                </a:cubicBezTo>
                <a:lnTo>
                  <a:pt x="32111" y="54222"/>
                </a:lnTo>
                <a:lnTo>
                  <a:pt x="6778" y="54222"/>
                </a:lnTo>
                <a:lnTo>
                  <a:pt x="6778" y="54222"/>
                </a:lnTo>
                <a:lnTo>
                  <a:pt x="5111" y="54222"/>
                </a:lnTo>
                <a:cubicBezTo>
                  <a:pt x="2000" y="54444"/>
                  <a:pt x="296" y="56111"/>
                  <a:pt x="0" y="59222"/>
                </a:cubicBezTo>
                <a:lnTo>
                  <a:pt x="0" y="59222"/>
                </a:lnTo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92653967043-14"/>
          <p:cNvSpPr/>
          <p:nvPr/>
        </p:nvSpPr>
        <p:spPr>
          <a:xfrm>
            <a:off x="4686300" y="1931670"/>
            <a:ext cx="4057650" cy="192309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817" y="0"/>
                </a:moveTo>
                <a:lnTo>
                  <a:pt x="97183" y="0"/>
                </a:lnTo>
                <a:lnTo>
                  <a:pt x="97460" y="30"/>
                </a:lnTo>
                <a:lnTo>
                  <a:pt x="97732" y="114"/>
                </a:lnTo>
                <a:lnTo>
                  <a:pt x="98000" y="257"/>
                </a:lnTo>
                <a:lnTo>
                  <a:pt x="98261" y="450"/>
                </a:lnTo>
                <a:lnTo>
                  <a:pt x="98512" y="703"/>
                </a:lnTo>
                <a:lnTo>
                  <a:pt x="98749" y="1000"/>
                </a:lnTo>
                <a:lnTo>
                  <a:pt x="98969" y="1347"/>
                </a:lnTo>
                <a:lnTo>
                  <a:pt x="99176" y="1738"/>
                </a:lnTo>
                <a:lnTo>
                  <a:pt x="99362" y="2173"/>
                </a:lnTo>
                <a:lnTo>
                  <a:pt x="99526" y="2639"/>
                </a:lnTo>
                <a:lnTo>
                  <a:pt x="99667" y="3139"/>
                </a:lnTo>
                <a:lnTo>
                  <a:pt x="99786" y="3668"/>
                </a:lnTo>
                <a:lnTo>
                  <a:pt x="99878" y="4218"/>
                </a:lnTo>
                <a:lnTo>
                  <a:pt x="99946" y="4782"/>
                </a:lnTo>
                <a:lnTo>
                  <a:pt x="99986" y="5356"/>
                </a:lnTo>
                <a:lnTo>
                  <a:pt x="100000" y="5941"/>
                </a:lnTo>
                <a:lnTo>
                  <a:pt x="100000" y="94059"/>
                </a:lnTo>
                <a:lnTo>
                  <a:pt x="99986" y="94644"/>
                </a:lnTo>
                <a:lnTo>
                  <a:pt x="99946" y="95218"/>
                </a:lnTo>
                <a:lnTo>
                  <a:pt x="99878" y="95782"/>
                </a:lnTo>
                <a:lnTo>
                  <a:pt x="99786" y="96332"/>
                </a:lnTo>
                <a:lnTo>
                  <a:pt x="99667" y="96861"/>
                </a:lnTo>
                <a:lnTo>
                  <a:pt x="99526" y="97361"/>
                </a:lnTo>
                <a:lnTo>
                  <a:pt x="99362" y="97827"/>
                </a:lnTo>
                <a:lnTo>
                  <a:pt x="99176" y="98262"/>
                </a:lnTo>
                <a:lnTo>
                  <a:pt x="98969" y="98653"/>
                </a:lnTo>
                <a:lnTo>
                  <a:pt x="98749" y="99000"/>
                </a:lnTo>
                <a:lnTo>
                  <a:pt x="98512" y="99297"/>
                </a:lnTo>
                <a:lnTo>
                  <a:pt x="98261" y="99550"/>
                </a:lnTo>
                <a:lnTo>
                  <a:pt x="98000" y="99743"/>
                </a:lnTo>
                <a:lnTo>
                  <a:pt x="97732" y="99886"/>
                </a:lnTo>
                <a:lnTo>
                  <a:pt x="97460" y="99970"/>
                </a:lnTo>
                <a:lnTo>
                  <a:pt x="97183" y="100000"/>
                </a:lnTo>
                <a:lnTo>
                  <a:pt x="2817" y="100000"/>
                </a:lnTo>
                <a:lnTo>
                  <a:pt x="2540" y="99970"/>
                </a:lnTo>
                <a:lnTo>
                  <a:pt x="2268" y="99886"/>
                </a:lnTo>
                <a:lnTo>
                  <a:pt x="2000" y="99743"/>
                </a:lnTo>
                <a:lnTo>
                  <a:pt x="1739" y="99550"/>
                </a:lnTo>
                <a:lnTo>
                  <a:pt x="1488" y="99297"/>
                </a:lnTo>
                <a:lnTo>
                  <a:pt x="1251" y="99000"/>
                </a:lnTo>
                <a:lnTo>
                  <a:pt x="1031" y="98653"/>
                </a:lnTo>
                <a:lnTo>
                  <a:pt x="824" y="98262"/>
                </a:lnTo>
                <a:lnTo>
                  <a:pt x="638" y="97827"/>
                </a:lnTo>
                <a:lnTo>
                  <a:pt x="474" y="97361"/>
                </a:lnTo>
                <a:lnTo>
                  <a:pt x="333" y="96861"/>
                </a:lnTo>
                <a:lnTo>
                  <a:pt x="214" y="96332"/>
                </a:lnTo>
                <a:lnTo>
                  <a:pt x="122" y="95782"/>
                </a:lnTo>
                <a:lnTo>
                  <a:pt x="54" y="95218"/>
                </a:lnTo>
                <a:lnTo>
                  <a:pt x="14" y="94644"/>
                </a:lnTo>
                <a:lnTo>
                  <a:pt x="0" y="94059"/>
                </a:lnTo>
                <a:lnTo>
                  <a:pt x="0" y="5941"/>
                </a:lnTo>
                <a:lnTo>
                  <a:pt x="14" y="5356"/>
                </a:lnTo>
                <a:lnTo>
                  <a:pt x="54" y="4782"/>
                </a:lnTo>
                <a:lnTo>
                  <a:pt x="122" y="4218"/>
                </a:lnTo>
                <a:lnTo>
                  <a:pt x="214" y="3668"/>
                </a:lnTo>
                <a:lnTo>
                  <a:pt x="333" y="3139"/>
                </a:lnTo>
                <a:lnTo>
                  <a:pt x="474" y="2639"/>
                </a:lnTo>
                <a:lnTo>
                  <a:pt x="638" y="2173"/>
                </a:lnTo>
                <a:lnTo>
                  <a:pt x="824" y="1738"/>
                </a:lnTo>
                <a:lnTo>
                  <a:pt x="1031" y="1347"/>
                </a:lnTo>
                <a:lnTo>
                  <a:pt x="1251" y="1000"/>
                </a:lnTo>
                <a:lnTo>
                  <a:pt x="1488" y="703"/>
                </a:lnTo>
                <a:lnTo>
                  <a:pt x="1739" y="450"/>
                </a:lnTo>
                <a:lnTo>
                  <a:pt x="2000" y="257"/>
                </a:lnTo>
                <a:lnTo>
                  <a:pt x="2268" y="114"/>
                </a:lnTo>
                <a:lnTo>
                  <a:pt x="2540" y="30"/>
                </a:lnTo>
                <a:lnTo>
                  <a:pt x="2817" y="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el-1792653967046-16"/>
          <p:cNvSpPr/>
          <p:nvPr/>
        </p:nvSpPr>
        <p:spPr>
          <a:xfrm>
            <a:off x="4693444" y="1938814"/>
            <a:ext cx="4043363" cy="357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el-1792653967077-28"/>
          <p:cNvSpPr/>
          <p:nvPr/>
        </p:nvSpPr>
        <p:spPr>
          <a:xfrm>
            <a:off x="4864894" y="209597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5000" y="0"/>
                </a:moveTo>
                <a:lnTo>
                  <a:pt x="75000" y="0"/>
                </a:lnTo>
                <a:lnTo>
                  <a:pt x="77444" y="111"/>
                </a:lnTo>
                <a:lnTo>
                  <a:pt x="79889" y="472"/>
                </a:lnTo>
                <a:lnTo>
                  <a:pt x="82250" y="1083"/>
                </a:lnTo>
                <a:lnTo>
                  <a:pt x="84556" y="1917"/>
                </a:lnTo>
                <a:lnTo>
                  <a:pt x="86778" y="2944"/>
                </a:lnTo>
                <a:lnTo>
                  <a:pt x="88889" y="4222"/>
                </a:lnTo>
                <a:lnTo>
                  <a:pt x="90861" y="5667"/>
                </a:lnTo>
                <a:lnTo>
                  <a:pt x="92667" y="7333"/>
                </a:lnTo>
                <a:lnTo>
                  <a:pt x="94333" y="9139"/>
                </a:lnTo>
                <a:lnTo>
                  <a:pt x="95778" y="11111"/>
                </a:lnTo>
                <a:lnTo>
                  <a:pt x="97056" y="13222"/>
                </a:lnTo>
                <a:lnTo>
                  <a:pt x="98083" y="15444"/>
                </a:lnTo>
                <a:lnTo>
                  <a:pt x="98917" y="17750"/>
                </a:lnTo>
                <a:lnTo>
                  <a:pt x="99528" y="20111"/>
                </a:lnTo>
                <a:lnTo>
                  <a:pt x="99889" y="22556"/>
                </a:lnTo>
                <a:lnTo>
                  <a:pt x="100000" y="25000"/>
                </a:lnTo>
                <a:lnTo>
                  <a:pt x="100000" y="75000"/>
                </a:lnTo>
                <a:lnTo>
                  <a:pt x="99889" y="77444"/>
                </a:lnTo>
                <a:lnTo>
                  <a:pt x="99528" y="79889"/>
                </a:lnTo>
                <a:lnTo>
                  <a:pt x="98917" y="82250"/>
                </a:lnTo>
                <a:lnTo>
                  <a:pt x="98083" y="84556"/>
                </a:lnTo>
                <a:lnTo>
                  <a:pt x="97056" y="86778"/>
                </a:lnTo>
                <a:lnTo>
                  <a:pt x="95778" y="88889"/>
                </a:lnTo>
                <a:lnTo>
                  <a:pt x="94333" y="90861"/>
                </a:lnTo>
                <a:lnTo>
                  <a:pt x="92667" y="92667"/>
                </a:lnTo>
                <a:lnTo>
                  <a:pt x="90861" y="94333"/>
                </a:lnTo>
                <a:lnTo>
                  <a:pt x="88889" y="95778"/>
                </a:lnTo>
                <a:lnTo>
                  <a:pt x="86778" y="97056"/>
                </a:lnTo>
                <a:lnTo>
                  <a:pt x="84556" y="98083"/>
                </a:lnTo>
                <a:lnTo>
                  <a:pt x="82250" y="98917"/>
                </a:lnTo>
                <a:lnTo>
                  <a:pt x="79889" y="99528"/>
                </a:lnTo>
                <a:lnTo>
                  <a:pt x="77444" y="99889"/>
                </a:lnTo>
                <a:lnTo>
                  <a:pt x="75000" y="100000"/>
                </a:lnTo>
                <a:lnTo>
                  <a:pt x="25000" y="100000"/>
                </a:lnTo>
                <a:lnTo>
                  <a:pt x="22556" y="99889"/>
                </a:lnTo>
                <a:lnTo>
                  <a:pt x="20111" y="99528"/>
                </a:lnTo>
                <a:lnTo>
                  <a:pt x="17750" y="98917"/>
                </a:lnTo>
                <a:lnTo>
                  <a:pt x="15444" y="98083"/>
                </a:lnTo>
                <a:lnTo>
                  <a:pt x="13222" y="97056"/>
                </a:lnTo>
                <a:lnTo>
                  <a:pt x="11111" y="95778"/>
                </a:lnTo>
                <a:lnTo>
                  <a:pt x="9139" y="94333"/>
                </a:lnTo>
                <a:lnTo>
                  <a:pt x="7333" y="92667"/>
                </a:lnTo>
                <a:lnTo>
                  <a:pt x="5667" y="90861"/>
                </a:lnTo>
                <a:lnTo>
                  <a:pt x="4222" y="88889"/>
                </a:lnTo>
                <a:lnTo>
                  <a:pt x="2944" y="86778"/>
                </a:lnTo>
                <a:lnTo>
                  <a:pt x="1917" y="84556"/>
                </a:lnTo>
                <a:lnTo>
                  <a:pt x="1083" y="82250"/>
                </a:lnTo>
                <a:lnTo>
                  <a:pt x="472" y="79889"/>
                </a:lnTo>
                <a:lnTo>
                  <a:pt x="111" y="77444"/>
                </a:lnTo>
                <a:lnTo>
                  <a:pt x="0" y="75000"/>
                </a:lnTo>
                <a:lnTo>
                  <a:pt x="0" y="25000"/>
                </a:lnTo>
                <a:lnTo>
                  <a:pt x="111" y="22556"/>
                </a:lnTo>
                <a:lnTo>
                  <a:pt x="472" y="20111"/>
                </a:lnTo>
                <a:lnTo>
                  <a:pt x="1083" y="17750"/>
                </a:lnTo>
                <a:lnTo>
                  <a:pt x="1917" y="15444"/>
                </a:lnTo>
                <a:lnTo>
                  <a:pt x="2944" y="13222"/>
                </a:lnTo>
                <a:lnTo>
                  <a:pt x="4222" y="11111"/>
                </a:lnTo>
                <a:lnTo>
                  <a:pt x="5667" y="9139"/>
                </a:lnTo>
                <a:lnTo>
                  <a:pt x="7333" y="7333"/>
                </a:lnTo>
                <a:lnTo>
                  <a:pt x="9139" y="5667"/>
                </a:lnTo>
                <a:lnTo>
                  <a:pt x="11111" y="4222"/>
                </a:lnTo>
                <a:lnTo>
                  <a:pt x="13222" y="2944"/>
                </a:lnTo>
                <a:lnTo>
                  <a:pt x="15444" y="1917"/>
                </a:lnTo>
                <a:lnTo>
                  <a:pt x="17750" y="1083"/>
                </a:lnTo>
                <a:lnTo>
                  <a:pt x="20111" y="472"/>
                </a:lnTo>
                <a:lnTo>
                  <a:pt x="22556" y="111"/>
                </a:lnTo>
                <a:close/>
              </a:path>
            </a:pathLst>
          </a:custGeom>
          <a:solidFill>
            <a:srgbClr val="FDF0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l-1792653967172-46"/>
          <p:cNvSpPr/>
          <p:nvPr/>
        </p:nvSpPr>
        <p:spPr>
          <a:xfrm>
            <a:off x="4943044" y="2188845"/>
            <a:ext cx="186600" cy="1571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5750" y="18176"/>
                </a:moveTo>
                <a:lnTo>
                  <a:pt x="25750" y="18176"/>
                </a:lnTo>
                <a:cubicBezTo>
                  <a:pt x="28650" y="18059"/>
                  <a:pt x="30917" y="16549"/>
                  <a:pt x="32550" y="13647"/>
                </a:cubicBezTo>
                <a:lnTo>
                  <a:pt x="32550" y="13647"/>
                </a:lnTo>
                <a:cubicBezTo>
                  <a:pt x="33817" y="10627"/>
                  <a:pt x="33817" y="7588"/>
                  <a:pt x="32550" y="4529"/>
                </a:cubicBezTo>
                <a:lnTo>
                  <a:pt x="32550" y="4529"/>
                </a:lnTo>
                <a:cubicBezTo>
                  <a:pt x="30917" y="1627"/>
                  <a:pt x="28650" y="118"/>
                  <a:pt x="25750" y="0"/>
                </a:cubicBezTo>
                <a:lnTo>
                  <a:pt x="25750" y="0"/>
                </a:lnTo>
                <a:cubicBezTo>
                  <a:pt x="22850" y="118"/>
                  <a:pt x="20600" y="1627"/>
                  <a:pt x="19000" y="4529"/>
                </a:cubicBezTo>
                <a:lnTo>
                  <a:pt x="19000" y="4529"/>
                </a:lnTo>
                <a:cubicBezTo>
                  <a:pt x="17700" y="7588"/>
                  <a:pt x="17700" y="10627"/>
                  <a:pt x="19000" y="13647"/>
                </a:cubicBezTo>
                <a:lnTo>
                  <a:pt x="19000" y="13647"/>
                </a:lnTo>
                <a:cubicBezTo>
                  <a:pt x="20600" y="16549"/>
                  <a:pt x="22850" y="18059"/>
                  <a:pt x="25750" y="18176"/>
                </a:cubicBezTo>
                <a:lnTo>
                  <a:pt x="25750" y="18176"/>
                </a:lnTo>
                <a:moveTo>
                  <a:pt x="24500" y="91000"/>
                </a:moveTo>
                <a:lnTo>
                  <a:pt x="24500" y="91000"/>
                </a:lnTo>
                <a:lnTo>
                  <a:pt x="24500" y="66706"/>
                </a:lnTo>
                <a:lnTo>
                  <a:pt x="27050" y="66706"/>
                </a:lnTo>
                <a:lnTo>
                  <a:pt x="27050" y="91000"/>
                </a:lnTo>
                <a:cubicBezTo>
                  <a:pt x="27050" y="92765"/>
                  <a:pt x="27533" y="94216"/>
                  <a:pt x="28500" y="95353"/>
                </a:cubicBezTo>
                <a:lnTo>
                  <a:pt x="28500" y="95353"/>
                </a:lnTo>
                <a:cubicBezTo>
                  <a:pt x="29467" y="96490"/>
                  <a:pt x="30700" y="97059"/>
                  <a:pt x="32200" y="97059"/>
                </a:cubicBezTo>
                <a:lnTo>
                  <a:pt x="32200" y="97059"/>
                </a:lnTo>
                <a:cubicBezTo>
                  <a:pt x="33700" y="97059"/>
                  <a:pt x="34933" y="96490"/>
                  <a:pt x="35900" y="95353"/>
                </a:cubicBezTo>
                <a:lnTo>
                  <a:pt x="35900" y="95353"/>
                </a:lnTo>
                <a:cubicBezTo>
                  <a:pt x="36867" y="94216"/>
                  <a:pt x="37350" y="92765"/>
                  <a:pt x="37350" y="91000"/>
                </a:cubicBezTo>
                <a:lnTo>
                  <a:pt x="37350" y="91000"/>
                </a:lnTo>
                <a:lnTo>
                  <a:pt x="37350" y="36412"/>
                </a:lnTo>
                <a:lnTo>
                  <a:pt x="46400" y="36412"/>
                </a:lnTo>
                <a:lnTo>
                  <a:pt x="56700" y="36412"/>
                </a:lnTo>
                <a:lnTo>
                  <a:pt x="59300" y="36412"/>
                </a:lnTo>
                <a:cubicBezTo>
                  <a:pt x="60800" y="36412"/>
                  <a:pt x="62033" y="35843"/>
                  <a:pt x="63000" y="34706"/>
                </a:cubicBezTo>
                <a:lnTo>
                  <a:pt x="63000" y="34706"/>
                </a:lnTo>
                <a:cubicBezTo>
                  <a:pt x="63967" y="33569"/>
                  <a:pt x="64450" y="32118"/>
                  <a:pt x="64450" y="30353"/>
                </a:cubicBezTo>
                <a:lnTo>
                  <a:pt x="64450" y="30353"/>
                </a:lnTo>
                <a:cubicBezTo>
                  <a:pt x="64450" y="28588"/>
                  <a:pt x="63967" y="27137"/>
                  <a:pt x="63000" y="26000"/>
                </a:cubicBezTo>
                <a:lnTo>
                  <a:pt x="63000" y="26000"/>
                </a:lnTo>
                <a:cubicBezTo>
                  <a:pt x="62033" y="24863"/>
                  <a:pt x="60800" y="24294"/>
                  <a:pt x="59300" y="24294"/>
                </a:cubicBezTo>
                <a:lnTo>
                  <a:pt x="59300" y="24294"/>
                </a:lnTo>
                <a:lnTo>
                  <a:pt x="56700" y="24294"/>
                </a:lnTo>
                <a:lnTo>
                  <a:pt x="56700" y="12118"/>
                </a:lnTo>
                <a:lnTo>
                  <a:pt x="87650" y="12118"/>
                </a:lnTo>
                <a:lnTo>
                  <a:pt x="87650" y="48529"/>
                </a:lnTo>
                <a:lnTo>
                  <a:pt x="56700" y="48529"/>
                </a:lnTo>
                <a:lnTo>
                  <a:pt x="56700" y="42471"/>
                </a:lnTo>
                <a:lnTo>
                  <a:pt x="46400" y="42471"/>
                </a:lnTo>
                <a:lnTo>
                  <a:pt x="46400" y="51588"/>
                </a:lnTo>
                <a:cubicBezTo>
                  <a:pt x="46500" y="54098"/>
                  <a:pt x="47250" y="56235"/>
                  <a:pt x="48650" y="58000"/>
                </a:cubicBezTo>
                <a:lnTo>
                  <a:pt x="48650" y="58000"/>
                </a:lnTo>
                <a:cubicBezTo>
                  <a:pt x="50150" y="59647"/>
                  <a:pt x="51967" y="60529"/>
                  <a:pt x="54100" y="60647"/>
                </a:cubicBezTo>
                <a:lnTo>
                  <a:pt x="54100" y="60647"/>
                </a:lnTo>
                <a:lnTo>
                  <a:pt x="90200" y="60647"/>
                </a:lnTo>
                <a:cubicBezTo>
                  <a:pt x="92367" y="60529"/>
                  <a:pt x="94200" y="59647"/>
                  <a:pt x="95700" y="58000"/>
                </a:cubicBezTo>
                <a:lnTo>
                  <a:pt x="95700" y="58000"/>
                </a:lnTo>
                <a:cubicBezTo>
                  <a:pt x="97100" y="56235"/>
                  <a:pt x="97850" y="54098"/>
                  <a:pt x="97950" y="51588"/>
                </a:cubicBezTo>
                <a:lnTo>
                  <a:pt x="97950" y="51588"/>
                </a:lnTo>
                <a:lnTo>
                  <a:pt x="97950" y="9118"/>
                </a:lnTo>
                <a:cubicBezTo>
                  <a:pt x="97850" y="6569"/>
                  <a:pt x="97100" y="4412"/>
                  <a:pt x="95700" y="2647"/>
                </a:cubicBezTo>
                <a:lnTo>
                  <a:pt x="95700" y="2647"/>
                </a:lnTo>
                <a:cubicBezTo>
                  <a:pt x="94200" y="1000"/>
                  <a:pt x="92367" y="118"/>
                  <a:pt x="90200" y="0"/>
                </a:cubicBezTo>
                <a:lnTo>
                  <a:pt x="90200" y="0"/>
                </a:lnTo>
                <a:lnTo>
                  <a:pt x="54100" y="0"/>
                </a:lnTo>
                <a:cubicBezTo>
                  <a:pt x="51967" y="118"/>
                  <a:pt x="50150" y="1000"/>
                  <a:pt x="48650" y="2647"/>
                </a:cubicBezTo>
                <a:lnTo>
                  <a:pt x="48650" y="2647"/>
                </a:lnTo>
                <a:cubicBezTo>
                  <a:pt x="47250" y="4412"/>
                  <a:pt x="46500" y="6569"/>
                  <a:pt x="46400" y="9118"/>
                </a:cubicBezTo>
                <a:lnTo>
                  <a:pt x="46400" y="9118"/>
                </a:lnTo>
                <a:lnTo>
                  <a:pt x="46400" y="24294"/>
                </a:lnTo>
                <a:lnTo>
                  <a:pt x="34000" y="24294"/>
                </a:lnTo>
                <a:lnTo>
                  <a:pt x="23350" y="24294"/>
                </a:lnTo>
                <a:cubicBezTo>
                  <a:pt x="20550" y="24294"/>
                  <a:pt x="18017" y="25039"/>
                  <a:pt x="15750" y="26529"/>
                </a:cubicBezTo>
                <a:lnTo>
                  <a:pt x="15750" y="26529"/>
                </a:lnTo>
                <a:cubicBezTo>
                  <a:pt x="13417" y="28176"/>
                  <a:pt x="11550" y="30392"/>
                  <a:pt x="10150" y="33176"/>
                </a:cubicBezTo>
                <a:lnTo>
                  <a:pt x="10150" y="33176"/>
                </a:lnTo>
                <a:lnTo>
                  <a:pt x="800" y="51588"/>
                </a:lnTo>
                <a:cubicBezTo>
                  <a:pt x="33" y="52961"/>
                  <a:pt x="-183" y="54471"/>
                  <a:pt x="150" y="56118"/>
                </a:cubicBezTo>
                <a:lnTo>
                  <a:pt x="150" y="56118"/>
                </a:lnTo>
                <a:cubicBezTo>
                  <a:pt x="483" y="57647"/>
                  <a:pt x="1233" y="58902"/>
                  <a:pt x="2400" y="59882"/>
                </a:cubicBezTo>
                <a:lnTo>
                  <a:pt x="2400" y="59882"/>
                </a:lnTo>
                <a:cubicBezTo>
                  <a:pt x="3700" y="60667"/>
                  <a:pt x="5050" y="60863"/>
                  <a:pt x="6450" y="60471"/>
                </a:cubicBezTo>
                <a:lnTo>
                  <a:pt x="6450" y="60471"/>
                </a:lnTo>
                <a:cubicBezTo>
                  <a:pt x="7717" y="60078"/>
                  <a:pt x="8733" y="59196"/>
                  <a:pt x="9500" y="57824"/>
                </a:cubicBezTo>
                <a:lnTo>
                  <a:pt x="9500" y="57824"/>
                </a:lnTo>
                <a:lnTo>
                  <a:pt x="14150" y="48706"/>
                </a:lnTo>
                <a:lnTo>
                  <a:pt x="14150" y="91000"/>
                </a:lnTo>
                <a:cubicBezTo>
                  <a:pt x="14150" y="92765"/>
                  <a:pt x="14633" y="94216"/>
                  <a:pt x="15600" y="95353"/>
                </a:cubicBezTo>
                <a:lnTo>
                  <a:pt x="15600" y="95353"/>
                </a:lnTo>
                <a:cubicBezTo>
                  <a:pt x="16567" y="96490"/>
                  <a:pt x="17800" y="97059"/>
                  <a:pt x="19300" y="97059"/>
                </a:cubicBezTo>
                <a:lnTo>
                  <a:pt x="19300" y="97059"/>
                </a:lnTo>
                <a:cubicBezTo>
                  <a:pt x="20833" y="97059"/>
                  <a:pt x="22083" y="96490"/>
                  <a:pt x="23050" y="95353"/>
                </a:cubicBezTo>
                <a:lnTo>
                  <a:pt x="23050" y="95353"/>
                </a:lnTo>
                <a:cubicBezTo>
                  <a:pt x="24017" y="94216"/>
                  <a:pt x="24500" y="92765"/>
                  <a:pt x="24500" y="91000"/>
                </a:cubicBezTo>
                <a:lnTo>
                  <a:pt x="24500" y="91000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el-1792653967058-20"/>
          <p:cNvSpPr/>
          <p:nvPr/>
        </p:nvSpPr>
        <p:spPr>
          <a:xfrm>
            <a:off x="4864894" y="2890361"/>
            <a:ext cx="3700463" cy="7858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928" y="0"/>
                </a:moveTo>
                <a:lnTo>
                  <a:pt x="98072" y="0"/>
                </a:lnTo>
                <a:lnTo>
                  <a:pt x="98262" y="48"/>
                </a:lnTo>
                <a:lnTo>
                  <a:pt x="98447" y="169"/>
                </a:lnTo>
                <a:lnTo>
                  <a:pt x="98632" y="386"/>
                </a:lnTo>
                <a:lnTo>
                  <a:pt x="98810" y="687"/>
                </a:lnTo>
                <a:lnTo>
                  <a:pt x="98982" y="1072"/>
                </a:lnTo>
                <a:lnTo>
                  <a:pt x="99144" y="1518"/>
                </a:lnTo>
                <a:lnTo>
                  <a:pt x="99296" y="2048"/>
                </a:lnTo>
                <a:lnTo>
                  <a:pt x="99434" y="2651"/>
                </a:lnTo>
                <a:lnTo>
                  <a:pt x="99563" y="3301"/>
                </a:lnTo>
                <a:lnTo>
                  <a:pt x="99676" y="4012"/>
                </a:lnTo>
                <a:lnTo>
                  <a:pt x="99771" y="4771"/>
                </a:lnTo>
                <a:lnTo>
                  <a:pt x="99853" y="5578"/>
                </a:lnTo>
                <a:lnTo>
                  <a:pt x="99918" y="6410"/>
                </a:lnTo>
                <a:lnTo>
                  <a:pt x="99964" y="7277"/>
                </a:lnTo>
                <a:lnTo>
                  <a:pt x="99990" y="8145"/>
                </a:lnTo>
                <a:lnTo>
                  <a:pt x="100000" y="9036"/>
                </a:lnTo>
                <a:lnTo>
                  <a:pt x="100000" y="90964"/>
                </a:lnTo>
                <a:lnTo>
                  <a:pt x="99990" y="91855"/>
                </a:lnTo>
                <a:lnTo>
                  <a:pt x="99964" y="92723"/>
                </a:lnTo>
                <a:lnTo>
                  <a:pt x="99918" y="93590"/>
                </a:lnTo>
                <a:lnTo>
                  <a:pt x="99853" y="94422"/>
                </a:lnTo>
                <a:lnTo>
                  <a:pt x="99771" y="95229"/>
                </a:lnTo>
                <a:lnTo>
                  <a:pt x="99676" y="95988"/>
                </a:lnTo>
                <a:lnTo>
                  <a:pt x="99563" y="96699"/>
                </a:lnTo>
                <a:lnTo>
                  <a:pt x="99434" y="97349"/>
                </a:lnTo>
                <a:lnTo>
                  <a:pt x="99296" y="97952"/>
                </a:lnTo>
                <a:lnTo>
                  <a:pt x="99144" y="98482"/>
                </a:lnTo>
                <a:lnTo>
                  <a:pt x="98982" y="98928"/>
                </a:lnTo>
                <a:lnTo>
                  <a:pt x="98810" y="99313"/>
                </a:lnTo>
                <a:lnTo>
                  <a:pt x="98632" y="99614"/>
                </a:lnTo>
                <a:lnTo>
                  <a:pt x="98447" y="99831"/>
                </a:lnTo>
                <a:lnTo>
                  <a:pt x="98262" y="99952"/>
                </a:lnTo>
                <a:lnTo>
                  <a:pt x="98072" y="100000"/>
                </a:lnTo>
                <a:lnTo>
                  <a:pt x="1928" y="100000"/>
                </a:lnTo>
                <a:lnTo>
                  <a:pt x="1738" y="99952"/>
                </a:lnTo>
                <a:lnTo>
                  <a:pt x="1553" y="99831"/>
                </a:lnTo>
                <a:lnTo>
                  <a:pt x="1368" y="99614"/>
                </a:lnTo>
                <a:lnTo>
                  <a:pt x="1190" y="99313"/>
                </a:lnTo>
                <a:lnTo>
                  <a:pt x="1018" y="98928"/>
                </a:lnTo>
                <a:lnTo>
                  <a:pt x="856" y="98482"/>
                </a:lnTo>
                <a:lnTo>
                  <a:pt x="704" y="97952"/>
                </a:lnTo>
                <a:lnTo>
                  <a:pt x="566" y="97349"/>
                </a:lnTo>
                <a:lnTo>
                  <a:pt x="437" y="96699"/>
                </a:lnTo>
                <a:lnTo>
                  <a:pt x="324" y="95988"/>
                </a:lnTo>
                <a:lnTo>
                  <a:pt x="229" y="95229"/>
                </a:lnTo>
                <a:lnTo>
                  <a:pt x="147" y="94422"/>
                </a:lnTo>
                <a:lnTo>
                  <a:pt x="82" y="93590"/>
                </a:lnTo>
                <a:lnTo>
                  <a:pt x="36" y="92723"/>
                </a:lnTo>
                <a:lnTo>
                  <a:pt x="10" y="91855"/>
                </a:lnTo>
                <a:lnTo>
                  <a:pt x="0" y="90964"/>
                </a:lnTo>
                <a:lnTo>
                  <a:pt x="0" y="9036"/>
                </a:lnTo>
                <a:lnTo>
                  <a:pt x="10" y="8145"/>
                </a:lnTo>
                <a:lnTo>
                  <a:pt x="36" y="7277"/>
                </a:lnTo>
                <a:lnTo>
                  <a:pt x="82" y="6410"/>
                </a:lnTo>
                <a:lnTo>
                  <a:pt x="147" y="5578"/>
                </a:lnTo>
                <a:lnTo>
                  <a:pt x="229" y="4771"/>
                </a:lnTo>
                <a:lnTo>
                  <a:pt x="324" y="4012"/>
                </a:lnTo>
                <a:lnTo>
                  <a:pt x="437" y="3301"/>
                </a:lnTo>
                <a:lnTo>
                  <a:pt x="566" y="2651"/>
                </a:lnTo>
                <a:lnTo>
                  <a:pt x="704" y="2048"/>
                </a:lnTo>
                <a:lnTo>
                  <a:pt x="856" y="1518"/>
                </a:lnTo>
                <a:lnTo>
                  <a:pt x="1018" y="1072"/>
                </a:lnTo>
                <a:lnTo>
                  <a:pt x="1190" y="687"/>
                </a:lnTo>
                <a:lnTo>
                  <a:pt x="1368" y="386"/>
                </a:lnTo>
                <a:lnTo>
                  <a:pt x="1553" y="169"/>
                </a:lnTo>
                <a:lnTo>
                  <a:pt x="1738" y="48"/>
                </a:lnTo>
                <a:close/>
              </a:path>
            </a:pathLst>
          </a:custGeom>
          <a:solidFill>
            <a:srgbClr val="F8FAFC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el-1792653967094-32"/>
          <p:cNvSpPr/>
          <p:nvPr/>
        </p:nvSpPr>
        <p:spPr>
          <a:xfrm>
            <a:off x="6250781" y="3018949"/>
            <a:ext cx="928688" cy="5000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50000"/>
                </a:moveTo>
                <a:lnTo>
                  <a:pt x="99755" y="54906"/>
                </a:lnTo>
                <a:lnTo>
                  <a:pt x="99041" y="59755"/>
                </a:lnTo>
                <a:lnTo>
                  <a:pt x="97847" y="64509"/>
                </a:lnTo>
                <a:lnTo>
                  <a:pt x="96194" y="69132"/>
                </a:lnTo>
                <a:lnTo>
                  <a:pt x="94092" y="73566"/>
                </a:lnTo>
                <a:lnTo>
                  <a:pt x="91571" y="77774"/>
                </a:lnTo>
                <a:lnTo>
                  <a:pt x="88653" y="81717"/>
                </a:lnTo>
                <a:lnTo>
                  <a:pt x="85357" y="85358"/>
                </a:lnTo>
                <a:lnTo>
                  <a:pt x="81724" y="88642"/>
                </a:lnTo>
                <a:lnTo>
                  <a:pt x="77776" y="91566"/>
                </a:lnTo>
                <a:lnTo>
                  <a:pt x="73571" y="94094"/>
                </a:lnTo>
                <a:lnTo>
                  <a:pt x="69133" y="96189"/>
                </a:lnTo>
                <a:lnTo>
                  <a:pt x="64510" y="97849"/>
                </a:lnTo>
                <a:lnTo>
                  <a:pt x="59755" y="99038"/>
                </a:lnTo>
                <a:lnTo>
                  <a:pt x="54898" y="99755"/>
                </a:lnTo>
                <a:lnTo>
                  <a:pt x="50000" y="100000"/>
                </a:lnTo>
                <a:lnTo>
                  <a:pt x="45102" y="99755"/>
                </a:lnTo>
                <a:lnTo>
                  <a:pt x="40245" y="99038"/>
                </a:lnTo>
                <a:lnTo>
                  <a:pt x="35490" y="97849"/>
                </a:lnTo>
                <a:lnTo>
                  <a:pt x="30867" y="96189"/>
                </a:lnTo>
                <a:lnTo>
                  <a:pt x="26429" y="94094"/>
                </a:lnTo>
                <a:lnTo>
                  <a:pt x="22224" y="91566"/>
                </a:lnTo>
                <a:lnTo>
                  <a:pt x="18276" y="88642"/>
                </a:lnTo>
                <a:lnTo>
                  <a:pt x="14643" y="85358"/>
                </a:lnTo>
                <a:lnTo>
                  <a:pt x="11347" y="81717"/>
                </a:lnTo>
                <a:lnTo>
                  <a:pt x="8429" y="77774"/>
                </a:lnTo>
                <a:lnTo>
                  <a:pt x="5908" y="73566"/>
                </a:lnTo>
                <a:lnTo>
                  <a:pt x="3806" y="69132"/>
                </a:lnTo>
                <a:lnTo>
                  <a:pt x="2153" y="64509"/>
                </a:lnTo>
                <a:lnTo>
                  <a:pt x="959" y="59755"/>
                </a:lnTo>
                <a:lnTo>
                  <a:pt x="245" y="54906"/>
                </a:lnTo>
                <a:lnTo>
                  <a:pt x="0" y="50000"/>
                </a:lnTo>
                <a:lnTo>
                  <a:pt x="245" y="45094"/>
                </a:lnTo>
                <a:lnTo>
                  <a:pt x="959" y="40245"/>
                </a:lnTo>
                <a:lnTo>
                  <a:pt x="2153" y="35491"/>
                </a:lnTo>
                <a:lnTo>
                  <a:pt x="3806" y="30868"/>
                </a:lnTo>
                <a:lnTo>
                  <a:pt x="5908" y="26434"/>
                </a:lnTo>
                <a:lnTo>
                  <a:pt x="8429" y="22226"/>
                </a:lnTo>
                <a:lnTo>
                  <a:pt x="11347" y="18283"/>
                </a:lnTo>
                <a:lnTo>
                  <a:pt x="14643" y="14642"/>
                </a:lnTo>
                <a:lnTo>
                  <a:pt x="18276" y="11358"/>
                </a:lnTo>
                <a:lnTo>
                  <a:pt x="22224" y="8434"/>
                </a:lnTo>
                <a:lnTo>
                  <a:pt x="26429" y="5906"/>
                </a:lnTo>
                <a:lnTo>
                  <a:pt x="30867" y="3811"/>
                </a:lnTo>
                <a:lnTo>
                  <a:pt x="35490" y="2151"/>
                </a:lnTo>
                <a:lnTo>
                  <a:pt x="40245" y="962"/>
                </a:lnTo>
                <a:lnTo>
                  <a:pt x="45102" y="245"/>
                </a:lnTo>
                <a:lnTo>
                  <a:pt x="50000" y="0"/>
                </a:lnTo>
                <a:lnTo>
                  <a:pt x="54898" y="245"/>
                </a:lnTo>
                <a:lnTo>
                  <a:pt x="59755" y="962"/>
                </a:lnTo>
                <a:lnTo>
                  <a:pt x="64510" y="2151"/>
                </a:lnTo>
                <a:lnTo>
                  <a:pt x="69133" y="3811"/>
                </a:lnTo>
                <a:lnTo>
                  <a:pt x="73571" y="5906"/>
                </a:lnTo>
                <a:lnTo>
                  <a:pt x="77776" y="8434"/>
                </a:lnTo>
                <a:lnTo>
                  <a:pt x="81724" y="11358"/>
                </a:lnTo>
                <a:lnTo>
                  <a:pt x="85357" y="14642"/>
                </a:lnTo>
                <a:lnTo>
                  <a:pt x="88653" y="18283"/>
                </a:lnTo>
                <a:lnTo>
                  <a:pt x="91571" y="22226"/>
                </a:lnTo>
                <a:lnTo>
                  <a:pt x="94092" y="26434"/>
                </a:lnTo>
                <a:lnTo>
                  <a:pt x="96194" y="30868"/>
                </a:lnTo>
                <a:lnTo>
                  <a:pt x="97847" y="35491"/>
                </a:lnTo>
                <a:lnTo>
                  <a:pt x="99041" y="40245"/>
                </a:lnTo>
                <a:lnTo>
                  <a:pt x="99755" y="45094"/>
                </a:lnTo>
                <a:close/>
              </a:path>
            </a:pathLst>
          </a:custGeom>
          <a:gradFill rotWithShape="1">
            <a:gsLst>
              <a:gs pos="0">
                <a:srgbClr val="2563EB">
                  <a:alpha val="8000"/>
                </a:srgbClr>
              </a:gs>
              <a:gs pos="7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4288" algn="in">
            <a:solidFill>
              <a:srgbClr val="2563EB">
                <a:alpha val="50000"/>
              </a:srgbClr>
            </a:solidFill>
            <a:prstDash val="sysDash"/>
          </a:ln>
        </p:spPr>
        <p:txBody>
          <a:bodyPr/>
          <a:lstStyle/>
          <a:p>
            <a:endParaRPr/>
          </a:p>
        </p:txBody>
      </p:sp>
      <p:sp>
        <p:nvSpPr>
          <p:cNvPr id="38" name="el-1792653967095-33"/>
          <p:cNvSpPr/>
          <p:nvPr/>
        </p:nvSpPr>
        <p:spPr>
          <a:xfrm>
            <a:off x="6643688" y="3104674"/>
            <a:ext cx="10001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50000"/>
                </a:moveTo>
                <a:lnTo>
                  <a:pt x="99727" y="54909"/>
                </a:lnTo>
                <a:lnTo>
                  <a:pt x="99000" y="59727"/>
                </a:lnTo>
                <a:lnTo>
                  <a:pt x="97818" y="64545"/>
                </a:lnTo>
                <a:lnTo>
                  <a:pt x="96182" y="69091"/>
                </a:lnTo>
                <a:lnTo>
                  <a:pt x="94091" y="73545"/>
                </a:lnTo>
                <a:lnTo>
                  <a:pt x="91545" y="77818"/>
                </a:lnTo>
                <a:lnTo>
                  <a:pt x="88636" y="81727"/>
                </a:lnTo>
                <a:lnTo>
                  <a:pt x="85364" y="85364"/>
                </a:lnTo>
                <a:lnTo>
                  <a:pt x="81727" y="88636"/>
                </a:lnTo>
                <a:lnTo>
                  <a:pt x="77818" y="91545"/>
                </a:lnTo>
                <a:lnTo>
                  <a:pt x="73545" y="94091"/>
                </a:lnTo>
                <a:lnTo>
                  <a:pt x="69091" y="96182"/>
                </a:lnTo>
                <a:lnTo>
                  <a:pt x="64545" y="97818"/>
                </a:lnTo>
                <a:lnTo>
                  <a:pt x="59727" y="99000"/>
                </a:lnTo>
                <a:lnTo>
                  <a:pt x="54909" y="99727"/>
                </a:lnTo>
                <a:lnTo>
                  <a:pt x="50000" y="100000"/>
                </a:lnTo>
                <a:lnTo>
                  <a:pt x="45091" y="99727"/>
                </a:lnTo>
                <a:lnTo>
                  <a:pt x="40273" y="99000"/>
                </a:lnTo>
                <a:lnTo>
                  <a:pt x="35455" y="97818"/>
                </a:lnTo>
                <a:lnTo>
                  <a:pt x="30909" y="96182"/>
                </a:lnTo>
                <a:lnTo>
                  <a:pt x="26455" y="94091"/>
                </a:lnTo>
                <a:lnTo>
                  <a:pt x="22182" y="91545"/>
                </a:lnTo>
                <a:lnTo>
                  <a:pt x="18273" y="88636"/>
                </a:lnTo>
                <a:lnTo>
                  <a:pt x="14636" y="85364"/>
                </a:lnTo>
                <a:lnTo>
                  <a:pt x="11364" y="81727"/>
                </a:lnTo>
                <a:lnTo>
                  <a:pt x="8455" y="77818"/>
                </a:lnTo>
                <a:lnTo>
                  <a:pt x="5909" y="73545"/>
                </a:lnTo>
                <a:lnTo>
                  <a:pt x="3818" y="69091"/>
                </a:lnTo>
                <a:lnTo>
                  <a:pt x="2182" y="64545"/>
                </a:lnTo>
                <a:lnTo>
                  <a:pt x="1000" y="59727"/>
                </a:lnTo>
                <a:lnTo>
                  <a:pt x="273" y="54909"/>
                </a:lnTo>
                <a:lnTo>
                  <a:pt x="0" y="50000"/>
                </a:lnTo>
                <a:lnTo>
                  <a:pt x="273" y="45091"/>
                </a:lnTo>
                <a:lnTo>
                  <a:pt x="1000" y="40273"/>
                </a:lnTo>
                <a:lnTo>
                  <a:pt x="2182" y="35455"/>
                </a:lnTo>
                <a:lnTo>
                  <a:pt x="3818" y="30909"/>
                </a:lnTo>
                <a:lnTo>
                  <a:pt x="5909" y="26455"/>
                </a:lnTo>
                <a:lnTo>
                  <a:pt x="8455" y="22182"/>
                </a:lnTo>
                <a:lnTo>
                  <a:pt x="11364" y="18273"/>
                </a:lnTo>
                <a:lnTo>
                  <a:pt x="14636" y="14636"/>
                </a:lnTo>
                <a:lnTo>
                  <a:pt x="18273" y="11364"/>
                </a:lnTo>
                <a:lnTo>
                  <a:pt x="22182" y="8455"/>
                </a:lnTo>
                <a:lnTo>
                  <a:pt x="26455" y="5909"/>
                </a:lnTo>
                <a:lnTo>
                  <a:pt x="30909" y="3818"/>
                </a:lnTo>
                <a:lnTo>
                  <a:pt x="35455" y="2182"/>
                </a:lnTo>
                <a:lnTo>
                  <a:pt x="40273" y="1000"/>
                </a:lnTo>
                <a:lnTo>
                  <a:pt x="45091" y="273"/>
                </a:lnTo>
                <a:lnTo>
                  <a:pt x="50000" y="0"/>
                </a:lnTo>
                <a:lnTo>
                  <a:pt x="54909" y="273"/>
                </a:lnTo>
                <a:lnTo>
                  <a:pt x="59727" y="1000"/>
                </a:lnTo>
                <a:lnTo>
                  <a:pt x="64545" y="2182"/>
                </a:lnTo>
                <a:lnTo>
                  <a:pt x="69091" y="3818"/>
                </a:lnTo>
                <a:lnTo>
                  <a:pt x="73545" y="5909"/>
                </a:lnTo>
                <a:lnTo>
                  <a:pt x="77818" y="8455"/>
                </a:lnTo>
                <a:lnTo>
                  <a:pt x="81727" y="11364"/>
                </a:lnTo>
                <a:lnTo>
                  <a:pt x="85364" y="14636"/>
                </a:lnTo>
                <a:lnTo>
                  <a:pt x="88636" y="18273"/>
                </a:lnTo>
                <a:lnTo>
                  <a:pt x="91545" y="22182"/>
                </a:lnTo>
                <a:lnTo>
                  <a:pt x="94091" y="26455"/>
                </a:lnTo>
                <a:lnTo>
                  <a:pt x="96182" y="30909"/>
                </a:lnTo>
                <a:lnTo>
                  <a:pt x="97818" y="35455"/>
                </a:lnTo>
                <a:lnTo>
                  <a:pt x="99000" y="40273"/>
                </a:lnTo>
                <a:lnTo>
                  <a:pt x="99727" y="45091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  <a:effectLst>
            <a:outerShdw blurRad="57150" algn="ctr">
              <a:srgbClr val="E8642C">
                <a:alpha val="6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el-1792653967097-34"/>
          <p:cNvSpPr/>
          <p:nvPr/>
        </p:nvSpPr>
        <p:spPr>
          <a:xfrm>
            <a:off x="6393656" y="3376136"/>
            <a:ext cx="71438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50000"/>
                </a:moveTo>
                <a:lnTo>
                  <a:pt x="99750" y="54875"/>
                </a:lnTo>
                <a:lnTo>
                  <a:pt x="99000" y="59750"/>
                </a:lnTo>
                <a:lnTo>
                  <a:pt x="97875" y="64500"/>
                </a:lnTo>
                <a:lnTo>
                  <a:pt x="96250" y="69125"/>
                </a:lnTo>
                <a:lnTo>
                  <a:pt x="94125" y="73625"/>
                </a:lnTo>
                <a:lnTo>
                  <a:pt x="91625" y="77750"/>
                </a:lnTo>
                <a:lnTo>
                  <a:pt x="88625" y="81750"/>
                </a:lnTo>
                <a:lnTo>
                  <a:pt x="85375" y="85375"/>
                </a:lnTo>
                <a:lnTo>
                  <a:pt x="81750" y="88625"/>
                </a:lnTo>
                <a:lnTo>
                  <a:pt x="77750" y="91625"/>
                </a:lnTo>
                <a:lnTo>
                  <a:pt x="73625" y="94125"/>
                </a:lnTo>
                <a:lnTo>
                  <a:pt x="69125" y="96250"/>
                </a:lnTo>
                <a:lnTo>
                  <a:pt x="64500" y="97875"/>
                </a:lnTo>
                <a:lnTo>
                  <a:pt x="59750" y="99000"/>
                </a:lnTo>
                <a:lnTo>
                  <a:pt x="54875" y="99750"/>
                </a:lnTo>
                <a:lnTo>
                  <a:pt x="50000" y="100000"/>
                </a:lnTo>
                <a:lnTo>
                  <a:pt x="45125" y="99750"/>
                </a:lnTo>
                <a:lnTo>
                  <a:pt x="40250" y="99000"/>
                </a:lnTo>
                <a:lnTo>
                  <a:pt x="35500" y="97875"/>
                </a:lnTo>
                <a:lnTo>
                  <a:pt x="30875" y="96250"/>
                </a:lnTo>
                <a:lnTo>
                  <a:pt x="26375" y="94125"/>
                </a:lnTo>
                <a:lnTo>
                  <a:pt x="22250" y="91625"/>
                </a:lnTo>
                <a:lnTo>
                  <a:pt x="18250" y="88625"/>
                </a:lnTo>
                <a:lnTo>
                  <a:pt x="14625" y="85375"/>
                </a:lnTo>
                <a:lnTo>
                  <a:pt x="11375" y="81750"/>
                </a:lnTo>
                <a:lnTo>
                  <a:pt x="8375" y="77750"/>
                </a:lnTo>
                <a:lnTo>
                  <a:pt x="5875" y="73625"/>
                </a:lnTo>
                <a:lnTo>
                  <a:pt x="3750" y="69125"/>
                </a:lnTo>
                <a:lnTo>
                  <a:pt x="2125" y="64500"/>
                </a:lnTo>
                <a:lnTo>
                  <a:pt x="1000" y="59750"/>
                </a:lnTo>
                <a:lnTo>
                  <a:pt x="250" y="54875"/>
                </a:lnTo>
                <a:lnTo>
                  <a:pt x="0" y="50000"/>
                </a:lnTo>
                <a:lnTo>
                  <a:pt x="250" y="45125"/>
                </a:lnTo>
                <a:lnTo>
                  <a:pt x="1000" y="40250"/>
                </a:lnTo>
                <a:lnTo>
                  <a:pt x="2125" y="35500"/>
                </a:lnTo>
                <a:lnTo>
                  <a:pt x="3750" y="30875"/>
                </a:lnTo>
                <a:lnTo>
                  <a:pt x="5875" y="26375"/>
                </a:lnTo>
                <a:lnTo>
                  <a:pt x="8375" y="22250"/>
                </a:lnTo>
                <a:lnTo>
                  <a:pt x="11375" y="18250"/>
                </a:lnTo>
                <a:lnTo>
                  <a:pt x="14625" y="14625"/>
                </a:lnTo>
                <a:lnTo>
                  <a:pt x="18250" y="11375"/>
                </a:lnTo>
                <a:lnTo>
                  <a:pt x="22250" y="8375"/>
                </a:lnTo>
                <a:lnTo>
                  <a:pt x="26375" y="5875"/>
                </a:lnTo>
                <a:lnTo>
                  <a:pt x="30875" y="3750"/>
                </a:lnTo>
                <a:lnTo>
                  <a:pt x="35500" y="2125"/>
                </a:lnTo>
                <a:lnTo>
                  <a:pt x="40250" y="1000"/>
                </a:lnTo>
                <a:lnTo>
                  <a:pt x="45125" y="250"/>
                </a:lnTo>
                <a:lnTo>
                  <a:pt x="50000" y="0"/>
                </a:lnTo>
                <a:lnTo>
                  <a:pt x="54875" y="250"/>
                </a:lnTo>
                <a:lnTo>
                  <a:pt x="59750" y="1000"/>
                </a:lnTo>
                <a:lnTo>
                  <a:pt x="64500" y="2125"/>
                </a:lnTo>
                <a:lnTo>
                  <a:pt x="69125" y="3750"/>
                </a:lnTo>
                <a:lnTo>
                  <a:pt x="73625" y="5875"/>
                </a:lnTo>
                <a:lnTo>
                  <a:pt x="77750" y="8375"/>
                </a:lnTo>
                <a:lnTo>
                  <a:pt x="81750" y="11375"/>
                </a:lnTo>
                <a:lnTo>
                  <a:pt x="85375" y="14625"/>
                </a:lnTo>
                <a:lnTo>
                  <a:pt x="88625" y="18250"/>
                </a:lnTo>
                <a:lnTo>
                  <a:pt x="91625" y="22250"/>
                </a:lnTo>
                <a:lnTo>
                  <a:pt x="94125" y="26375"/>
                </a:lnTo>
                <a:lnTo>
                  <a:pt x="96250" y="30875"/>
                </a:lnTo>
                <a:lnTo>
                  <a:pt x="97875" y="35500"/>
                </a:lnTo>
                <a:lnTo>
                  <a:pt x="99000" y="40250"/>
                </a:lnTo>
                <a:lnTo>
                  <a:pt x="99750" y="45125"/>
                </a:lnTo>
                <a:close/>
              </a:path>
            </a:pathLst>
          </a:custGeom>
          <a:solidFill>
            <a:srgbClr val="2563EB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el-1792653967098-35"/>
          <p:cNvSpPr/>
          <p:nvPr/>
        </p:nvSpPr>
        <p:spPr>
          <a:xfrm>
            <a:off x="6893719" y="3318986"/>
            <a:ext cx="57150" cy="571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50000"/>
                </a:moveTo>
                <a:lnTo>
                  <a:pt x="99833" y="54833"/>
                </a:lnTo>
                <a:lnTo>
                  <a:pt x="99000" y="59833"/>
                </a:lnTo>
                <a:lnTo>
                  <a:pt x="97833" y="64500"/>
                </a:lnTo>
                <a:lnTo>
                  <a:pt x="96167" y="69167"/>
                </a:lnTo>
                <a:lnTo>
                  <a:pt x="94167" y="73500"/>
                </a:lnTo>
                <a:lnTo>
                  <a:pt x="91500" y="77833"/>
                </a:lnTo>
                <a:lnTo>
                  <a:pt x="88667" y="81667"/>
                </a:lnTo>
                <a:lnTo>
                  <a:pt x="85333" y="85333"/>
                </a:lnTo>
                <a:lnTo>
                  <a:pt x="81667" y="88667"/>
                </a:lnTo>
                <a:lnTo>
                  <a:pt x="77833" y="91500"/>
                </a:lnTo>
                <a:lnTo>
                  <a:pt x="73500" y="94167"/>
                </a:lnTo>
                <a:lnTo>
                  <a:pt x="69167" y="96167"/>
                </a:lnTo>
                <a:lnTo>
                  <a:pt x="64500" y="97833"/>
                </a:lnTo>
                <a:lnTo>
                  <a:pt x="59833" y="99000"/>
                </a:lnTo>
                <a:lnTo>
                  <a:pt x="54833" y="99833"/>
                </a:lnTo>
                <a:lnTo>
                  <a:pt x="50000" y="100000"/>
                </a:lnTo>
                <a:lnTo>
                  <a:pt x="45167" y="99833"/>
                </a:lnTo>
                <a:lnTo>
                  <a:pt x="40167" y="99000"/>
                </a:lnTo>
                <a:lnTo>
                  <a:pt x="35500" y="97833"/>
                </a:lnTo>
                <a:lnTo>
                  <a:pt x="30833" y="96167"/>
                </a:lnTo>
                <a:lnTo>
                  <a:pt x="26500" y="94167"/>
                </a:lnTo>
                <a:lnTo>
                  <a:pt x="22167" y="91500"/>
                </a:lnTo>
                <a:lnTo>
                  <a:pt x="18333" y="88667"/>
                </a:lnTo>
                <a:lnTo>
                  <a:pt x="14667" y="85333"/>
                </a:lnTo>
                <a:lnTo>
                  <a:pt x="11333" y="81667"/>
                </a:lnTo>
                <a:lnTo>
                  <a:pt x="8500" y="77833"/>
                </a:lnTo>
                <a:lnTo>
                  <a:pt x="5833" y="73500"/>
                </a:lnTo>
                <a:lnTo>
                  <a:pt x="3833" y="69167"/>
                </a:lnTo>
                <a:lnTo>
                  <a:pt x="2167" y="64500"/>
                </a:lnTo>
                <a:lnTo>
                  <a:pt x="1000" y="59833"/>
                </a:lnTo>
                <a:lnTo>
                  <a:pt x="167" y="54833"/>
                </a:lnTo>
                <a:lnTo>
                  <a:pt x="0" y="50000"/>
                </a:lnTo>
                <a:lnTo>
                  <a:pt x="167" y="45167"/>
                </a:lnTo>
                <a:lnTo>
                  <a:pt x="1000" y="40167"/>
                </a:lnTo>
                <a:lnTo>
                  <a:pt x="2167" y="35500"/>
                </a:lnTo>
                <a:lnTo>
                  <a:pt x="3833" y="30833"/>
                </a:lnTo>
                <a:lnTo>
                  <a:pt x="5833" y="26500"/>
                </a:lnTo>
                <a:lnTo>
                  <a:pt x="8500" y="22167"/>
                </a:lnTo>
                <a:lnTo>
                  <a:pt x="11333" y="18333"/>
                </a:lnTo>
                <a:lnTo>
                  <a:pt x="14667" y="14667"/>
                </a:lnTo>
                <a:lnTo>
                  <a:pt x="18333" y="11333"/>
                </a:lnTo>
                <a:lnTo>
                  <a:pt x="22167" y="8500"/>
                </a:lnTo>
                <a:lnTo>
                  <a:pt x="26500" y="5833"/>
                </a:lnTo>
                <a:lnTo>
                  <a:pt x="30833" y="3833"/>
                </a:lnTo>
                <a:lnTo>
                  <a:pt x="35500" y="2167"/>
                </a:lnTo>
                <a:lnTo>
                  <a:pt x="40167" y="1000"/>
                </a:lnTo>
                <a:lnTo>
                  <a:pt x="45167" y="167"/>
                </a:lnTo>
                <a:lnTo>
                  <a:pt x="50000" y="0"/>
                </a:lnTo>
                <a:lnTo>
                  <a:pt x="54833" y="167"/>
                </a:lnTo>
                <a:lnTo>
                  <a:pt x="59833" y="1000"/>
                </a:lnTo>
                <a:lnTo>
                  <a:pt x="64500" y="2167"/>
                </a:lnTo>
                <a:lnTo>
                  <a:pt x="69167" y="3833"/>
                </a:lnTo>
                <a:lnTo>
                  <a:pt x="73500" y="5833"/>
                </a:lnTo>
                <a:lnTo>
                  <a:pt x="77833" y="8500"/>
                </a:lnTo>
                <a:lnTo>
                  <a:pt x="81667" y="11333"/>
                </a:lnTo>
                <a:lnTo>
                  <a:pt x="85333" y="14667"/>
                </a:lnTo>
                <a:lnTo>
                  <a:pt x="88667" y="18333"/>
                </a:lnTo>
                <a:lnTo>
                  <a:pt x="91500" y="22167"/>
                </a:lnTo>
                <a:lnTo>
                  <a:pt x="94167" y="26500"/>
                </a:lnTo>
                <a:lnTo>
                  <a:pt x="96167" y="30833"/>
                </a:lnTo>
                <a:lnTo>
                  <a:pt x="97833" y="35500"/>
                </a:lnTo>
                <a:lnTo>
                  <a:pt x="99000" y="40167"/>
                </a:lnTo>
                <a:lnTo>
                  <a:pt x="99833" y="45167"/>
                </a:lnTo>
                <a:close/>
              </a:path>
            </a:pathLst>
          </a:custGeom>
          <a:solidFill>
            <a:srgbClr val="2563EB">
              <a:alpha val="5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-1792653967067-26"/>
          <p:cNvSpPr/>
          <p:nvPr/>
        </p:nvSpPr>
        <p:spPr>
          <a:xfrm>
            <a:off x="7845623" y="3449003"/>
            <a:ext cx="626864" cy="162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879" y="0"/>
                </a:moveTo>
                <a:lnTo>
                  <a:pt x="87121" y="0"/>
                </a:lnTo>
                <a:lnTo>
                  <a:pt x="88379" y="235"/>
                </a:lnTo>
                <a:lnTo>
                  <a:pt x="89636" y="941"/>
                </a:lnTo>
                <a:lnTo>
                  <a:pt x="90864" y="2176"/>
                </a:lnTo>
                <a:lnTo>
                  <a:pt x="92045" y="3824"/>
                </a:lnTo>
                <a:lnTo>
                  <a:pt x="93197" y="5882"/>
                </a:lnTo>
                <a:lnTo>
                  <a:pt x="94273" y="8412"/>
                </a:lnTo>
                <a:lnTo>
                  <a:pt x="95288" y="11353"/>
                </a:lnTo>
                <a:lnTo>
                  <a:pt x="96227" y="14647"/>
                </a:lnTo>
                <a:lnTo>
                  <a:pt x="97076" y="18294"/>
                </a:lnTo>
                <a:lnTo>
                  <a:pt x="97833" y="22235"/>
                </a:lnTo>
                <a:lnTo>
                  <a:pt x="98485" y="26412"/>
                </a:lnTo>
                <a:lnTo>
                  <a:pt x="99015" y="30882"/>
                </a:lnTo>
                <a:lnTo>
                  <a:pt x="99439" y="35471"/>
                </a:lnTo>
                <a:lnTo>
                  <a:pt x="99758" y="40235"/>
                </a:lnTo>
                <a:lnTo>
                  <a:pt x="99939" y="45118"/>
                </a:lnTo>
                <a:lnTo>
                  <a:pt x="100000" y="50000"/>
                </a:lnTo>
                <a:lnTo>
                  <a:pt x="99939" y="54882"/>
                </a:lnTo>
                <a:lnTo>
                  <a:pt x="99758" y="59765"/>
                </a:lnTo>
                <a:lnTo>
                  <a:pt x="99439" y="64529"/>
                </a:lnTo>
                <a:lnTo>
                  <a:pt x="99015" y="69118"/>
                </a:lnTo>
                <a:lnTo>
                  <a:pt x="98485" y="73588"/>
                </a:lnTo>
                <a:lnTo>
                  <a:pt x="97833" y="77765"/>
                </a:lnTo>
                <a:lnTo>
                  <a:pt x="97076" y="81706"/>
                </a:lnTo>
                <a:lnTo>
                  <a:pt x="96227" y="85353"/>
                </a:lnTo>
                <a:lnTo>
                  <a:pt x="95288" y="88647"/>
                </a:lnTo>
                <a:lnTo>
                  <a:pt x="94273" y="91588"/>
                </a:lnTo>
                <a:lnTo>
                  <a:pt x="93197" y="94118"/>
                </a:lnTo>
                <a:lnTo>
                  <a:pt x="92045" y="96176"/>
                </a:lnTo>
                <a:lnTo>
                  <a:pt x="90864" y="97824"/>
                </a:lnTo>
                <a:lnTo>
                  <a:pt x="89636" y="99059"/>
                </a:lnTo>
                <a:lnTo>
                  <a:pt x="88379" y="99765"/>
                </a:lnTo>
                <a:lnTo>
                  <a:pt x="87121" y="100000"/>
                </a:lnTo>
                <a:lnTo>
                  <a:pt x="12879" y="100000"/>
                </a:lnTo>
                <a:lnTo>
                  <a:pt x="11621" y="99765"/>
                </a:lnTo>
                <a:lnTo>
                  <a:pt x="10364" y="99059"/>
                </a:lnTo>
                <a:lnTo>
                  <a:pt x="9136" y="97824"/>
                </a:lnTo>
                <a:lnTo>
                  <a:pt x="7955" y="96176"/>
                </a:lnTo>
                <a:lnTo>
                  <a:pt x="6803" y="94118"/>
                </a:lnTo>
                <a:lnTo>
                  <a:pt x="5727" y="91588"/>
                </a:lnTo>
                <a:lnTo>
                  <a:pt x="4712" y="88647"/>
                </a:lnTo>
                <a:lnTo>
                  <a:pt x="3773" y="85353"/>
                </a:lnTo>
                <a:lnTo>
                  <a:pt x="2924" y="81706"/>
                </a:lnTo>
                <a:lnTo>
                  <a:pt x="2167" y="77765"/>
                </a:lnTo>
                <a:lnTo>
                  <a:pt x="1515" y="73588"/>
                </a:lnTo>
                <a:lnTo>
                  <a:pt x="985" y="69118"/>
                </a:lnTo>
                <a:lnTo>
                  <a:pt x="561" y="64529"/>
                </a:lnTo>
                <a:lnTo>
                  <a:pt x="242" y="59765"/>
                </a:lnTo>
                <a:lnTo>
                  <a:pt x="61" y="54882"/>
                </a:lnTo>
                <a:lnTo>
                  <a:pt x="0" y="50000"/>
                </a:lnTo>
                <a:lnTo>
                  <a:pt x="61" y="45118"/>
                </a:lnTo>
                <a:lnTo>
                  <a:pt x="242" y="40235"/>
                </a:lnTo>
                <a:lnTo>
                  <a:pt x="561" y="35471"/>
                </a:lnTo>
                <a:lnTo>
                  <a:pt x="985" y="30882"/>
                </a:lnTo>
                <a:lnTo>
                  <a:pt x="1515" y="26412"/>
                </a:lnTo>
                <a:lnTo>
                  <a:pt x="2167" y="22235"/>
                </a:lnTo>
                <a:lnTo>
                  <a:pt x="2924" y="18294"/>
                </a:lnTo>
                <a:lnTo>
                  <a:pt x="3773" y="14647"/>
                </a:lnTo>
                <a:lnTo>
                  <a:pt x="4712" y="11353"/>
                </a:lnTo>
                <a:lnTo>
                  <a:pt x="5727" y="8412"/>
                </a:lnTo>
                <a:lnTo>
                  <a:pt x="6803" y="5882"/>
                </a:lnTo>
                <a:lnTo>
                  <a:pt x="7955" y="3824"/>
                </a:lnTo>
                <a:lnTo>
                  <a:pt x="9136" y="2176"/>
                </a:lnTo>
                <a:lnTo>
                  <a:pt x="10364" y="941"/>
                </a:lnTo>
                <a:lnTo>
                  <a:pt x="11621" y="235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el-1792653967163-42"/>
          <p:cNvSpPr/>
          <p:nvPr/>
        </p:nvSpPr>
        <p:spPr>
          <a:xfrm>
            <a:off x="7924205" y="3487670"/>
            <a:ext cx="69652" cy="926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8714" y="95000"/>
                </a:moveTo>
                <a:lnTo>
                  <a:pt x="58714" y="95000"/>
                </a:lnTo>
                <a:cubicBezTo>
                  <a:pt x="63667" y="90800"/>
                  <a:pt x="69667" y="85167"/>
                  <a:pt x="76714" y="78100"/>
                </a:cubicBezTo>
                <a:lnTo>
                  <a:pt x="76714" y="78100"/>
                </a:lnTo>
                <a:lnTo>
                  <a:pt x="76714" y="78100"/>
                </a:lnTo>
                <a:cubicBezTo>
                  <a:pt x="83762" y="71100"/>
                  <a:pt x="90095" y="63867"/>
                  <a:pt x="95714" y="56400"/>
                </a:cubicBezTo>
                <a:lnTo>
                  <a:pt x="95714" y="56400"/>
                </a:lnTo>
                <a:lnTo>
                  <a:pt x="95714" y="56400"/>
                </a:lnTo>
                <a:cubicBezTo>
                  <a:pt x="101143" y="48867"/>
                  <a:pt x="104048" y="42267"/>
                  <a:pt x="104429" y="36600"/>
                </a:cubicBezTo>
                <a:lnTo>
                  <a:pt x="104429" y="36600"/>
                </a:lnTo>
                <a:cubicBezTo>
                  <a:pt x="104048" y="26133"/>
                  <a:pt x="99000" y="17500"/>
                  <a:pt x="89286" y="10700"/>
                </a:cubicBezTo>
                <a:lnTo>
                  <a:pt x="89286" y="10700"/>
                </a:lnTo>
                <a:cubicBezTo>
                  <a:pt x="79476" y="3833"/>
                  <a:pt x="67143" y="267"/>
                  <a:pt x="52286" y="0"/>
                </a:cubicBezTo>
                <a:lnTo>
                  <a:pt x="52286" y="0"/>
                </a:lnTo>
                <a:cubicBezTo>
                  <a:pt x="37333" y="267"/>
                  <a:pt x="25000" y="3833"/>
                  <a:pt x="15286" y="10700"/>
                </a:cubicBezTo>
                <a:lnTo>
                  <a:pt x="15286" y="10700"/>
                </a:lnTo>
                <a:cubicBezTo>
                  <a:pt x="5476" y="17500"/>
                  <a:pt x="381" y="26133"/>
                  <a:pt x="0" y="36600"/>
                </a:cubicBezTo>
                <a:lnTo>
                  <a:pt x="0" y="36600"/>
                </a:lnTo>
                <a:cubicBezTo>
                  <a:pt x="381" y="42267"/>
                  <a:pt x="3286" y="48867"/>
                  <a:pt x="8714" y="56400"/>
                </a:cubicBezTo>
                <a:lnTo>
                  <a:pt x="8714" y="56400"/>
                </a:lnTo>
                <a:cubicBezTo>
                  <a:pt x="14333" y="63867"/>
                  <a:pt x="20667" y="71100"/>
                  <a:pt x="27714" y="78100"/>
                </a:cubicBezTo>
                <a:lnTo>
                  <a:pt x="27714" y="78100"/>
                </a:lnTo>
                <a:cubicBezTo>
                  <a:pt x="34857" y="85167"/>
                  <a:pt x="40857" y="90800"/>
                  <a:pt x="45714" y="95000"/>
                </a:cubicBezTo>
                <a:lnTo>
                  <a:pt x="45714" y="95000"/>
                </a:lnTo>
                <a:cubicBezTo>
                  <a:pt x="47524" y="96533"/>
                  <a:pt x="49714" y="97300"/>
                  <a:pt x="52286" y="97300"/>
                </a:cubicBezTo>
                <a:lnTo>
                  <a:pt x="52286" y="97300"/>
                </a:lnTo>
                <a:cubicBezTo>
                  <a:pt x="54762" y="97300"/>
                  <a:pt x="56905" y="96533"/>
                  <a:pt x="58714" y="95000"/>
                </a:cubicBezTo>
                <a:lnTo>
                  <a:pt x="58714" y="95000"/>
                </a:lnTo>
                <a:moveTo>
                  <a:pt x="52286" y="24400"/>
                </a:moveTo>
                <a:lnTo>
                  <a:pt x="52286" y="24400"/>
                </a:lnTo>
                <a:cubicBezTo>
                  <a:pt x="58762" y="24533"/>
                  <a:pt x="63714" y="26567"/>
                  <a:pt x="67143" y="30500"/>
                </a:cubicBezTo>
                <a:lnTo>
                  <a:pt x="67143" y="30500"/>
                </a:lnTo>
                <a:cubicBezTo>
                  <a:pt x="70476" y="34567"/>
                  <a:pt x="70476" y="38633"/>
                  <a:pt x="67143" y="42700"/>
                </a:cubicBezTo>
                <a:lnTo>
                  <a:pt x="67143" y="42700"/>
                </a:lnTo>
                <a:cubicBezTo>
                  <a:pt x="63714" y="46633"/>
                  <a:pt x="58762" y="48667"/>
                  <a:pt x="52286" y="48800"/>
                </a:cubicBezTo>
                <a:lnTo>
                  <a:pt x="52286" y="48800"/>
                </a:lnTo>
                <a:cubicBezTo>
                  <a:pt x="45714" y="48667"/>
                  <a:pt x="40714" y="46633"/>
                  <a:pt x="37286" y="42700"/>
                </a:cubicBezTo>
                <a:lnTo>
                  <a:pt x="37286" y="42700"/>
                </a:lnTo>
                <a:cubicBezTo>
                  <a:pt x="34048" y="38633"/>
                  <a:pt x="34048" y="34567"/>
                  <a:pt x="37286" y="30500"/>
                </a:cubicBezTo>
                <a:lnTo>
                  <a:pt x="37286" y="30500"/>
                </a:lnTo>
                <a:cubicBezTo>
                  <a:pt x="40714" y="26567"/>
                  <a:pt x="45714" y="24533"/>
                  <a:pt x="52286" y="24400"/>
                </a:cubicBezTo>
                <a:lnTo>
                  <a:pt x="52286" y="24400"/>
                </a:lnTo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el-1792653967062-21"/>
          <p:cNvSpPr txBox="1"/>
          <p:nvPr/>
        </p:nvSpPr>
        <p:spPr>
          <a:xfrm>
            <a:off x="1035844" y="2175986"/>
            <a:ext cx="203254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场景一 · 立体几何新课</a:t>
            </a:r>
            <a:endParaRPr/>
          </a:p>
        </p:txBody>
      </p:sp>
      <p:sp>
        <p:nvSpPr>
          <p:cNvPr id="44" name="el-1792653967050-17"/>
          <p:cNvSpPr txBox="1"/>
          <p:nvPr/>
        </p:nvSpPr>
        <p:spPr>
          <a:xfrm>
            <a:off x="578644" y="2567464"/>
            <a:ext cx="4228957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四棱锥 + 球面</a:t>
            </a:r>
            <a:r>
              <a:rPr sz="9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3D 可视化，直观展现空间关系与截面特征</a:t>
            </a:r>
            <a:endParaRPr/>
          </a:p>
        </p:txBody>
      </p:sp>
      <p:sp>
        <p:nvSpPr>
          <p:cNvPr id="45" name="el-1792653967063-22"/>
          <p:cNvSpPr txBox="1"/>
          <p:nvPr/>
        </p:nvSpPr>
        <p:spPr>
          <a:xfrm>
            <a:off x="3462040" y="3470434"/>
            <a:ext cx="878360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21444" algn="l">
              <a:lnSpc>
                <a:spcPct val="100000"/>
              </a:lnSpc>
            </a:pPr>
            <a:r>
              <a:rPr sz="73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3D </a:t>
            </a:r>
            <a:r>
              <a:rPr sz="730" dirty="0" err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实时旋转</a:t>
            </a:r>
            <a:endParaRPr dirty="0"/>
          </a:p>
        </p:txBody>
      </p:sp>
      <p:sp>
        <p:nvSpPr>
          <p:cNvPr id="46" name="el-1792653967065-24"/>
          <p:cNvSpPr txBox="1"/>
          <p:nvPr/>
        </p:nvSpPr>
        <p:spPr>
          <a:xfrm>
            <a:off x="5322094" y="2175986"/>
            <a:ext cx="1871805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场景二 · 习题课探究</a:t>
            </a:r>
            <a:endParaRPr/>
          </a:p>
        </p:txBody>
      </p:sp>
      <p:sp>
        <p:nvSpPr>
          <p:cNvPr id="47" name="el-1792653967052-18"/>
          <p:cNvSpPr txBox="1"/>
          <p:nvPr/>
        </p:nvSpPr>
        <p:spPr>
          <a:xfrm>
            <a:off x="4864894" y="2567464"/>
            <a:ext cx="3995785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动点轨迹</a:t>
            </a:r>
            <a:r>
              <a:rPr sz="9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5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动态演示，学生可以自主操作探索几何规律</a:t>
            </a:r>
            <a:endParaRPr dirty="0"/>
          </a:p>
        </p:txBody>
      </p:sp>
      <p:sp>
        <p:nvSpPr>
          <p:cNvPr id="48" name="el-1792653967066-25"/>
          <p:cNvSpPr txBox="1"/>
          <p:nvPr/>
        </p:nvSpPr>
        <p:spPr>
          <a:xfrm>
            <a:off x="7924205" y="3470434"/>
            <a:ext cx="613291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98227" algn="l">
              <a:lnSpc>
                <a:spcPct val="100000"/>
              </a:lnSpc>
            </a:pPr>
            <a:r>
              <a:rPr sz="730" dirty="0" err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动点追踪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2653967223-1"/>
          <p:cNvSpPr/>
          <p:nvPr/>
        </p:nvSpPr>
        <p:spPr>
          <a:xfrm>
            <a:off x="0" y="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25000"/>
                </a:lnTo>
                <a:cubicBezTo>
                  <a:pt x="100000" y="66421"/>
                  <a:pt x="66421" y="100000"/>
                  <a:pt x="25000" y="100000"/>
                </a:cubicBez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2563EB">
                  <a:alpha val="10000"/>
                </a:srgbClr>
              </a:gs>
              <a:gs pos="70000">
                <a:srgbClr val="2563EB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el-1792653967224-2"/>
          <p:cNvSpPr/>
          <p:nvPr/>
        </p:nvSpPr>
        <p:spPr>
          <a:xfrm>
            <a:off x="8429625" y="4071938"/>
            <a:ext cx="714375" cy="7143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50000"/>
                </a:lnTo>
                <a:cubicBezTo>
                  <a:pt x="0" y="22386"/>
                  <a:pt x="22386" y="0"/>
                  <a:pt x="50000" y="0"/>
                </a:cubicBezTo>
                <a:close/>
              </a:path>
            </a:pathLst>
          </a:custGeom>
          <a:gradFill rotWithShape="1">
            <a:gsLst>
              <a:gs pos="0">
                <a:srgbClr val="E8642C">
                  <a:alpha val="8000"/>
                </a:srgbClr>
              </a:gs>
              <a:gs pos="70000">
                <a:srgbClr val="E8642C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" name="el-1792653967709-3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5" name="el-1792653967224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2653967246-15"/>
          <p:cNvSpPr/>
          <p:nvPr/>
        </p:nvSpPr>
        <p:spPr>
          <a:xfrm>
            <a:off x="400050" y="125016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2653967447-52"/>
          <p:cNvSpPr/>
          <p:nvPr/>
        </p:nvSpPr>
        <p:spPr>
          <a:xfrm>
            <a:off x="464356" y="189322"/>
            <a:ext cx="128562" cy="12856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1846" y="78077"/>
                </a:moveTo>
                <a:lnTo>
                  <a:pt x="31846" y="78077"/>
                </a:lnTo>
                <a:lnTo>
                  <a:pt x="25538" y="71769"/>
                </a:lnTo>
                <a:cubicBezTo>
                  <a:pt x="23795" y="69872"/>
                  <a:pt x="23256" y="67718"/>
                  <a:pt x="23923" y="65308"/>
                </a:cubicBezTo>
                <a:lnTo>
                  <a:pt x="23923" y="65308"/>
                </a:lnTo>
                <a:cubicBezTo>
                  <a:pt x="24590" y="63410"/>
                  <a:pt x="25410" y="61103"/>
                  <a:pt x="26385" y="58385"/>
                </a:cubicBezTo>
                <a:lnTo>
                  <a:pt x="26385" y="58385"/>
                </a:lnTo>
                <a:lnTo>
                  <a:pt x="4846" y="58385"/>
                </a:lnTo>
                <a:cubicBezTo>
                  <a:pt x="2949" y="58385"/>
                  <a:pt x="1538" y="57564"/>
                  <a:pt x="615" y="55923"/>
                </a:cubicBezTo>
                <a:lnTo>
                  <a:pt x="615" y="55923"/>
                </a:lnTo>
                <a:cubicBezTo>
                  <a:pt x="-205" y="54333"/>
                  <a:pt x="-205" y="52718"/>
                  <a:pt x="615" y="51077"/>
                </a:cubicBezTo>
                <a:lnTo>
                  <a:pt x="615" y="51077"/>
                </a:lnTo>
                <a:lnTo>
                  <a:pt x="11385" y="33077"/>
                </a:lnTo>
                <a:cubicBezTo>
                  <a:pt x="14205" y="28462"/>
                  <a:pt x="18385" y="26077"/>
                  <a:pt x="23923" y="25923"/>
                </a:cubicBezTo>
                <a:lnTo>
                  <a:pt x="23923" y="25923"/>
                </a:lnTo>
                <a:lnTo>
                  <a:pt x="40538" y="25923"/>
                </a:lnTo>
                <a:cubicBezTo>
                  <a:pt x="41103" y="25103"/>
                  <a:pt x="41590" y="24359"/>
                  <a:pt x="42000" y="23692"/>
                </a:cubicBezTo>
                <a:lnTo>
                  <a:pt x="42000" y="23692"/>
                </a:lnTo>
                <a:cubicBezTo>
                  <a:pt x="47692" y="15590"/>
                  <a:pt x="53897" y="9769"/>
                  <a:pt x="60615" y="6231"/>
                </a:cubicBezTo>
                <a:lnTo>
                  <a:pt x="60615" y="6231"/>
                </a:lnTo>
                <a:cubicBezTo>
                  <a:pt x="67385" y="2744"/>
                  <a:pt x="74077" y="718"/>
                  <a:pt x="80692" y="154"/>
                </a:cubicBezTo>
                <a:lnTo>
                  <a:pt x="80692" y="154"/>
                </a:lnTo>
                <a:cubicBezTo>
                  <a:pt x="87359" y="-256"/>
                  <a:pt x="93179" y="26"/>
                  <a:pt x="98154" y="1000"/>
                </a:cubicBezTo>
                <a:lnTo>
                  <a:pt x="98154" y="1000"/>
                </a:lnTo>
                <a:cubicBezTo>
                  <a:pt x="100615" y="1667"/>
                  <a:pt x="102179" y="3231"/>
                  <a:pt x="102846" y="5692"/>
                </a:cubicBezTo>
                <a:lnTo>
                  <a:pt x="102846" y="5692"/>
                </a:lnTo>
                <a:cubicBezTo>
                  <a:pt x="103769" y="10667"/>
                  <a:pt x="104026" y="16462"/>
                  <a:pt x="103615" y="23077"/>
                </a:cubicBezTo>
                <a:lnTo>
                  <a:pt x="103615" y="23077"/>
                </a:lnTo>
                <a:cubicBezTo>
                  <a:pt x="103103" y="29744"/>
                  <a:pt x="101077" y="36436"/>
                  <a:pt x="97538" y="43154"/>
                </a:cubicBezTo>
                <a:lnTo>
                  <a:pt x="97538" y="43154"/>
                </a:lnTo>
                <a:cubicBezTo>
                  <a:pt x="94051" y="49923"/>
                  <a:pt x="88256" y="56154"/>
                  <a:pt x="80154" y="61846"/>
                </a:cubicBezTo>
                <a:lnTo>
                  <a:pt x="80154" y="61846"/>
                </a:lnTo>
                <a:cubicBezTo>
                  <a:pt x="79436" y="62256"/>
                  <a:pt x="78692" y="62718"/>
                  <a:pt x="77923" y="63231"/>
                </a:cubicBezTo>
                <a:lnTo>
                  <a:pt x="77923" y="63231"/>
                </a:lnTo>
                <a:lnTo>
                  <a:pt x="77923" y="79923"/>
                </a:lnTo>
                <a:cubicBezTo>
                  <a:pt x="77769" y="85462"/>
                  <a:pt x="75385" y="89641"/>
                  <a:pt x="70769" y="92462"/>
                </a:cubicBezTo>
                <a:lnTo>
                  <a:pt x="70769" y="92462"/>
                </a:lnTo>
                <a:lnTo>
                  <a:pt x="52769" y="103231"/>
                </a:lnTo>
                <a:cubicBezTo>
                  <a:pt x="51128" y="104051"/>
                  <a:pt x="49487" y="104051"/>
                  <a:pt x="47846" y="103231"/>
                </a:cubicBezTo>
                <a:lnTo>
                  <a:pt x="47846" y="103231"/>
                </a:lnTo>
                <a:cubicBezTo>
                  <a:pt x="46256" y="102256"/>
                  <a:pt x="45462" y="100821"/>
                  <a:pt x="45462" y="98923"/>
                </a:cubicBezTo>
                <a:lnTo>
                  <a:pt x="45462" y="98923"/>
                </a:lnTo>
                <a:lnTo>
                  <a:pt x="45462" y="77231"/>
                </a:lnTo>
                <a:cubicBezTo>
                  <a:pt x="42590" y="78205"/>
                  <a:pt x="40154" y="79026"/>
                  <a:pt x="38154" y="79692"/>
                </a:cubicBezTo>
                <a:lnTo>
                  <a:pt x="38154" y="79692"/>
                </a:lnTo>
                <a:cubicBezTo>
                  <a:pt x="35692" y="80359"/>
                  <a:pt x="33590" y="79821"/>
                  <a:pt x="31846" y="78077"/>
                </a:cubicBezTo>
                <a:lnTo>
                  <a:pt x="31846" y="78077"/>
                </a:lnTo>
                <a:moveTo>
                  <a:pt x="77923" y="34077"/>
                </a:moveTo>
                <a:lnTo>
                  <a:pt x="77923" y="34077"/>
                </a:lnTo>
                <a:cubicBezTo>
                  <a:pt x="81000" y="33923"/>
                  <a:pt x="83359" y="32564"/>
                  <a:pt x="85000" y="30000"/>
                </a:cubicBezTo>
                <a:lnTo>
                  <a:pt x="85000" y="30000"/>
                </a:lnTo>
                <a:cubicBezTo>
                  <a:pt x="86333" y="27282"/>
                  <a:pt x="86333" y="24590"/>
                  <a:pt x="85000" y="21923"/>
                </a:cubicBezTo>
                <a:lnTo>
                  <a:pt x="85000" y="21923"/>
                </a:lnTo>
                <a:cubicBezTo>
                  <a:pt x="83359" y="19308"/>
                  <a:pt x="81000" y="17949"/>
                  <a:pt x="77923" y="17846"/>
                </a:cubicBezTo>
                <a:lnTo>
                  <a:pt x="77923" y="17846"/>
                </a:lnTo>
                <a:cubicBezTo>
                  <a:pt x="74795" y="17949"/>
                  <a:pt x="72410" y="19308"/>
                  <a:pt x="70769" y="21923"/>
                </a:cubicBezTo>
                <a:lnTo>
                  <a:pt x="70769" y="21923"/>
                </a:lnTo>
                <a:cubicBezTo>
                  <a:pt x="69436" y="24590"/>
                  <a:pt x="69436" y="27282"/>
                  <a:pt x="70769" y="30000"/>
                </a:cubicBezTo>
                <a:lnTo>
                  <a:pt x="70769" y="30000"/>
                </a:lnTo>
                <a:cubicBezTo>
                  <a:pt x="72410" y="32564"/>
                  <a:pt x="74795" y="33923"/>
                  <a:pt x="77923" y="34077"/>
                </a:cubicBezTo>
                <a:lnTo>
                  <a:pt x="77923" y="34077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2653967228-6"/>
          <p:cNvSpPr/>
          <p:nvPr/>
        </p:nvSpPr>
        <p:spPr>
          <a:xfrm>
            <a:off x="7999214" y="149304"/>
            <a:ext cx="744736" cy="20859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l-1792653967418-48"/>
          <p:cNvSpPr/>
          <p:nvPr/>
        </p:nvSpPr>
        <p:spPr>
          <a:xfrm>
            <a:off x="8106370" y="214134"/>
            <a:ext cx="87511" cy="87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333" y="0"/>
                </a:moveTo>
                <a:lnTo>
                  <a:pt x="7333" y="0"/>
                </a:lnTo>
                <a:cubicBezTo>
                  <a:pt x="5185" y="0"/>
                  <a:pt x="3407" y="667"/>
                  <a:pt x="2000" y="2000"/>
                </a:cubicBezTo>
                <a:lnTo>
                  <a:pt x="2000" y="2000"/>
                </a:lnTo>
                <a:lnTo>
                  <a:pt x="2000" y="2000"/>
                </a:lnTo>
                <a:cubicBezTo>
                  <a:pt x="667" y="3407"/>
                  <a:pt x="0" y="5185"/>
                  <a:pt x="0" y="7333"/>
                </a:cubicBezTo>
                <a:lnTo>
                  <a:pt x="0" y="7333"/>
                </a:lnTo>
                <a:lnTo>
                  <a:pt x="0" y="29222"/>
                </a:lnTo>
                <a:cubicBezTo>
                  <a:pt x="0" y="31296"/>
                  <a:pt x="667" y="33037"/>
                  <a:pt x="2000" y="34444"/>
                </a:cubicBezTo>
                <a:lnTo>
                  <a:pt x="2000" y="34444"/>
                </a:lnTo>
                <a:cubicBezTo>
                  <a:pt x="3407" y="35778"/>
                  <a:pt x="5185" y="36444"/>
                  <a:pt x="7333" y="36444"/>
                </a:cubicBezTo>
                <a:lnTo>
                  <a:pt x="7333" y="36444"/>
                </a:lnTo>
                <a:cubicBezTo>
                  <a:pt x="9407" y="36444"/>
                  <a:pt x="11148" y="35778"/>
                  <a:pt x="12556" y="34444"/>
                </a:cubicBezTo>
                <a:lnTo>
                  <a:pt x="12556" y="34444"/>
                </a:lnTo>
                <a:cubicBezTo>
                  <a:pt x="13889" y="33037"/>
                  <a:pt x="14556" y="31296"/>
                  <a:pt x="14556" y="29222"/>
                </a:cubicBezTo>
                <a:lnTo>
                  <a:pt x="14556" y="29222"/>
                </a:lnTo>
                <a:lnTo>
                  <a:pt x="14556" y="14556"/>
                </a:lnTo>
                <a:lnTo>
                  <a:pt x="29222" y="14556"/>
                </a:lnTo>
                <a:cubicBezTo>
                  <a:pt x="31296" y="14556"/>
                  <a:pt x="33037" y="13889"/>
                  <a:pt x="34444" y="12556"/>
                </a:cubicBezTo>
                <a:lnTo>
                  <a:pt x="34444" y="12556"/>
                </a:lnTo>
                <a:cubicBezTo>
                  <a:pt x="35778" y="11148"/>
                  <a:pt x="36444" y="9407"/>
                  <a:pt x="36444" y="7333"/>
                </a:cubicBezTo>
                <a:lnTo>
                  <a:pt x="36444" y="7333"/>
                </a:lnTo>
                <a:cubicBezTo>
                  <a:pt x="36444" y="5185"/>
                  <a:pt x="35778" y="3407"/>
                  <a:pt x="34444" y="2000"/>
                </a:cubicBezTo>
                <a:lnTo>
                  <a:pt x="34444" y="2000"/>
                </a:lnTo>
                <a:cubicBezTo>
                  <a:pt x="33037" y="667"/>
                  <a:pt x="31296" y="0"/>
                  <a:pt x="29222" y="0"/>
                </a:cubicBezTo>
                <a:lnTo>
                  <a:pt x="29222" y="0"/>
                </a:lnTo>
                <a:lnTo>
                  <a:pt x="7333" y="0"/>
                </a:lnTo>
                <a:moveTo>
                  <a:pt x="14556" y="72889"/>
                </a:moveTo>
                <a:lnTo>
                  <a:pt x="14556" y="72889"/>
                </a:lnTo>
                <a:cubicBezTo>
                  <a:pt x="14556" y="70815"/>
                  <a:pt x="13889" y="69074"/>
                  <a:pt x="12556" y="67667"/>
                </a:cubicBezTo>
                <a:lnTo>
                  <a:pt x="12556" y="67667"/>
                </a:lnTo>
                <a:lnTo>
                  <a:pt x="12556" y="67667"/>
                </a:lnTo>
                <a:cubicBezTo>
                  <a:pt x="11148" y="66333"/>
                  <a:pt x="9407" y="65667"/>
                  <a:pt x="7333" y="65667"/>
                </a:cubicBezTo>
                <a:lnTo>
                  <a:pt x="7333" y="65667"/>
                </a:lnTo>
                <a:cubicBezTo>
                  <a:pt x="5185" y="65667"/>
                  <a:pt x="3407" y="66333"/>
                  <a:pt x="2000" y="67667"/>
                </a:cubicBezTo>
                <a:lnTo>
                  <a:pt x="2000" y="67667"/>
                </a:lnTo>
                <a:cubicBezTo>
                  <a:pt x="667" y="69074"/>
                  <a:pt x="0" y="70815"/>
                  <a:pt x="0" y="72889"/>
                </a:cubicBezTo>
                <a:lnTo>
                  <a:pt x="0" y="72889"/>
                </a:lnTo>
                <a:lnTo>
                  <a:pt x="0" y="94778"/>
                </a:lnTo>
                <a:cubicBezTo>
                  <a:pt x="0" y="96926"/>
                  <a:pt x="667" y="98667"/>
                  <a:pt x="2000" y="100000"/>
                </a:cubicBezTo>
                <a:lnTo>
                  <a:pt x="2000" y="100000"/>
                </a:lnTo>
                <a:cubicBezTo>
                  <a:pt x="3407" y="101407"/>
                  <a:pt x="5185" y="102111"/>
                  <a:pt x="7333" y="102111"/>
                </a:cubicBezTo>
                <a:lnTo>
                  <a:pt x="7333" y="102111"/>
                </a:lnTo>
                <a:lnTo>
                  <a:pt x="29222" y="102111"/>
                </a:lnTo>
                <a:cubicBezTo>
                  <a:pt x="31296" y="102111"/>
                  <a:pt x="33037" y="101407"/>
                  <a:pt x="34444" y="100000"/>
                </a:cubicBezTo>
                <a:lnTo>
                  <a:pt x="34444" y="100000"/>
                </a:lnTo>
                <a:cubicBezTo>
                  <a:pt x="35778" y="98667"/>
                  <a:pt x="36444" y="96926"/>
                  <a:pt x="36444" y="94778"/>
                </a:cubicBezTo>
                <a:lnTo>
                  <a:pt x="36444" y="94778"/>
                </a:lnTo>
                <a:cubicBezTo>
                  <a:pt x="36444" y="92630"/>
                  <a:pt x="35778" y="90889"/>
                  <a:pt x="34444" y="89556"/>
                </a:cubicBezTo>
                <a:lnTo>
                  <a:pt x="34444" y="89556"/>
                </a:lnTo>
                <a:cubicBezTo>
                  <a:pt x="33037" y="88222"/>
                  <a:pt x="31296" y="87556"/>
                  <a:pt x="29222" y="87556"/>
                </a:cubicBezTo>
                <a:lnTo>
                  <a:pt x="29222" y="87556"/>
                </a:lnTo>
                <a:lnTo>
                  <a:pt x="14556" y="87556"/>
                </a:lnTo>
                <a:lnTo>
                  <a:pt x="14556" y="72889"/>
                </a:lnTo>
                <a:moveTo>
                  <a:pt x="72889" y="0"/>
                </a:moveTo>
                <a:lnTo>
                  <a:pt x="72889" y="0"/>
                </a:lnTo>
                <a:cubicBezTo>
                  <a:pt x="70815" y="0"/>
                  <a:pt x="69074" y="667"/>
                  <a:pt x="67667" y="2000"/>
                </a:cubicBezTo>
                <a:lnTo>
                  <a:pt x="67667" y="2000"/>
                </a:lnTo>
                <a:lnTo>
                  <a:pt x="67667" y="2000"/>
                </a:lnTo>
                <a:cubicBezTo>
                  <a:pt x="66333" y="3407"/>
                  <a:pt x="65667" y="5185"/>
                  <a:pt x="65667" y="7333"/>
                </a:cubicBezTo>
                <a:lnTo>
                  <a:pt x="65667" y="7333"/>
                </a:lnTo>
                <a:cubicBezTo>
                  <a:pt x="65667" y="9407"/>
                  <a:pt x="66333" y="11148"/>
                  <a:pt x="67667" y="12556"/>
                </a:cubicBezTo>
                <a:lnTo>
                  <a:pt x="67667" y="12556"/>
                </a:lnTo>
                <a:cubicBezTo>
                  <a:pt x="69074" y="13889"/>
                  <a:pt x="70815" y="14556"/>
                  <a:pt x="72889" y="14556"/>
                </a:cubicBezTo>
                <a:lnTo>
                  <a:pt x="72889" y="14556"/>
                </a:lnTo>
                <a:lnTo>
                  <a:pt x="87556" y="14556"/>
                </a:lnTo>
                <a:lnTo>
                  <a:pt x="87556" y="29222"/>
                </a:lnTo>
                <a:cubicBezTo>
                  <a:pt x="87556" y="31296"/>
                  <a:pt x="88222" y="33037"/>
                  <a:pt x="89556" y="34444"/>
                </a:cubicBezTo>
                <a:lnTo>
                  <a:pt x="89556" y="34444"/>
                </a:lnTo>
                <a:cubicBezTo>
                  <a:pt x="90889" y="35778"/>
                  <a:pt x="92630" y="36444"/>
                  <a:pt x="94778" y="36444"/>
                </a:cubicBezTo>
                <a:lnTo>
                  <a:pt x="94778" y="36444"/>
                </a:lnTo>
                <a:cubicBezTo>
                  <a:pt x="96926" y="36444"/>
                  <a:pt x="98667" y="35778"/>
                  <a:pt x="100000" y="34444"/>
                </a:cubicBezTo>
                <a:lnTo>
                  <a:pt x="100000" y="34444"/>
                </a:lnTo>
                <a:cubicBezTo>
                  <a:pt x="101407" y="33037"/>
                  <a:pt x="102111" y="31296"/>
                  <a:pt x="102111" y="29222"/>
                </a:cubicBezTo>
                <a:lnTo>
                  <a:pt x="102111" y="29222"/>
                </a:lnTo>
                <a:lnTo>
                  <a:pt x="102111" y="7333"/>
                </a:lnTo>
                <a:cubicBezTo>
                  <a:pt x="102111" y="5185"/>
                  <a:pt x="101407" y="3407"/>
                  <a:pt x="100000" y="2000"/>
                </a:cubicBezTo>
                <a:lnTo>
                  <a:pt x="100000" y="2000"/>
                </a:lnTo>
                <a:cubicBezTo>
                  <a:pt x="98667" y="667"/>
                  <a:pt x="96926" y="0"/>
                  <a:pt x="94778" y="0"/>
                </a:cubicBezTo>
                <a:lnTo>
                  <a:pt x="94778" y="0"/>
                </a:lnTo>
                <a:lnTo>
                  <a:pt x="72889" y="0"/>
                </a:lnTo>
                <a:moveTo>
                  <a:pt x="102111" y="72889"/>
                </a:moveTo>
                <a:lnTo>
                  <a:pt x="102111" y="72889"/>
                </a:lnTo>
                <a:cubicBezTo>
                  <a:pt x="102111" y="70815"/>
                  <a:pt x="101407" y="69074"/>
                  <a:pt x="100000" y="67667"/>
                </a:cubicBezTo>
                <a:lnTo>
                  <a:pt x="100000" y="67667"/>
                </a:lnTo>
                <a:lnTo>
                  <a:pt x="100000" y="67667"/>
                </a:lnTo>
                <a:cubicBezTo>
                  <a:pt x="98667" y="66333"/>
                  <a:pt x="96926" y="65667"/>
                  <a:pt x="94778" y="65667"/>
                </a:cubicBezTo>
                <a:lnTo>
                  <a:pt x="94778" y="65667"/>
                </a:lnTo>
                <a:cubicBezTo>
                  <a:pt x="92630" y="65667"/>
                  <a:pt x="90889" y="66333"/>
                  <a:pt x="89556" y="67667"/>
                </a:cubicBezTo>
                <a:lnTo>
                  <a:pt x="89556" y="67667"/>
                </a:lnTo>
                <a:cubicBezTo>
                  <a:pt x="88222" y="69074"/>
                  <a:pt x="87556" y="70815"/>
                  <a:pt x="87556" y="72889"/>
                </a:cubicBezTo>
                <a:lnTo>
                  <a:pt x="87556" y="72889"/>
                </a:lnTo>
                <a:lnTo>
                  <a:pt x="87556" y="87556"/>
                </a:lnTo>
                <a:lnTo>
                  <a:pt x="72889" y="87556"/>
                </a:lnTo>
                <a:cubicBezTo>
                  <a:pt x="70815" y="87556"/>
                  <a:pt x="69074" y="88222"/>
                  <a:pt x="67667" y="89556"/>
                </a:cubicBezTo>
                <a:lnTo>
                  <a:pt x="67667" y="89556"/>
                </a:lnTo>
                <a:cubicBezTo>
                  <a:pt x="66333" y="90889"/>
                  <a:pt x="65667" y="92630"/>
                  <a:pt x="65667" y="94778"/>
                </a:cubicBezTo>
                <a:lnTo>
                  <a:pt x="65667" y="94778"/>
                </a:lnTo>
                <a:cubicBezTo>
                  <a:pt x="65667" y="96926"/>
                  <a:pt x="66333" y="98667"/>
                  <a:pt x="67667" y="100000"/>
                </a:cubicBezTo>
                <a:lnTo>
                  <a:pt x="67667" y="100000"/>
                </a:lnTo>
                <a:cubicBezTo>
                  <a:pt x="69074" y="101407"/>
                  <a:pt x="70815" y="102111"/>
                  <a:pt x="72889" y="102111"/>
                </a:cubicBezTo>
                <a:lnTo>
                  <a:pt x="72889" y="102111"/>
                </a:lnTo>
                <a:lnTo>
                  <a:pt x="94778" y="102111"/>
                </a:lnTo>
                <a:cubicBezTo>
                  <a:pt x="96926" y="102111"/>
                  <a:pt x="98667" y="101407"/>
                  <a:pt x="100000" y="100000"/>
                </a:cubicBezTo>
                <a:lnTo>
                  <a:pt x="100000" y="100000"/>
                </a:lnTo>
                <a:cubicBezTo>
                  <a:pt x="101407" y="98667"/>
                  <a:pt x="102111" y="96926"/>
                  <a:pt x="102111" y="94778"/>
                </a:cubicBezTo>
                <a:lnTo>
                  <a:pt x="102111" y="94778"/>
                </a:lnTo>
                <a:lnTo>
                  <a:pt x="102111" y="72889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2653967250-16"/>
          <p:cNvSpPr/>
          <p:nvPr/>
        </p:nvSpPr>
        <p:spPr>
          <a:xfrm>
            <a:off x="400050" y="1132284"/>
            <a:ext cx="1978819" cy="1721644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el-1792653967255-20"/>
          <p:cNvSpPr/>
          <p:nvPr/>
        </p:nvSpPr>
        <p:spPr>
          <a:xfrm>
            <a:off x="400050" y="1132284"/>
            <a:ext cx="1978819" cy="857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21" y="90198"/>
                </a:lnTo>
                <a:lnTo>
                  <a:pt x="83" y="80491"/>
                </a:lnTo>
                <a:lnTo>
                  <a:pt x="187" y="70972"/>
                </a:lnTo>
                <a:lnTo>
                  <a:pt x="330" y="61732"/>
                </a:lnTo>
                <a:lnTo>
                  <a:pt x="512" y="52860"/>
                </a:lnTo>
                <a:lnTo>
                  <a:pt x="730" y="44443"/>
                </a:lnTo>
                <a:lnTo>
                  <a:pt x="983" y="36561"/>
                </a:lnTo>
                <a:lnTo>
                  <a:pt x="1269" y="29289"/>
                </a:lnTo>
                <a:lnTo>
                  <a:pt x="1584" y="22699"/>
                </a:lnTo>
                <a:lnTo>
                  <a:pt x="1925" y="16853"/>
                </a:lnTo>
                <a:lnTo>
                  <a:pt x="2290" y="11808"/>
                </a:lnTo>
                <a:lnTo>
                  <a:pt x="2674" y="7612"/>
                </a:lnTo>
                <a:lnTo>
                  <a:pt x="3075" y="4306"/>
                </a:lnTo>
                <a:lnTo>
                  <a:pt x="3487" y="1921"/>
                </a:lnTo>
                <a:lnTo>
                  <a:pt x="3908" y="482"/>
                </a:lnTo>
                <a:lnTo>
                  <a:pt x="4332" y="0"/>
                </a:lnTo>
                <a:lnTo>
                  <a:pt x="95668" y="0"/>
                </a:lnTo>
                <a:lnTo>
                  <a:pt x="96092" y="482"/>
                </a:lnTo>
                <a:lnTo>
                  <a:pt x="96513" y="1921"/>
                </a:lnTo>
                <a:lnTo>
                  <a:pt x="96925" y="4306"/>
                </a:lnTo>
                <a:lnTo>
                  <a:pt x="97326" y="7612"/>
                </a:lnTo>
                <a:lnTo>
                  <a:pt x="97710" y="11808"/>
                </a:lnTo>
                <a:lnTo>
                  <a:pt x="98075" y="16853"/>
                </a:lnTo>
                <a:lnTo>
                  <a:pt x="98416" y="22699"/>
                </a:lnTo>
                <a:lnTo>
                  <a:pt x="98731" y="29289"/>
                </a:lnTo>
                <a:lnTo>
                  <a:pt x="99017" y="36561"/>
                </a:lnTo>
                <a:lnTo>
                  <a:pt x="99270" y="44443"/>
                </a:lnTo>
                <a:lnTo>
                  <a:pt x="99488" y="52860"/>
                </a:lnTo>
                <a:lnTo>
                  <a:pt x="99670" y="61732"/>
                </a:lnTo>
                <a:lnTo>
                  <a:pt x="99813" y="70972"/>
                </a:lnTo>
                <a:lnTo>
                  <a:pt x="99917" y="80491"/>
                </a:lnTo>
                <a:lnTo>
                  <a:pt x="99979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79" y="93466"/>
                </a:lnTo>
                <a:lnTo>
                  <a:pt x="99917" y="86994"/>
                </a:lnTo>
                <a:lnTo>
                  <a:pt x="99813" y="80648"/>
                </a:lnTo>
                <a:lnTo>
                  <a:pt x="99670" y="74488"/>
                </a:lnTo>
                <a:lnTo>
                  <a:pt x="99488" y="68574"/>
                </a:lnTo>
                <a:lnTo>
                  <a:pt x="99270" y="62962"/>
                </a:lnTo>
                <a:lnTo>
                  <a:pt x="99017" y="57707"/>
                </a:lnTo>
                <a:lnTo>
                  <a:pt x="98731" y="52860"/>
                </a:lnTo>
                <a:lnTo>
                  <a:pt x="98416" y="48466"/>
                </a:lnTo>
                <a:lnTo>
                  <a:pt x="98075" y="44569"/>
                </a:lnTo>
                <a:lnTo>
                  <a:pt x="97710" y="41205"/>
                </a:lnTo>
                <a:lnTo>
                  <a:pt x="97326" y="38408"/>
                </a:lnTo>
                <a:lnTo>
                  <a:pt x="96925" y="36204"/>
                </a:lnTo>
                <a:lnTo>
                  <a:pt x="96513" y="34614"/>
                </a:lnTo>
                <a:lnTo>
                  <a:pt x="96092" y="33654"/>
                </a:lnTo>
                <a:lnTo>
                  <a:pt x="95668" y="33333"/>
                </a:lnTo>
                <a:lnTo>
                  <a:pt x="4332" y="33333"/>
                </a:lnTo>
                <a:lnTo>
                  <a:pt x="3908" y="33654"/>
                </a:lnTo>
                <a:lnTo>
                  <a:pt x="3487" y="34614"/>
                </a:lnTo>
                <a:lnTo>
                  <a:pt x="3075" y="36204"/>
                </a:lnTo>
                <a:lnTo>
                  <a:pt x="2674" y="38408"/>
                </a:lnTo>
                <a:lnTo>
                  <a:pt x="2290" y="41205"/>
                </a:lnTo>
                <a:lnTo>
                  <a:pt x="1925" y="44569"/>
                </a:lnTo>
                <a:lnTo>
                  <a:pt x="1584" y="48466"/>
                </a:lnTo>
                <a:lnTo>
                  <a:pt x="1269" y="52860"/>
                </a:lnTo>
                <a:lnTo>
                  <a:pt x="983" y="57707"/>
                </a:lnTo>
                <a:lnTo>
                  <a:pt x="730" y="62962"/>
                </a:lnTo>
                <a:lnTo>
                  <a:pt x="512" y="68574"/>
                </a:lnTo>
                <a:lnTo>
                  <a:pt x="330" y="74488"/>
                </a:lnTo>
                <a:lnTo>
                  <a:pt x="187" y="80648"/>
                </a:lnTo>
                <a:lnTo>
                  <a:pt x="83" y="86994"/>
                </a:lnTo>
                <a:lnTo>
                  <a:pt x="21" y="93466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2653967269-33"/>
          <p:cNvSpPr/>
          <p:nvPr/>
        </p:nvSpPr>
        <p:spPr>
          <a:xfrm>
            <a:off x="550069" y="1332309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EA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2653967453-56"/>
          <p:cNvSpPr/>
          <p:nvPr/>
        </p:nvSpPr>
        <p:spPr>
          <a:xfrm>
            <a:off x="646509" y="1428750"/>
            <a:ext cx="178594" cy="1785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8684" y="15421"/>
                </a:moveTo>
                <a:lnTo>
                  <a:pt x="98684" y="15421"/>
                </a:lnTo>
                <a:cubicBezTo>
                  <a:pt x="98544" y="18895"/>
                  <a:pt x="96105" y="21982"/>
                  <a:pt x="91368" y="24684"/>
                </a:cubicBezTo>
                <a:lnTo>
                  <a:pt x="91368" y="24684"/>
                </a:lnTo>
                <a:cubicBezTo>
                  <a:pt x="85439" y="27877"/>
                  <a:pt x="77526" y="29860"/>
                  <a:pt x="67632" y="30632"/>
                </a:cubicBezTo>
                <a:lnTo>
                  <a:pt x="67632" y="30632"/>
                </a:lnTo>
                <a:cubicBezTo>
                  <a:pt x="67000" y="30246"/>
                  <a:pt x="66298" y="29930"/>
                  <a:pt x="65526" y="29684"/>
                </a:cubicBezTo>
                <a:lnTo>
                  <a:pt x="65526" y="29684"/>
                </a:lnTo>
                <a:cubicBezTo>
                  <a:pt x="57702" y="26456"/>
                  <a:pt x="48193" y="24789"/>
                  <a:pt x="37000" y="24684"/>
                </a:cubicBezTo>
                <a:lnTo>
                  <a:pt x="37000" y="24684"/>
                </a:lnTo>
                <a:cubicBezTo>
                  <a:pt x="35456" y="24684"/>
                  <a:pt x="33912" y="24737"/>
                  <a:pt x="32368" y="24842"/>
                </a:cubicBezTo>
                <a:lnTo>
                  <a:pt x="32368" y="24842"/>
                </a:lnTo>
                <a:lnTo>
                  <a:pt x="32000" y="24684"/>
                </a:lnTo>
                <a:cubicBezTo>
                  <a:pt x="27228" y="21982"/>
                  <a:pt x="24789" y="18895"/>
                  <a:pt x="24684" y="15421"/>
                </a:cubicBezTo>
                <a:lnTo>
                  <a:pt x="24684" y="15421"/>
                </a:lnTo>
                <a:cubicBezTo>
                  <a:pt x="24930" y="11035"/>
                  <a:pt x="28526" y="7368"/>
                  <a:pt x="35474" y="4421"/>
                </a:cubicBezTo>
                <a:lnTo>
                  <a:pt x="35474" y="4421"/>
                </a:lnTo>
                <a:cubicBezTo>
                  <a:pt x="42421" y="1614"/>
                  <a:pt x="51158" y="140"/>
                  <a:pt x="61684" y="0"/>
                </a:cubicBezTo>
                <a:lnTo>
                  <a:pt x="61684" y="0"/>
                </a:lnTo>
                <a:cubicBezTo>
                  <a:pt x="72211" y="140"/>
                  <a:pt x="80947" y="1614"/>
                  <a:pt x="87895" y="4421"/>
                </a:cubicBezTo>
                <a:lnTo>
                  <a:pt x="87895" y="4421"/>
                </a:lnTo>
                <a:cubicBezTo>
                  <a:pt x="94842" y="7368"/>
                  <a:pt x="98439" y="11035"/>
                  <a:pt x="98684" y="15421"/>
                </a:cubicBezTo>
                <a:lnTo>
                  <a:pt x="98684" y="15421"/>
                </a:lnTo>
                <a:moveTo>
                  <a:pt x="31053" y="31053"/>
                </a:moveTo>
                <a:lnTo>
                  <a:pt x="31053" y="31053"/>
                </a:lnTo>
                <a:cubicBezTo>
                  <a:pt x="32982" y="30912"/>
                  <a:pt x="34965" y="30842"/>
                  <a:pt x="37000" y="30842"/>
                </a:cubicBezTo>
                <a:lnTo>
                  <a:pt x="37000" y="30842"/>
                </a:lnTo>
                <a:cubicBezTo>
                  <a:pt x="43035" y="30842"/>
                  <a:pt x="48561" y="31421"/>
                  <a:pt x="53579" y="32579"/>
                </a:cubicBezTo>
                <a:lnTo>
                  <a:pt x="53579" y="32579"/>
                </a:lnTo>
                <a:cubicBezTo>
                  <a:pt x="58737" y="33596"/>
                  <a:pt x="63035" y="35000"/>
                  <a:pt x="66474" y="36789"/>
                </a:cubicBezTo>
                <a:lnTo>
                  <a:pt x="66474" y="36789"/>
                </a:lnTo>
                <a:cubicBezTo>
                  <a:pt x="71386" y="39491"/>
                  <a:pt x="73895" y="42649"/>
                  <a:pt x="74000" y="46263"/>
                </a:cubicBezTo>
                <a:lnTo>
                  <a:pt x="74000" y="46263"/>
                </a:lnTo>
                <a:cubicBezTo>
                  <a:pt x="74000" y="47035"/>
                  <a:pt x="73877" y="47807"/>
                  <a:pt x="73632" y="48579"/>
                </a:cubicBezTo>
                <a:lnTo>
                  <a:pt x="73632" y="48579"/>
                </a:lnTo>
                <a:cubicBezTo>
                  <a:pt x="72614" y="51140"/>
                  <a:pt x="70368" y="53386"/>
                  <a:pt x="66895" y="55316"/>
                </a:cubicBezTo>
                <a:lnTo>
                  <a:pt x="66895" y="55316"/>
                </a:lnTo>
                <a:cubicBezTo>
                  <a:pt x="66895" y="55316"/>
                  <a:pt x="66895" y="55316"/>
                  <a:pt x="66895" y="55316"/>
                </a:cubicBezTo>
                <a:lnTo>
                  <a:pt x="66895" y="55316"/>
                </a:lnTo>
                <a:cubicBezTo>
                  <a:pt x="66895" y="55316"/>
                  <a:pt x="66895" y="55316"/>
                  <a:pt x="66895" y="55316"/>
                </a:cubicBezTo>
                <a:lnTo>
                  <a:pt x="66895" y="55316"/>
                </a:lnTo>
                <a:cubicBezTo>
                  <a:pt x="66895" y="55316"/>
                  <a:pt x="66895" y="55316"/>
                  <a:pt x="66895" y="55316"/>
                </a:cubicBezTo>
                <a:lnTo>
                  <a:pt x="66895" y="55316"/>
                </a:lnTo>
                <a:cubicBezTo>
                  <a:pt x="66895" y="55316"/>
                  <a:pt x="66895" y="55316"/>
                  <a:pt x="66895" y="55316"/>
                </a:cubicBezTo>
                <a:lnTo>
                  <a:pt x="66895" y="55316"/>
                </a:lnTo>
                <a:lnTo>
                  <a:pt x="66895" y="55316"/>
                </a:lnTo>
                <a:lnTo>
                  <a:pt x="66895" y="55316"/>
                </a:lnTo>
                <a:cubicBezTo>
                  <a:pt x="66754" y="55456"/>
                  <a:pt x="66684" y="55526"/>
                  <a:pt x="66684" y="55526"/>
                </a:cubicBezTo>
                <a:lnTo>
                  <a:pt x="66684" y="55526"/>
                </a:lnTo>
                <a:cubicBezTo>
                  <a:pt x="66684" y="55526"/>
                  <a:pt x="66684" y="55526"/>
                  <a:pt x="66684" y="55526"/>
                </a:cubicBezTo>
                <a:lnTo>
                  <a:pt x="66684" y="55526"/>
                </a:lnTo>
                <a:cubicBezTo>
                  <a:pt x="63211" y="57456"/>
                  <a:pt x="58912" y="58930"/>
                  <a:pt x="53789" y="59947"/>
                </a:cubicBezTo>
                <a:lnTo>
                  <a:pt x="53789" y="59947"/>
                </a:lnTo>
                <a:cubicBezTo>
                  <a:pt x="48772" y="61105"/>
                  <a:pt x="43175" y="61684"/>
                  <a:pt x="37000" y="61684"/>
                </a:cubicBezTo>
                <a:lnTo>
                  <a:pt x="37000" y="61684"/>
                </a:lnTo>
                <a:cubicBezTo>
                  <a:pt x="25175" y="61544"/>
                  <a:pt x="15667" y="59684"/>
                  <a:pt x="8474" y="56105"/>
                </a:cubicBezTo>
                <a:lnTo>
                  <a:pt x="8474" y="56105"/>
                </a:lnTo>
                <a:cubicBezTo>
                  <a:pt x="8088" y="55825"/>
                  <a:pt x="7702" y="55632"/>
                  <a:pt x="7316" y="55526"/>
                </a:cubicBezTo>
                <a:lnTo>
                  <a:pt x="7316" y="55526"/>
                </a:lnTo>
                <a:cubicBezTo>
                  <a:pt x="2579" y="52825"/>
                  <a:pt x="140" y="49737"/>
                  <a:pt x="0" y="46263"/>
                </a:cubicBezTo>
                <a:lnTo>
                  <a:pt x="0" y="46263"/>
                </a:lnTo>
                <a:cubicBezTo>
                  <a:pt x="140" y="42789"/>
                  <a:pt x="2456" y="39772"/>
                  <a:pt x="6947" y="37211"/>
                </a:cubicBezTo>
                <a:lnTo>
                  <a:pt x="6947" y="37211"/>
                </a:lnTo>
                <a:cubicBezTo>
                  <a:pt x="11439" y="34649"/>
                  <a:pt x="17351" y="32842"/>
                  <a:pt x="24684" y="31789"/>
                </a:cubicBezTo>
                <a:lnTo>
                  <a:pt x="24684" y="31789"/>
                </a:lnTo>
                <a:cubicBezTo>
                  <a:pt x="26719" y="31404"/>
                  <a:pt x="28842" y="31158"/>
                  <a:pt x="31053" y="31053"/>
                </a:cubicBezTo>
                <a:lnTo>
                  <a:pt x="31053" y="31053"/>
                </a:lnTo>
                <a:moveTo>
                  <a:pt x="80158" y="46263"/>
                </a:moveTo>
                <a:lnTo>
                  <a:pt x="80158" y="46263"/>
                </a:lnTo>
                <a:cubicBezTo>
                  <a:pt x="79912" y="42018"/>
                  <a:pt x="78386" y="38614"/>
                  <a:pt x="75579" y="36053"/>
                </a:cubicBezTo>
                <a:lnTo>
                  <a:pt x="75579" y="36053"/>
                </a:lnTo>
                <a:cubicBezTo>
                  <a:pt x="81088" y="35140"/>
                  <a:pt x="85965" y="33789"/>
                  <a:pt x="90211" y="32000"/>
                </a:cubicBezTo>
                <a:lnTo>
                  <a:pt x="90211" y="32000"/>
                </a:lnTo>
                <a:cubicBezTo>
                  <a:pt x="93404" y="30702"/>
                  <a:pt x="96228" y="29088"/>
                  <a:pt x="98684" y="27158"/>
                </a:cubicBezTo>
                <a:lnTo>
                  <a:pt x="98684" y="27158"/>
                </a:lnTo>
                <a:lnTo>
                  <a:pt x="98684" y="33947"/>
                </a:lnTo>
                <a:cubicBezTo>
                  <a:pt x="98544" y="37772"/>
                  <a:pt x="95719" y="41035"/>
                  <a:pt x="90211" y="43737"/>
                </a:cubicBezTo>
                <a:lnTo>
                  <a:pt x="90211" y="43737"/>
                </a:lnTo>
                <a:cubicBezTo>
                  <a:pt x="87368" y="45175"/>
                  <a:pt x="84018" y="46333"/>
                  <a:pt x="80158" y="47211"/>
                </a:cubicBezTo>
                <a:lnTo>
                  <a:pt x="80158" y="47211"/>
                </a:lnTo>
                <a:cubicBezTo>
                  <a:pt x="80158" y="47211"/>
                  <a:pt x="80158" y="47211"/>
                  <a:pt x="80158" y="47211"/>
                </a:cubicBezTo>
                <a:lnTo>
                  <a:pt x="80158" y="47211"/>
                </a:lnTo>
                <a:cubicBezTo>
                  <a:pt x="80158" y="46965"/>
                  <a:pt x="80158" y="46649"/>
                  <a:pt x="80158" y="46263"/>
                </a:cubicBezTo>
                <a:lnTo>
                  <a:pt x="80158" y="46263"/>
                </a:lnTo>
                <a:moveTo>
                  <a:pt x="74000" y="64737"/>
                </a:moveTo>
                <a:lnTo>
                  <a:pt x="74000" y="64737"/>
                </a:lnTo>
                <a:cubicBezTo>
                  <a:pt x="73895" y="68211"/>
                  <a:pt x="71456" y="71298"/>
                  <a:pt x="66684" y="74000"/>
                </a:cubicBezTo>
                <a:lnTo>
                  <a:pt x="66684" y="74000"/>
                </a:lnTo>
                <a:cubicBezTo>
                  <a:pt x="66439" y="74140"/>
                  <a:pt x="66175" y="74281"/>
                  <a:pt x="65895" y="74421"/>
                </a:cubicBezTo>
                <a:lnTo>
                  <a:pt x="65895" y="74421"/>
                </a:lnTo>
                <a:cubicBezTo>
                  <a:pt x="65789" y="74421"/>
                  <a:pt x="65667" y="74474"/>
                  <a:pt x="65526" y="74579"/>
                </a:cubicBezTo>
                <a:lnTo>
                  <a:pt x="65526" y="74579"/>
                </a:lnTo>
                <a:cubicBezTo>
                  <a:pt x="58333" y="78193"/>
                  <a:pt x="48825" y="80053"/>
                  <a:pt x="37000" y="80158"/>
                </a:cubicBezTo>
                <a:lnTo>
                  <a:pt x="37000" y="80158"/>
                </a:lnTo>
                <a:cubicBezTo>
                  <a:pt x="30825" y="80158"/>
                  <a:pt x="25246" y="79579"/>
                  <a:pt x="20263" y="78421"/>
                </a:cubicBezTo>
                <a:lnTo>
                  <a:pt x="20263" y="78421"/>
                </a:lnTo>
                <a:cubicBezTo>
                  <a:pt x="15105" y="77404"/>
                  <a:pt x="10789" y="75930"/>
                  <a:pt x="7316" y="74000"/>
                </a:cubicBezTo>
                <a:lnTo>
                  <a:pt x="7316" y="74000"/>
                </a:lnTo>
                <a:cubicBezTo>
                  <a:pt x="2579" y="71298"/>
                  <a:pt x="140" y="68211"/>
                  <a:pt x="0" y="64737"/>
                </a:cubicBezTo>
                <a:lnTo>
                  <a:pt x="0" y="64737"/>
                </a:lnTo>
                <a:lnTo>
                  <a:pt x="0" y="58000"/>
                </a:lnTo>
                <a:cubicBezTo>
                  <a:pt x="2456" y="59930"/>
                  <a:pt x="5281" y="61544"/>
                  <a:pt x="8474" y="62842"/>
                </a:cubicBezTo>
                <a:lnTo>
                  <a:pt x="8474" y="62842"/>
                </a:lnTo>
                <a:cubicBezTo>
                  <a:pt x="16333" y="66035"/>
                  <a:pt x="25842" y="67702"/>
                  <a:pt x="37000" y="67842"/>
                </a:cubicBezTo>
                <a:lnTo>
                  <a:pt x="37000" y="67842"/>
                </a:lnTo>
                <a:cubicBezTo>
                  <a:pt x="48193" y="67702"/>
                  <a:pt x="57702" y="66035"/>
                  <a:pt x="65526" y="62842"/>
                </a:cubicBezTo>
                <a:lnTo>
                  <a:pt x="65526" y="62842"/>
                </a:lnTo>
                <a:cubicBezTo>
                  <a:pt x="67070" y="62211"/>
                  <a:pt x="68544" y="61509"/>
                  <a:pt x="69947" y="60737"/>
                </a:cubicBezTo>
                <a:lnTo>
                  <a:pt x="69947" y="60737"/>
                </a:lnTo>
                <a:cubicBezTo>
                  <a:pt x="71105" y="60070"/>
                  <a:pt x="72211" y="59351"/>
                  <a:pt x="73263" y="58579"/>
                </a:cubicBezTo>
                <a:lnTo>
                  <a:pt x="73263" y="58579"/>
                </a:lnTo>
                <a:cubicBezTo>
                  <a:pt x="73368" y="58474"/>
                  <a:pt x="73561" y="58351"/>
                  <a:pt x="73842" y="58211"/>
                </a:cubicBezTo>
                <a:lnTo>
                  <a:pt x="73842" y="58211"/>
                </a:lnTo>
                <a:cubicBezTo>
                  <a:pt x="73842" y="58070"/>
                  <a:pt x="73895" y="58000"/>
                  <a:pt x="74000" y="58000"/>
                </a:cubicBezTo>
                <a:lnTo>
                  <a:pt x="74000" y="58000"/>
                </a:lnTo>
                <a:lnTo>
                  <a:pt x="74000" y="58579"/>
                </a:lnTo>
                <a:lnTo>
                  <a:pt x="74000" y="59737"/>
                </a:lnTo>
                <a:lnTo>
                  <a:pt x="74000" y="64737"/>
                </a:lnTo>
                <a:moveTo>
                  <a:pt x="80158" y="64737"/>
                </a:moveTo>
                <a:lnTo>
                  <a:pt x="80158" y="64737"/>
                </a:lnTo>
                <a:lnTo>
                  <a:pt x="80158" y="58579"/>
                </a:lnTo>
                <a:lnTo>
                  <a:pt x="80158" y="53579"/>
                </a:lnTo>
                <a:cubicBezTo>
                  <a:pt x="83912" y="52807"/>
                  <a:pt x="87263" y="51772"/>
                  <a:pt x="90211" y="50474"/>
                </a:cubicBezTo>
                <a:lnTo>
                  <a:pt x="90211" y="50474"/>
                </a:lnTo>
                <a:cubicBezTo>
                  <a:pt x="93404" y="49211"/>
                  <a:pt x="96228" y="47614"/>
                  <a:pt x="98684" y="45684"/>
                </a:cubicBezTo>
                <a:lnTo>
                  <a:pt x="98684" y="45684"/>
                </a:lnTo>
                <a:lnTo>
                  <a:pt x="98684" y="52421"/>
                </a:lnTo>
                <a:cubicBezTo>
                  <a:pt x="98684" y="54491"/>
                  <a:pt x="97719" y="56491"/>
                  <a:pt x="95789" y="58421"/>
                </a:cubicBezTo>
                <a:lnTo>
                  <a:pt x="95789" y="58421"/>
                </a:lnTo>
                <a:cubicBezTo>
                  <a:pt x="92456" y="61614"/>
                  <a:pt x="87246" y="64053"/>
                  <a:pt x="80158" y="65737"/>
                </a:cubicBezTo>
                <a:lnTo>
                  <a:pt x="80158" y="65737"/>
                </a:lnTo>
                <a:cubicBezTo>
                  <a:pt x="80158" y="65456"/>
                  <a:pt x="80158" y="65123"/>
                  <a:pt x="80158" y="64737"/>
                </a:cubicBezTo>
                <a:lnTo>
                  <a:pt x="80158" y="64737"/>
                </a:lnTo>
                <a:moveTo>
                  <a:pt x="37000" y="86368"/>
                </a:moveTo>
                <a:lnTo>
                  <a:pt x="37000" y="86368"/>
                </a:lnTo>
                <a:cubicBezTo>
                  <a:pt x="48193" y="86228"/>
                  <a:pt x="57702" y="84544"/>
                  <a:pt x="65526" y="81316"/>
                </a:cubicBezTo>
                <a:lnTo>
                  <a:pt x="65526" y="81316"/>
                </a:lnTo>
                <a:cubicBezTo>
                  <a:pt x="68754" y="80053"/>
                  <a:pt x="71579" y="78456"/>
                  <a:pt x="74000" y="76526"/>
                </a:cubicBezTo>
                <a:lnTo>
                  <a:pt x="74000" y="76526"/>
                </a:lnTo>
                <a:lnTo>
                  <a:pt x="74000" y="83263"/>
                </a:lnTo>
                <a:cubicBezTo>
                  <a:pt x="73754" y="87649"/>
                  <a:pt x="70158" y="91316"/>
                  <a:pt x="63211" y="94263"/>
                </a:cubicBezTo>
                <a:lnTo>
                  <a:pt x="63211" y="94263"/>
                </a:lnTo>
                <a:cubicBezTo>
                  <a:pt x="56263" y="97070"/>
                  <a:pt x="47526" y="98544"/>
                  <a:pt x="37000" y="98684"/>
                </a:cubicBezTo>
                <a:lnTo>
                  <a:pt x="37000" y="98684"/>
                </a:lnTo>
                <a:cubicBezTo>
                  <a:pt x="26474" y="98544"/>
                  <a:pt x="17737" y="97070"/>
                  <a:pt x="10789" y="94263"/>
                </a:cubicBezTo>
                <a:lnTo>
                  <a:pt x="10789" y="94263"/>
                </a:lnTo>
                <a:cubicBezTo>
                  <a:pt x="3842" y="91316"/>
                  <a:pt x="246" y="87649"/>
                  <a:pt x="0" y="83263"/>
                </a:cubicBezTo>
                <a:lnTo>
                  <a:pt x="0" y="83263"/>
                </a:lnTo>
                <a:lnTo>
                  <a:pt x="0" y="76526"/>
                </a:lnTo>
                <a:cubicBezTo>
                  <a:pt x="2456" y="78456"/>
                  <a:pt x="5281" y="80053"/>
                  <a:pt x="8474" y="81316"/>
                </a:cubicBezTo>
                <a:lnTo>
                  <a:pt x="8474" y="81316"/>
                </a:lnTo>
                <a:cubicBezTo>
                  <a:pt x="16333" y="84544"/>
                  <a:pt x="25842" y="86228"/>
                  <a:pt x="37000" y="86368"/>
                </a:cubicBezTo>
                <a:lnTo>
                  <a:pt x="37000" y="86368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2653967251-17"/>
          <p:cNvSpPr/>
          <p:nvPr/>
        </p:nvSpPr>
        <p:spPr>
          <a:xfrm>
            <a:off x="2521744" y="1132284"/>
            <a:ext cx="1978819" cy="1721644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el-1792653967255-21"/>
          <p:cNvSpPr/>
          <p:nvPr/>
        </p:nvSpPr>
        <p:spPr>
          <a:xfrm>
            <a:off x="2521744" y="1132284"/>
            <a:ext cx="1978819" cy="857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21" y="90198"/>
                </a:lnTo>
                <a:lnTo>
                  <a:pt x="83" y="80491"/>
                </a:lnTo>
                <a:lnTo>
                  <a:pt x="187" y="70972"/>
                </a:lnTo>
                <a:lnTo>
                  <a:pt x="330" y="61732"/>
                </a:lnTo>
                <a:lnTo>
                  <a:pt x="512" y="52860"/>
                </a:lnTo>
                <a:lnTo>
                  <a:pt x="730" y="44443"/>
                </a:lnTo>
                <a:lnTo>
                  <a:pt x="983" y="36561"/>
                </a:lnTo>
                <a:lnTo>
                  <a:pt x="1269" y="29289"/>
                </a:lnTo>
                <a:lnTo>
                  <a:pt x="1584" y="22699"/>
                </a:lnTo>
                <a:lnTo>
                  <a:pt x="1925" y="16853"/>
                </a:lnTo>
                <a:lnTo>
                  <a:pt x="2290" y="11808"/>
                </a:lnTo>
                <a:lnTo>
                  <a:pt x="2674" y="7612"/>
                </a:lnTo>
                <a:lnTo>
                  <a:pt x="3075" y="4306"/>
                </a:lnTo>
                <a:lnTo>
                  <a:pt x="3487" y="1921"/>
                </a:lnTo>
                <a:lnTo>
                  <a:pt x="3908" y="482"/>
                </a:lnTo>
                <a:lnTo>
                  <a:pt x="4332" y="0"/>
                </a:lnTo>
                <a:lnTo>
                  <a:pt x="95668" y="0"/>
                </a:lnTo>
                <a:lnTo>
                  <a:pt x="96092" y="482"/>
                </a:lnTo>
                <a:lnTo>
                  <a:pt x="96513" y="1921"/>
                </a:lnTo>
                <a:lnTo>
                  <a:pt x="96925" y="4306"/>
                </a:lnTo>
                <a:lnTo>
                  <a:pt x="97326" y="7612"/>
                </a:lnTo>
                <a:lnTo>
                  <a:pt x="97710" y="11808"/>
                </a:lnTo>
                <a:lnTo>
                  <a:pt x="98075" y="16853"/>
                </a:lnTo>
                <a:lnTo>
                  <a:pt x="98416" y="22699"/>
                </a:lnTo>
                <a:lnTo>
                  <a:pt x="98731" y="29289"/>
                </a:lnTo>
                <a:lnTo>
                  <a:pt x="99017" y="36561"/>
                </a:lnTo>
                <a:lnTo>
                  <a:pt x="99270" y="44443"/>
                </a:lnTo>
                <a:lnTo>
                  <a:pt x="99488" y="52860"/>
                </a:lnTo>
                <a:lnTo>
                  <a:pt x="99670" y="61732"/>
                </a:lnTo>
                <a:lnTo>
                  <a:pt x="99813" y="70972"/>
                </a:lnTo>
                <a:lnTo>
                  <a:pt x="99917" y="80491"/>
                </a:lnTo>
                <a:lnTo>
                  <a:pt x="99979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79" y="93466"/>
                </a:lnTo>
                <a:lnTo>
                  <a:pt x="99917" y="86994"/>
                </a:lnTo>
                <a:lnTo>
                  <a:pt x="99813" y="80648"/>
                </a:lnTo>
                <a:lnTo>
                  <a:pt x="99670" y="74488"/>
                </a:lnTo>
                <a:lnTo>
                  <a:pt x="99488" y="68574"/>
                </a:lnTo>
                <a:lnTo>
                  <a:pt x="99270" y="62962"/>
                </a:lnTo>
                <a:lnTo>
                  <a:pt x="99017" y="57707"/>
                </a:lnTo>
                <a:lnTo>
                  <a:pt x="98731" y="52860"/>
                </a:lnTo>
                <a:lnTo>
                  <a:pt x="98416" y="48466"/>
                </a:lnTo>
                <a:lnTo>
                  <a:pt x="98075" y="44569"/>
                </a:lnTo>
                <a:lnTo>
                  <a:pt x="97710" y="41205"/>
                </a:lnTo>
                <a:lnTo>
                  <a:pt x="97326" y="38408"/>
                </a:lnTo>
                <a:lnTo>
                  <a:pt x="96925" y="36204"/>
                </a:lnTo>
                <a:lnTo>
                  <a:pt x="96513" y="34614"/>
                </a:lnTo>
                <a:lnTo>
                  <a:pt x="96092" y="33654"/>
                </a:lnTo>
                <a:lnTo>
                  <a:pt x="95668" y="33333"/>
                </a:lnTo>
                <a:lnTo>
                  <a:pt x="4332" y="33333"/>
                </a:lnTo>
                <a:lnTo>
                  <a:pt x="3908" y="33654"/>
                </a:lnTo>
                <a:lnTo>
                  <a:pt x="3487" y="34614"/>
                </a:lnTo>
                <a:lnTo>
                  <a:pt x="3075" y="36204"/>
                </a:lnTo>
                <a:lnTo>
                  <a:pt x="2674" y="38408"/>
                </a:lnTo>
                <a:lnTo>
                  <a:pt x="2290" y="41205"/>
                </a:lnTo>
                <a:lnTo>
                  <a:pt x="1925" y="44569"/>
                </a:lnTo>
                <a:lnTo>
                  <a:pt x="1584" y="48466"/>
                </a:lnTo>
                <a:lnTo>
                  <a:pt x="1269" y="52860"/>
                </a:lnTo>
                <a:lnTo>
                  <a:pt x="983" y="57707"/>
                </a:lnTo>
                <a:lnTo>
                  <a:pt x="730" y="62962"/>
                </a:lnTo>
                <a:lnTo>
                  <a:pt x="512" y="68574"/>
                </a:lnTo>
                <a:lnTo>
                  <a:pt x="330" y="74488"/>
                </a:lnTo>
                <a:lnTo>
                  <a:pt x="187" y="80648"/>
                </a:lnTo>
                <a:lnTo>
                  <a:pt x="83" y="86994"/>
                </a:lnTo>
                <a:lnTo>
                  <a:pt x="21" y="93466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2653967270-34"/>
          <p:cNvSpPr/>
          <p:nvPr/>
        </p:nvSpPr>
        <p:spPr>
          <a:xfrm>
            <a:off x="2671763" y="1332309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FFF1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2653967456-57"/>
          <p:cNvSpPr/>
          <p:nvPr/>
        </p:nvSpPr>
        <p:spPr>
          <a:xfrm>
            <a:off x="2779365" y="1428750"/>
            <a:ext cx="156270" cy="1785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9313" y="7684"/>
                </a:moveTo>
                <a:lnTo>
                  <a:pt x="29313" y="7684"/>
                </a:lnTo>
                <a:cubicBezTo>
                  <a:pt x="29313" y="5509"/>
                  <a:pt x="30229" y="3719"/>
                  <a:pt x="32063" y="2316"/>
                </a:cubicBezTo>
                <a:lnTo>
                  <a:pt x="32063" y="2316"/>
                </a:lnTo>
                <a:lnTo>
                  <a:pt x="32063" y="2316"/>
                </a:lnTo>
                <a:cubicBezTo>
                  <a:pt x="33729" y="772"/>
                  <a:pt x="35854" y="0"/>
                  <a:pt x="38438" y="0"/>
                </a:cubicBezTo>
                <a:lnTo>
                  <a:pt x="38438" y="0"/>
                </a:lnTo>
                <a:cubicBezTo>
                  <a:pt x="41021" y="0"/>
                  <a:pt x="43167" y="772"/>
                  <a:pt x="44875" y="2316"/>
                </a:cubicBezTo>
                <a:lnTo>
                  <a:pt x="44875" y="2316"/>
                </a:lnTo>
                <a:cubicBezTo>
                  <a:pt x="46708" y="3719"/>
                  <a:pt x="47625" y="5509"/>
                  <a:pt x="47625" y="7684"/>
                </a:cubicBezTo>
                <a:lnTo>
                  <a:pt x="47625" y="7684"/>
                </a:lnTo>
                <a:lnTo>
                  <a:pt x="47625" y="36211"/>
                </a:lnTo>
                <a:cubicBezTo>
                  <a:pt x="49583" y="34702"/>
                  <a:pt x="52021" y="33947"/>
                  <a:pt x="54937" y="33947"/>
                </a:cubicBezTo>
                <a:lnTo>
                  <a:pt x="54937" y="33947"/>
                </a:lnTo>
                <a:cubicBezTo>
                  <a:pt x="59979" y="34193"/>
                  <a:pt x="63417" y="36175"/>
                  <a:pt x="65250" y="39895"/>
                </a:cubicBezTo>
                <a:lnTo>
                  <a:pt x="65250" y="39895"/>
                </a:lnTo>
                <a:cubicBezTo>
                  <a:pt x="67375" y="38105"/>
                  <a:pt x="70042" y="37140"/>
                  <a:pt x="73250" y="37000"/>
                </a:cubicBezTo>
                <a:lnTo>
                  <a:pt x="73250" y="37000"/>
                </a:lnTo>
                <a:cubicBezTo>
                  <a:pt x="76125" y="37000"/>
                  <a:pt x="78646" y="37842"/>
                  <a:pt x="80813" y="39526"/>
                </a:cubicBezTo>
                <a:lnTo>
                  <a:pt x="80813" y="39526"/>
                </a:lnTo>
                <a:cubicBezTo>
                  <a:pt x="82771" y="41070"/>
                  <a:pt x="83917" y="43053"/>
                  <a:pt x="84250" y="45474"/>
                </a:cubicBezTo>
                <a:lnTo>
                  <a:pt x="84250" y="45474"/>
                </a:lnTo>
                <a:cubicBezTo>
                  <a:pt x="86208" y="43930"/>
                  <a:pt x="88646" y="43158"/>
                  <a:pt x="91563" y="43158"/>
                </a:cubicBezTo>
                <a:lnTo>
                  <a:pt x="91563" y="43158"/>
                </a:lnTo>
                <a:cubicBezTo>
                  <a:pt x="94604" y="43298"/>
                  <a:pt x="97188" y="44211"/>
                  <a:pt x="99313" y="45895"/>
                </a:cubicBezTo>
                <a:lnTo>
                  <a:pt x="99313" y="45895"/>
                </a:lnTo>
                <a:cubicBezTo>
                  <a:pt x="101313" y="47684"/>
                  <a:pt x="102396" y="49860"/>
                  <a:pt x="102563" y="52421"/>
                </a:cubicBezTo>
                <a:lnTo>
                  <a:pt x="102563" y="52421"/>
                </a:lnTo>
                <a:lnTo>
                  <a:pt x="102563" y="61684"/>
                </a:lnTo>
                <a:lnTo>
                  <a:pt x="102563" y="64737"/>
                </a:lnTo>
                <a:lnTo>
                  <a:pt x="102563" y="74000"/>
                </a:lnTo>
                <a:cubicBezTo>
                  <a:pt x="102396" y="80947"/>
                  <a:pt x="99563" y="86807"/>
                  <a:pt x="94063" y="91579"/>
                </a:cubicBezTo>
                <a:lnTo>
                  <a:pt x="94063" y="91579"/>
                </a:lnTo>
                <a:cubicBezTo>
                  <a:pt x="88438" y="96175"/>
                  <a:pt x="81500" y="98544"/>
                  <a:pt x="73250" y="98684"/>
                </a:cubicBezTo>
                <a:lnTo>
                  <a:pt x="73250" y="98684"/>
                </a:lnTo>
                <a:lnTo>
                  <a:pt x="69563" y="98684"/>
                </a:lnTo>
                <a:lnTo>
                  <a:pt x="54937" y="98684"/>
                </a:lnTo>
                <a:lnTo>
                  <a:pt x="54937" y="98684"/>
                </a:lnTo>
                <a:lnTo>
                  <a:pt x="53813" y="98684"/>
                </a:lnTo>
                <a:cubicBezTo>
                  <a:pt x="52563" y="98684"/>
                  <a:pt x="51417" y="98614"/>
                  <a:pt x="50375" y="98474"/>
                </a:cubicBezTo>
                <a:lnTo>
                  <a:pt x="50375" y="98474"/>
                </a:lnTo>
                <a:cubicBezTo>
                  <a:pt x="43958" y="97982"/>
                  <a:pt x="38000" y="96386"/>
                  <a:pt x="32500" y="93684"/>
                </a:cubicBezTo>
                <a:lnTo>
                  <a:pt x="32500" y="93684"/>
                </a:lnTo>
                <a:cubicBezTo>
                  <a:pt x="27000" y="91123"/>
                  <a:pt x="22271" y="87649"/>
                  <a:pt x="18313" y="83263"/>
                </a:cubicBezTo>
                <a:lnTo>
                  <a:pt x="18313" y="83263"/>
                </a:lnTo>
                <a:lnTo>
                  <a:pt x="1812" y="64737"/>
                </a:lnTo>
                <a:cubicBezTo>
                  <a:pt x="312" y="62947"/>
                  <a:pt x="-292" y="61035"/>
                  <a:pt x="0" y="59000"/>
                </a:cubicBezTo>
                <a:lnTo>
                  <a:pt x="0" y="59000"/>
                </a:lnTo>
                <a:cubicBezTo>
                  <a:pt x="458" y="57070"/>
                  <a:pt x="1688" y="55386"/>
                  <a:pt x="3688" y="53947"/>
                </a:cubicBezTo>
                <a:lnTo>
                  <a:pt x="3688" y="53947"/>
                </a:lnTo>
                <a:cubicBezTo>
                  <a:pt x="5813" y="52684"/>
                  <a:pt x="8083" y="52175"/>
                  <a:pt x="10500" y="52421"/>
                </a:cubicBezTo>
                <a:lnTo>
                  <a:pt x="10500" y="52421"/>
                </a:lnTo>
                <a:cubicBezTo>
                  <a:pt x="12792" y="52807"/>
                  <a:pt x="14792" y="53842"/>
                  <a:pt x="16500" y="55526"/>
                </a:cubicBezTo>
                <a:lnTo>
                  <a:pt x="16500" y="55526"/>
                </a:lnTo>
                <a:lnTo>
                  <a:pt x="29313" y="69947"/>
                </a:lnTo>
                <a:lnTo>
                  <a:pt x="29313" y="7684"/>
                </a:lnTo>
                <a:moveTo>
                  <a:pt x="54937" y="58579"/>
                </a:moveTo>
                <a:lnTo>
                  <a:pt x="54937" y="58579"/>
                </a:lnTo>
                <a:cubicBezTo>
                  <a:pt x="54771" y="56649"/>
                  <a:pt x="53542" y="55632"/>
                  <a:pt x="51250" y="55526"/>
                </a:cubicBezTo>
                <a:lnTo>
                  <a:pt x="51250" y="55526"/>
                </a:lnTo>
                <a:cubicBezTo>
                  <a:pt x="48958" y="55632"/>
                  <a:pt x="47750" y="56649"/>
                  <a:pt x="47625" y="58579"/>
                </a:cubicBezTo>
                <a:lnTo>
                  <a:pt x="47625" y="58579"/>
                </a:lnTo>
                <a:lnTo>
                  <a:pt x="47625" y="77105"/>
                </a:lnTo>
                <a:cubicBezTo>
                  <a:pt x="47750" y="79035"/>
                  <a:pt x="48958" y="80053"/>
                  <a:pt x="51250" y="80158"/>
                </a:cubicBezTo>
                <a:lnTo>
                  <a:pt x="51250" y="80158"/>
                </a:lnTo>
                <a:cubicBezTo>
                  <a:pt x="53542" y="80053"/>
                  <a:pt x="54771" y="79035"/>
                  <a:pt x="54937" y="77105"/>
                </a:cubicBezTo>
                <a:lnTo>
                  <a:pt x="54937" y="77105"/>
                </a:lnTo>
                <a:lnTo>
                  <a:pt x="54937" y="58579"/>
                </a:lnTo>
                <a:moveTo>
                  <a:pt x="65938" y="55526"/>
                </a:moveTo>
                <a:lnTo>
                  <a:pt x="65938" y="55526"/>
                </a:lnTo>
                <a:cubicBezTo>
                  <a:pt x="63646" y="55632"/>
                  <a:pt x="62417" y="56649"/>
                  <a:pt x="62250" y="58579"/>
                </a:cubicBezTo>
                <a:lnTo>
                  <a:pt x="62250" y="58579"/>
                </a:lnTo>
                <a:lnTo>
                  <a:pt x="62250" y="77105"/>
                </a:lnTo>
                <a:cubicBezTo>
                  <a:pt x="62417" y="79035"/>
                  <a:pt x="63646" y="80053"/>
                  <a:pt x="65938" y="80158"/>
                </a:cubicBezTo>
                <a:lnTo>
                  <a:pt x="65938" y="80158"/>
                </a:lnTo>
                <a:cubicBezTo>
                  <a:pt x="68229" y="80053"/>
                  <a:pt x="69438" y="79035"/>
                  <a:pt x="69563" y="77105"/>
                </a:cubicBezTo>
                <a:lnTo>
                  <a:pt x="69563" y="77105"/>
                </a:lnTo>
                <a:lnTo>
                  <a:pt x="69563" y="58579"/>
                </a:lnTo>
                <a:cubicBezTo>
                  <a:pt x="69438" y="56649"/>
                  <a:pt x="68229" y="55632"/>
                  <a:pt x="65938" y="55526"/>
                </a:cubicBezTo>
                <a:lnTo>
                  <a:pt x="65938" y="55526"/>
                </a:lnTo>
                <a:moveTo>
                  <a:pt x="84250" y="58579"/>
                </a:moveTo>
                <a:lnTo>
                  <a:pt x="84250" y="58579"/>
                </a:lnTo>
                <a:cubicBezTo>
                  <a:pt x="84083" y="56649"/>
                  <a:pt x="82854" y="55632"/>
                  <a:pt x="80563" y="55526"/>
                </a:cubicBezTo>
                <a:lnTo>
                  <a:pt x="80563" y="55526"/>
                </a:lnTo>
                <a:cubicBezTo>
                  <a:pt x="78271" y="55632"/>
                  <a:pt x="77042" y="56649"/>
                  <a:pt x="76875" y="58579"/>
                </a:cubicBezTo>
                <a:lnTo>
                  <a:pt x="76875" y="58579"/>
                </a:lnTo>
                <a:lnTo>
                  <a:pt x="76875" y="77105"/>
                </a:lnTo>
                <a:cubicBezTo>
                  <a:pt x="77042" y="79035"/>
                  <a:pt x="78271" y="80053"/>
                  <a:pt x="80563" y="80158"/>
                </a:cubicBezTo>
                <a:lnTo>
                  <a:pt x="80563" y="80158"/>
                </a:lnTo>
                <a:cubicBezTo>
                  <a:pt x="82854" y="80053"/>
                  <a:pt x="84083" y="79035"/>
                  <a:pt x="84250" y="77105"/>
                </a:cubicBezTo>
                <a:lnTo>
                  <a:pt x="84250" y="77105"/>
                </a:lnTo>
                <a:lnTo>
                  <a:pt x="84250" y="58579"/>
                </a:lnTo>
              </a:path>
            </a:pathLst>
          </a:custGeom>
          <a:solidFill>
            <a:srgbClr val="E864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92653967252-18"/>
          <p:cNvSpPr/>
          <p:nvPr/>
        </p:nvSpPr>
        <p:spPr>
          <a:xfrm>
            <a:off x="4643438" y="1132284"/>
            <a:ext cx="1978819" cy="1721644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el-1792653967256-22"/>
          <p:cNvSpPr/>
          <p:nvPr/>
        </p:nvSpPr>
        <p:spPr>
          <a:xfrm>
            <a:off x="4643438" y="1132284"/>
            <a:ext cx="1978819" cy="857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21" y="90198"/>
                </a:lnTo>
                <a:lnTo>
                  <a:pt x="83" y="80491"/>
                </a:lnTo>
                <a:lnTo>
                  <a:pt x="187" y="70972"/>
                </a:lnTo>
                <a:lnTo>
                  <a:pt x="330" y="61732"/>
                </a:lnTo>
                <a:lnTo>
                  <a:pt x="512" y="52860"/>
                </a:lnTo>
                <a:lnTo>
                  <a:pt x="730" y="44443"/>
                </a:lnTo>
                <a:lnTo>
                  <a:pt x="983" y="36561"/>
                </a:lnTo>
                <a:lnTo>
                  <a:pt x="1269" y="29289"/>
                </a:lnTo>
                <a:lnTo>
                  <a:pt x="1584" y="22699"/>
                </a:lnTo>
                <a:lnTo>
                  <a:pt x="1925" y="16853"/>
                </a:lnTo>
                <a:lnTo>
                  <a:pt x="2290" y="11808"/>
                </a:lnTo>
                <a:lnTo>
                  <a:pt x="2674" y="7612"/>
                </a:lnTo>
                <a:lnTo>
                  <a:pt x="3075" y="4306"/>
                </a:lnTo>
                <a:lnTo>
                  <a:pt x="3487" y="1921"/>
                </a:lnTo>
                <a:lnTo>
                  <a:pt x="3908" y="482"/>
                </a:lnTo>
                <a:lnTo>
                  <a:pt x="4332" y="0"/>
                </a:lnTo>
                <a:lnTo>
                  <a:pt x="95668" y="0"/>
                </a:lnTo>
                <a:lnTo>
                  <a:pt x="96092" y="482"/>
                </a:lnTo>
                <a:lnTo>
                  <a:pt x="96513" y="1921"/>
                </a:lnTo>
                <a:lnTo>
                  <a:pt x="96925" y="4306"/>
                </a:lnTo>
                <a:lnTo>
                  <a:pt x="97326" y="7612"/>
                </a:lnTo>
                <a:lnTo>
                  <a:pt x="97710" y="11808"/>
                </a:lnTo>
                <a:lnTo>
                  <a:pt x="98075" y="16853"/>
                </a:lnTo>
                <a:lnTo>
                  <a:pt x="98416" y="22699"/>
                </a:lnTo>
                <a:lnTo>
                  <a:pt x="98731" y="29289"/>
                </a:lnTo>
                <a:lnTo>
                  <a:pt x="99017" y="36561"/>
                </a:lnTo>
                <a:lnTo>
                  <a:pt x="99270" y="44443"/>
                </a:lnTo>
                <a:lnTo>
                  <a:pt x="99488" y="52860"/>
                </a:lnTo>
                <a:lnTo>
                  <a:pt x="99670" y="61732"/>
                </a:lnTo>
                <a:lnTo>
                  <a:pt x="99813" y="70972"/>
                </a:lnTo>
                <a:lnTo>
                  <a:pt x="99917" y="80491"/>
                </a:lnTo>
                <a:lnTo>
                  <a:pt x="99979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79" y="93466"/>
                </a:lnTo>
                <a:lnTo>
                  <a:pt x="99917" y="86994"/>
                </a:lnTo>
                <a:lnTo>
                  <a:pt x="99813" y="80648"/>
                </a:lnTo>
                <a:lnTo>
                  <a:pt x="99670" y="74488"/>
                </a:lnTo>
                <a:lnTo>
                  <a:pt x="99488" y="68574"/>
                </a:lnTo>
                <a:lnTo>
                  <a:pt x="99270" y="62962"/>
                </a:lnTo>
                <a:lnTo>
                  <a:pt x="99017" y="57707"/>
                </a:lnTo>
                <a:lnTo>
                  <a:pt x="98731" y="52860"/>
                </a:lnTo>
                <a:lnTo>
                  <a:pt x="98416" y="48466"/>
                </a:lnTo>
                <a:lnTo>
                  <a:pt x="98075" y="44569"/>
                </a:lnTo>
                <a:lnTo>
                  <a:pt x="97710" y="41205"/>
                </a:lnTo>
                <a:lnTo>
                  <a:pt x="97326" y="38408"/>
                </a:lnTo>
                <a:lnTo>
                  <a:pt x="96925" y="36204"/>
                </a:lnTo>
                <a:lnTo>
                  <a:pt x="96513" y="34614"/>
                </a:lnTo>
                <a:lnTo>
                  <a:pt x="96092" y="33654"/>
                </a:lnTo>
                <a:lnTo>
                  <a:pt x="95668" y="33333"/>
                </a:lnTo>
                <a:lnTo>
                  <a:pt x="4332" y="33333"/>
                </a:lnTo>
                <a:lnTo>
                  <a:pt x="3908" y="33654"/>
                </a:lnTo>
                <a:lnTo>
                  <a:pt x="3487" y="34614"/>
                </a:lnTo>
                <a:lnTo>
                  <a:pt x="3075" y="36204"/>
                </a:lnTo>
                <a:lnTo>
                  <a:pt x="2674" y="38408"/>
                </a:lnTo>
                <a:lnTo>
                  <a:pt x="2290" y="41205"/>
                </a:lnTo>
                <a:lnTo>
                  <a:pt x="1925" y="44569"/>
                </a:lnTo>
                <a:lnTo>
                  <a:pt x="1584" y="48466"/>
                </a:lnTo>
                <a:lnTo>
                  <a:pt x="1269" y="52860"/>
                </a:lnTo>
                <a:lnTo>
                  <a:pt x="983" y="57707"/>
                </a:lnTo>
                <a:lnTo>
                  <a:pt x="730" y="62962"/>
                </a:lnTo>
                <a:lnTo>
                  <a:pt x="512" y="68574"/>
                </a:lnTo>
                <a:lnTo>
                  <a:pt x="330" y="74488"/>
                </a:lnTo>
                <a:lnTo>
                  <a:pt x="187" y="80648"/>
                </a:lnTo>
                <a:lnTo>
                  <a:pt x="83" y="86994"/>
                </a:lnTo>
                <a:lnTo>
                  <a:pt x="21" y="93466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5966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92653967271-35"/>
          <p:cNvSpPr/>
          <p:nvPr/>
        </p:nvSpPr>
        <p:spPr>
          <a:xfrm>
            <a:off x="4793456" y="1332309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ECF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2653967457-58"/>
          <p:cNvSpPr/>
          <p:nvPr/>
        </p:nvSpPr>
        <p:spPr>
          <a:xfrm>
            <a:off x="4901059" y="1428750"/>
            <a:ext cx="156270" cy="1785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8313" y="20053"/>
                </a:moveTo>
                <a:lnTo>
                  <a:pt x="18313" y="20053"/>
                </a:lnTo>
                <a:cubicBezTo>
                  <a:pt x="21688" y="19807"/>
                  <a:pt x="23521" y="18263"/>
                  <a:pt x="23813" y="15421"/>
                </a:cubicBezTo>
                <a:lnTo>
                  <a:pt x="23813" y="15421"/>
                </a:lnTo>
                <a:cubicBezTo>
                  <a:pt x="23521" y="12579"/>
                  <a:pt x="21688" y="11035"/>
                  <a:pt x="18313" y="10789"/>
                </a:cubicBezTo>
                <a:lnTo>
                  <a:pt x="18313" y="10789"/>
                </a:lnTo>
                <a:cubicBezTo>
                  <a:pt x="14938" y="11035"/>
                  <a:pt x="13104" y="12579"/>
                  <a:pt x="12812" y="15421"/>
                </a:cubicBezTo>
                <a:lnTo>
                  <a:pt x="12812" y="15421"/>
                </a:lnTo>
                <a:cubicBezTo>
                  <a:pt x="13104" y="18263"/>
                  <a:pt x="14938" y="19807"/>
                  <a:pt x="18313" y="20053"/>
                </a:cubicBezTo>
                <a:lnTo>
                  <a:pt x="18313" y="20053"/>
                </a:lnTo>
                <a:moveTo>
                  <a:pt x="36625" y="15421"/>
                </a:moveTo>
                <a:lnTo>
                  <a:pt x="36625" y="15421"/>
                </a:lnTo>
                <a:cubicBezTo>
                  <a:pt x="36625" y="18649"/>
                  <a:pt x="35625" y="21474"/>
                  <a:pt x="33625" y="23895"/>
                </a:cubicBezTo>
                <a:lnTo>
                  <a:pt x="33625" y="23895"/>
                </a:lnTo>
                <a:lnTo>
                  <a:pt x="33625" y="23895"/>
                </a:lnTo>
                <a:cubicBezTo>
                  <a:pt x="31667" y="26456"/>
                  <a:pt x="29000" y="28316"/>
                  <a:pt x="25625" y="29474"/>
                </a:cubicBezTo>
                <a:lnTo>
                  <a:pt x="25625" y="29474"/>
                </a:lnTo>
                <a:lnTo>
                  <a:pt x="25625" y="46474"/>
                </a:lnTo>
                <a:cubicBezTo>
                  <a:pt x="30042" y="44263"/>
                  <a:pt x="34938" y="43158"/>
                  <a:pt x="40313" y="43158"/>
                </a:cubicBezTo>
                <a:lnTo>
                  <a:pt x="40313" y="43158"/>
                </a:lnTo>
                <a:lnTo>
                  <a:pt x="62250" y="43158"/>
                </a:lnTo>
                <a:cubicBezTo>
                  <a:pt x="66375" y="43053"/>
                  <a:pt x="69813" y="41842"/>
                  <a:pt x="72563" y="39526"/>
                </a:cubicBezTo>
                <a:lnTo>
                  <a:pt x="72563" y="39526"/>
                </a:lnTo>
                <a:cubicBezTo>
                  <a:pt x="75313" y="37211"/>
                  <a:pt x="76750" y="34316"/>
                  <a:pt x="76875" y="30842"/>
                </a:cubicBezTo>
                <a:lnTo>
                  <a:pt x="76875" y="30842"/>
                </a:lnTo>
                <a:lnTo>
                  <a:pt x="76875" y="29474"/>
                </a:lnTo>
                <a:cubicBezTo>
                  <a:pt x="73542" y="28316"/>
                  <a:pt x="70875" y="26456"/>
                  <a:pt x="68875" y="23895"/>
                </a:cubicBezTo>
                <a:lnTo>
                  <a:pt x="68875" y="23895"/>
                </a:lnTo>
                <a:cubicBezTo>
                  <a:pt x="66917" y="21474"/>
                  <a:pt x="65938" y="18649"/>
                  <a:pt x="65938" y="15421"/>
                </a:cubicBezTo>
                <a:lnTo>
                  <a:pt x="65938" y="15421"/>
                </a:lnTo>
                <a:cubicBezTo>
                  <a:pt x="66063" y="11035"/>
                  <a:pt x="67813" y="7368"/>
                  <a:pt x="71188" y="4421"/>
                </a:cubicBezTo>
                <a:lnTo>
                  <a:pt x="71188" y="4421"/>
                </a:lnTo>
                <a:cubicBezTo>
                  <a:pt x="74688" y="1614"/>
                  <a:pt x="79042" y="140"/>
                  <a:pt x="84250" y="0"/>
                </a:cubicBezTo>
                <a:lnTo>
                  <a:pt x="84250" y="0"/>
                </a:lnTo>
                <a:cubicBezTo>
                  <a:pt x="89417" y="140"/>
                  <a:pt x="93750" y="1614"/>
                  <a:pt x="97250" y="4421"/>
                </a:cubicBezTo>
                <a:lnTo>
                  <a:pt x="97250" y="4421"/>
                </a:lnTo>
                <a:cubicBezTo>
                  <a:pt x="100625" y="7368"/>
                  <a:pt x="102396" y="11035"/>
                  <a:pt x="102563" y="15421"/>
                </a:cubicBezTo>
                <a:lnTo>
                  <a:pt x="102563" y="15421"/>
                </a:lnTo>
                <a:cubicBezTo>
                  <a:pt x="102563" y="18649"/>
                  <a:pt x="101563" y="21474"/>
                  <a:pt x="99563" y="23895"/>
                </a:cubicBezTo>
                <a:lnTo>
                  <a:pt x="99563" y="23895"/>
                </a:lnTo>
                <a:cubicBezTo>
                  <a:pt x="97563" y="26456"/>
                  <a:pt x="94896" y="28316"/>
                  <a:pt x="91563" y="29474"/>
                </a:cubicBezTo>
                <a:lnTo>
                  <a:pt x="91563" y="29474"/>
                </a:lnTo>
                <a:lnTo>
                  <a:pt x="91563" y="30842"/>
                </a:lnTo>
                <a:cubicBezTo>
                  <a:pt x="91396" y="37789"/>
                  <a:pt x="88563" y="43632"/>
                  <a:pt x="83063" y="48368"/>
                </a:cubicBezTo>
                <a:lnTo>
                  <a:pt x="83063" y="48368"/>
                </a:lnTo>
                <a:cubicBezTo>
                  <a:pt x="77437" y="53000"/>
                  <a:pt x="70500" y="55386"/>
                  <a:pt x="62250" y="55526"/>
                </a:cubicBezTo>
                <a:lnTo>
                  <a:pt x="62250" y="55526"/>
                </a:lnTo>
                <a:lnTo>
                  <a:pt x="40313" y="55526"/>
                </a:lnTo>
                <a:cubicBezTo>
                  <a:pt x="36188" y="55632"/>
                  <a:pt x="32750" y="56842"/>
                  <a:pt x="30000" y="59158"/>
                </a:cubicBezTo>
                <a:lnTo>
                  <a:pt x="30000" y="59158"/>
                </a:lnTo>
                <a:cubicBezTo>
                  <a:pt x="27250" y="61474"/>
                  <a:pt x="25792" y="64368"/>
                  <a:pt x="25625" y="67842"/>
                </a:cubicBezTo>
                <a:lnTo>
                  <a:pt x="25625" y="67842"/>
                </a:lnTo>
                <a:lnTo>
                  <a:pt x="25625" y="69211"/>
                </a:lnTo>
                <a:cubicBezTo>
                  <a:pt x="29000" y="70368"/>
                  <a:pt x="31667" y="72228"/>
                  <a:pt x="33625" y="74789"/>
                </a:cubicBezTo>
                <a:lnTo>
                  <a:pt x="33625" y="74789"/>
                </a:lnTo>
                <a:cubicBezTo>
                  <a:pt x="35625" y="77211"/>
                  <a:pt x="36625" y="80035"/>
                  <a:pt x="36625" y="83263"/>
                </a:cubicBezTo>
                <a:lnTo>
                  <a:pt x="36625" y="83263"/>
                </a:lnTo>
                <a:cubicBezTo>
                  <a:pt x="36458" y="87649"/>
                  <a:pt x="34708" y="91316"/>
                  <a:pt x="31375" y="94263"/>
                </a:cubicBezTo>
                <a:lnTo>
                  <a:pt x="31375" y="94263"/>
                </a:lnTo>
                <a:cubicBezTo>
                  <a:pt x="27833" y="97070"/>
                  <a:pt x="23479" y="98544"/>
                  <a:pt x="18313" y="98684"/>
                </a:cubicBezTo>
                <a:lnTo>
                  <a:pt x="18313" y="98684"/>
                </a:lnTo>
                <a:cubicBezTo>
                  <a:pt x="13104" y="98544"/>
                  <a:pt x="8750" y="97070"/>
                  <a:pt x="5250" y="94263"/>
                </a:cubicBezTo>
                <a:lnTo>
                  <a:pt x="5250" y="94263"/>
                </a:lnTo>
                <a:cubicBezTo>
                  <a:pt x="1917" y="91316"/>
                  <a:pt x="167" y="87649"/>
                  <a:pt x="0" y="83263"/>
                </a:cubicBezTo>
                <a:lnTo>
                  <a:pt x="0" y="83263"/>
                </a:lnTo>
                <a:cubicBezTo>
                  <a:pt x="0" y="80035"/>
                  <a:pt x="1000" y="77211"/>
                  <a:pt x="3000" y="74789"/>
                </a:cubicBezTo>
                <a:lnTo>
                  <a:pt x="3000" y="74789"/>
                </a:lnTo>
                <a:cubicBezTo>
                  <a:pt x="4958" y="72228"/>
                  <a:pt x="7625" y="70368"/>
                  <a:pt x="11000" y="69211"/>
                </a:cubicBezTo>
                <a:lnTo>
                  <a:pt x="11000" y="69211"/>
                </a:lnTo>
                <a:lnTo>
                  <a:pt x="11000" y="67842"/>
                </a:lnTo>
                <a:lnTo>
                  <a:pt x="11000" y="29474"/>
                </a:lnTo>
                <a:cubicBezTo>
                  <a:pt x="7625" y="28316"/>
                  <a:pt x="4958" y="26456"/>
                  <a:pt x="3000" y="23895"/>
                </a:cubicBezTo>
                <a:lnTo>
                  <a:pt x="3000" y="23895"/>
                </a:lnTo>
                <a:cubicBezTo>
                  <a:pt x="1000" y="21474"/>
                  <a:pt x="0" y="18649"/>
                  <a:pt x="0" y="15421"/>
                </a:cubicBezTo>
                <a:lnTo>
                  <a:pt x="0" y="15421"/>
                </a:lnTo>
                <a:cubicBezTo>
                  <a:pt x="167" y="11035"/>
                  <a:pt x="1917" y="7368"/>
                  <a:pt x="5250" y="4421"/>
                </a:cubicBezTo>
                <a:lnTo>
                  <a:pt x="5250" y="4421"/>
                </a:lnTo>
                <a:cubicBezTo>
                  <a:pt x="8750" y="1614"/>
                  <a:pt x="13104" y="140"/>
                  <a:pt x="18313" y="0"/>
                </a:cubicBezTo>
                <a:lnTo>
                  <a:pt x="18313" y="0"/>
                </a:lnTo>
                <a:cubicBezTo>
                  <a:pt x="23479" y="140"/>
                  <a:pt x="27833" y="1614"/>
                  <a:pt x="31375" y="4421"/>
                </a:cubicBezTo>
                <a:lnTo>
                  <a:pt x="31375" y="4421"/>
                </a:lnTo>
                <a:cubicBezTo>
                  <a:pt x="34708" y="7368"/>
                  <a:pt x="36458" y="11035"/>
                  <a:pt x="36625" y="15421"/>
                </a:cubicBezTo>
                <a:lnTo>
                  <a:pt x="36625" y="15421"/>
                </a:lnTo>
                <a:moveTo>
                  <a:pt x="89750" y="15421"/>
                </a:moveTo>
                <a:lnTo>
                  <a:pt x="89750" y="15421"/>
                </a:lnTo>
                <a:cubicBezTo>
                  <a:pt x="89417" y="12579"/>
                  <a:pt x="87583" y="11035"/>
                  <a:pt x="84250" y="10789"/>
                </a:cubicBezTo>
                <a:lnTo>
                  <a:pt x="84250" y="10789"/>
                </a:lnTo>
                <a:cubicBezTo>
                  <a:pt x="80875" y="11035"/>
                  <a:pt x="79042" y="12579"/>
                  <a:pt x="78750" y="15421"/>
                </a:cubicBezTo>
                <a:lnTo>
                  <a:pt x="78750" y="15421"/>
                </a:lnTo>
                <a:cubicBezTo>
                  <a:pt x="79042" y="18263"/>
                  <a:pt x="80875" y="19807"/>
                  <a:pt x="84250" y="20053"/>
                </a:cubicBezTo>
                <a:lnTo>
                  <a:pt x="84250" y="20053"/>
                </a:lnTo>
                <a:cubicBezTo>
                  <a:pt x="87583" y="19807"/>
                  <a:pt x="89417" y="18263"/>
                  <a:pt x="89750" y="15421"/>
                </a:cubicBezTo>
                <a:lnTo>
                  <a:pt x="89750" y="15421"/>
                </a:lnTo>
                <a:moveTo>
                  <a:pt x="18313" y="87895"/>
                </a:moveTo>
                <a:lnTo>
                  <a:pt x="18313" y="87895"/>
                </a:lnTo>
                <a:cubicBezTo>
                  <a:pt x="21688" y="87649"/>
                  <a:pt x="23521" y="86105"/>
                  <a:pt x="23813" y="83263"/>
                </a:cubicBezTo>
                <a:lnTo>
                  <a:pt x="23813" y="83263"/>
                </a:lnTo>
                <a:cubicBezTo>
                  <a:pt x="23521" y="80421"/>
                  <a:pt x="21688" y="78877"/>
                  <a:pt x="18313" y="78632"/>
                </a:cubicBezTo>
                <a:lnTo>
                  <a:pt x="18313" y="78632"/>
                </a:lnTo>
                <a:cubicBezTo>
                  <a:pt x="14938" y="78877"/>
                  <a:pt x="13104" y="80421"/>
                  <a:pt x="12812" y="83263"/>
                </a:cubicBezTo>
                <a:lnTo>
                  <a:pt x="12812" y="83263"/>
                </a:lnTo>
                <a:cubicBezTo>
                  <a:pt x="13104" y="86105"/>
                  <a:pt x="14938" y="87649"/>
                  <a:pt x="18313" y="87895"/>
                </a:cubicBezTo>
                <a:lnTo>
                  <a:pt x="18313" y="87895"/>
                </a:lnTo>
              </a:path>
            </a:pathLst>
          </a:custGeom>
          <a:solidFill>
            <a:srgbClr val="05966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2653967254-19"/>
          <p:cNvSpPr/>
          <p:nvPr/>
        </p:nvSpPr>
        <p:spPr>
          <a:xfrm>
            <a:off x="6765131" y="1132284"/>
            <a:ext cx="1978819" cy="1721644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 w="7144" algn="in">
            <a:solidFill>
              <a:srgbClr val="E5E9F0"/>
            </a:solidFill>
            <a:prstDash val="solid"/>
          </a:ln>
          <a:effectLst>
            <a:outerShdw blurRad="57150" dist="14288" dir="5400000" algn="ctr">
              <a:srgbClr val="0B1F3A">
                <a:alpha val="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el-1792653967256-23"/>
          <p:cNvSpPr/>
          <p:nvPr/>
        </p:nvSpPr>
        <p:spPr>
          <a:xfrm>
            <a:off x="6765131" y="1132284"/>
            <a:ext cx="1978819" cy="857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21" y="90198"/>
                </a:lnTo>
                <a:lnTo>
                  <a:pt x="83" y="80491"/>
                </a:lnTo>
                <a:lnTo>
                  <a:pt x="187" y="70972"/>
                </a:lnTo>
                <a:lnTo>
                  <a:pt x="330" y="61732"/>
                </a:lnTo>
                <a:lnTo>
                  <a:pt x="512" y="52860"/>
                </a:lnTo>
                <a:lnTo>
                  <a:pt x="730" y="44443"/>
                </a:lnTo>
                <a:lnTo>
                  <a:pt x="983" y="36561"/>
                </a:lnTo>
                <a:lnTo>
                  <a:pt x="1269" y="29289"/>
                </a:lnTo>
                <a:lnTo>
                  <a:pt x="1584" y="22699"/>
                </a:lnTo>
                <a:lnTo>
                  <a:pt x="1925" y="16853"/>
                </a:lnTo>
                <a:lnTo>
                  <a:pt x="2290" y="11808"/>
                </a:lnTo>
                <a:lnTo>
                  <a:pt x="2674" y="7612"/>
                </a:lnTo>
                <a:lnTo>
                  <a:pt x="3075" y="4306"/>
                </a:lnTo>
                <a:lnTo>
                  <a:pt x="3487" y="1921"/>
                </a:lnTo>
                <a:lnTo>
                  <a:pt x="3908" y="482"/>
                </a:lnTo>
                <a:lnTo>
                  <a:pt x="4332" y="0"/>
                </a:lnTo>
                <a:lnTo>
                  <a:pt x="95668" y="0"/>
                </a:lnTo>
                <a:lnTo>
                  <a:pt x="96092" y="482"/>
                </a:lnTo>
                <a:lnTo>
                  <a:pt x="96513" y="1921"/>
                </a:lnTo>
                <a:lnTo>
                  <a:pt x="96925" y="4306"/>
                </a:lnTo>
                <a:lnTo>
                  <a:pt x="97326" y="7612"/>
                </a:lnTo>
                <a:lnTo>
                  <a:pt x="97710" y="11808"/>
                </a:lnTo>
                <a:lnTo>
                  <a:pt x="98075" y="16853"/>
                </a:lnTo>
                <a:lnTo>
                  <a:pt x="98416" y="22699"/>
                </a:lnTo>
                <a:lnTo>
                  <a:pt x="98731" y="29289"/>
                </a:lnTo>
                <a:lnTo>
                  <a:pt x="99017" y="36561"/>
                </a:lnTo>
                <a:lnTo>
                  <a:pt x="99270" y="44443"/>
                </a:lnTo>
                <a:lnTo>
                  <a:pt x="99488" y="52860"/>
                </a:lnTo>
                <a:lnTo>
                  <a:pt x="99670" y="61732"/>
                </a:lnTo>
                <a:lnTo>
                  <a:pt x="99813" y="70972"/>
                </a:lnTo>
                <a:lnTo>
                  <a:pt x="99917" y="80491"/>
                </a:lnTo>
                <a:lnTo>
                  <a:pt x="99979" y="9019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9979" y="93466"/>
                </a:lnTo>
                <a:lnTo>
                  <a:pt x="99917" y="86994"/>
                </a:lnTo>
                <a:lnTo>
                  <a:pt x="99813" y="80648"/>
                </a:lnTo>
                <a:lnTo>
                  <a:pt x="99670" y="74488"/>
                </a:lnTo>
                <a:lnTo>
                  <a:pt x="99488" y="68574"/>
                </a:lnTo>
                <a:lnTo>
                  <a:pt x="99270" y="62962"/>
                </a:lnTo>
                <a:lnTo>
                  <a:pt x="99017" y="57707"/>
                </a:lnTo>
                <a:lnTo>
                  <a:pt x="98731" y="52860"/>
                </a:lnTo>
                <a:lnTo>
                  <a:pt x="98416" y="48466"/>
                </a:lnTo>
                <a:lnTo>
                  <a:pt x="98075" y="44569"/>
                </a:lnTo>
                <a:lnTo>
                  <a:pt x="97710" y="41205"/>
                </a:lnTo>
                <a:lnTo>
                  <a:pt x="97326" y="38408"/>
                </a:lnTo>
                <a:lnTo>
                  <a:pt x="96925" y="36204"/>
                </a:lnTo>
                <a:lnTo>
                  <a:pt x="96513" y="34614"/>
                </a:lnTo>
                <a:lnTo>
                  <a:pt x="96092" y="33654"/>
                </a:lnTo>
                <a:lnTo>
                  <a:pt x="95668" y="33333"/>
                </a:lnTo>
                <a:lnTo>
                  <a:pt x="4332" y="33333"/>
                </a:lnTo>
                <a:lnTo>
                  <a:pt x="3908" y="33654"/>
                </a:lnTo>
                <a:lnTo>
                  <a:pt x="3487" y="34614"/>
                </a:lnTo>
                <a:lnTo>
                  <a:pt x="3075" y="36204"/>
                </a:lnTo>
                <a:lnTo>
                  <a:pt x="2674" y="38408"/>
                </a:lnTo>
                <a:lnTo>
                  <a:pt x="2290" y="41205"/>
                </a:lnTo>
                <a:lnTo>
                  <a:pt x="1925" y="44569"/>
                </a:lnTo>
                <a:lnTo>
                  <a:pt x="1584" y="48466"/>
                </a:lnTo>
                <a:lnTo>
                  <a:pt x="1269" y="52860"/>
                </a:lnTo>
                <a:lnTo>
                  <a:pt x="983" y="57707"/>
                </a:lnTo>
                <a:lnTo>
                  <a:pt x="730" y="62962"/>
                </a:lnTo>
                <a:lnTo>
                  <a:pt x="512" y="68574"/>
                </a:lnTo>
                <a:lnTo>
                  <a:pt x="330" y="74488"/>
                </a:lnTo>
                <a:lnTo>
                  <a:pt x="187" y="80648"/>
                </a:lnTo>
                <a:lnTo>
                  <a:pt x="83" y="86994"/>
                </a:lnTo>
                <a:lnTo>
                  <a:pt x="21" y="93466"/>
                </a:lnTo>
                <a:lnTo>
                  <a:pt x="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92653967272-36"/>
          <p:cNvSpPr/>
          <p:nvPr/>
        </p:nvSpPr>
        <p:spPr>
          <a:xfrm>
            <a:off x="6915150" y="1332309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F0EE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2653967457-59"/>
          <p:cNvSpPr/>
          <p:nvPr/>
        </p:nvSpPr>
        <p:spPr>
          <a:xfrm>
            <a:off x="7000429" y="1428750"/>
            <a:ext cx="200918" cy="1785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1143" y="0"/>
                </a:moveTo>
                <a:lnTo>
                  <a:pt x="11143" y="0"/>
                </a:lnTo>
                <a:cubicBezTo>
                  <a:pt x="8000" y="140"/>
                  <a:pt x="5397" y="1368"/>
                  <a:pt x="3333" y="3684"/>
                </a:cubicBezTo>
                <a:lnTo>
                  <a:pt x="3333" y="3684"/>
                </a:lnTo>
                <a:lnTo>
                  <a:pt x="3333" y="3684"/>
                </a:lnTo>
                <a:cubicBezTo>
                  <a:pt x="1238" y="5965"/>
                  <a:pt x="127" y="8842"/>
                  <a:pt x="0" y="12316"/>
                </a:cubicBezTo>
                <a:lnTo>
                  <a:pt x="0" y="12316"/>
                </a:lnTo>
                <a:lnTo>
                  <a:pt x="0" y="67842"/>
                </a:lnTo>
                <a:cubicBezTo>
                  <a:pt x="127" y="71316"/>
                  <a:pt x="1238" y="74211"/>
                  <a:pt x="3333" y="76526"/>
                </a:cubicBezTo>
                <a:lnTo>
                  <a:pt x="3333" y="76526"/>
                </a:lnTo>
                <a:cubicBezTo>
                  <a:pt x="5397" y="78842"/>
                  <a:pt x="8000" y="80053"/>
                  <a:pt x="11143" y="80158"/>
                </a:cubicBezTo>
                <a:lnTo>
                  <a:pt x="11143" y="80158"/>
                </a:lnTo>
                <a:lnTo>
                  <a:pt x="41857" y="80158"/>
                </a:lnTo>
                <a:lnTo>
                  <a:pt x="39952" y="86368"/>
                </a:lnTo>
                <a:lnTo>
                  <a:pt x="27905" y="86368"/>
                </a:lnTo>
                <a:cubicBezTo>
                  <a:pt x="26286" y="86368"/>
                  <a:pt x="24952" y="86947"/>
                  <a:pt x="23905" y="88105"/>
                </a:cubicBezTo>
                <a:lnTo>
                  <a:pt x="23905" y="88105"/>
                </a:lnTo>
                <a:cubicBezTo>
                  <a:pt x="22857" y="89263"/>
                  <a:pt x="22333" y="90737"/>
                  <a:pt x="22333" y="92526"/>
                </a:cubicBezTo>
                <a:lnTo>
                  <a:pt x="22333" y="92526"/>
                </a:lnTo>
                <a:cubicBezTo>
                  <a:pt x="22333" y="94316"/>
                  <a:pt x="22857" y="95789"/>
                  <a:pt x="23905" y="96947"/>
                </a:cubicBezTo>
                <a:lnTo>
                  <a:pt x="23905" y="96947"/>
                </a:lnTo>
                <a:cubicBezTo>
                  <a:pt x="24952" y="98105"/>
                  <a:pt x="26286" y="98684"/>
                  <a:pt x="27905" y="98684"/>
                </a:cubicBezTo>
                <a:lnTo>
                  <a:pt x="27905" y="98684"/>
                </a:lnTo>
                <a:lnTo>
                  <a:pt x="72524" y="98684"/>
                </a:lnTo>
                <a:cubicBezTo>
                  <a:pt x="74175" y="98684"/>
                  <a:pt x="75524" y="98105"/>
                  <a:pt x="76571" y="96947"/>
                </a:cubicBezTo>
                <a:lnTo>
                  <a:pt x="76571" y="96947"/>
                </a:lnTo>
                <a:cubicBezTo>
                  <a:pt x="77619" y="95789"/>
                  <a:pt x="78143" y="94316"/>
                  <a:pt x="78143" y="92526"/>
                </a:cubicBezTo>
                <a:lnTo>
                  <a:pt x="78143" y="92526"/>
                </a:lnTo>
                <a:cubicBezTo>
                  <a:pt x="78143" y="90737"/>
                  <a:pt x="77619" y="89263"/>
                  <a:pt x="76571" y="88105"/>
                </a:cubicBezTo>
                <a:lnTo>
                  <a:pt x="76571" y="88105"/>
                </a:lnTo>
                <a:cubicBezTo>
                  <a:pt x="75524" y="86947"/>
                  <a:pt x="74175" y="86368"/>
                  <a:pt x="72524" y="86368"/>
                </a:cubicBezTo>
                <a:lnTo>
                  <a:pt x="72524" y="86368"/>
                </a:lnTo>
                <a:lnTo>
                  <a:pt x="60524" y="86368"/>
                </a:lnTo>
                <a:lnTo>
                  <a:pt x="58571" y="80158"/>
                </a:lnTo>
                <a:lnTo>
                  <a:pt x="89286" y="80158"/>
                </a:lnTo>
                <a:cubicBezTo>
                  <a:pt x="92429" y="80053"/>
                  <a:pt x="95048" y="78842"/>
                  <a:pt x="97143" y="76526"/>
                </a:cubicBezTo>
                <a:lnTo>
                  <a:pt x="97143" y="76526"/>
                </a:lnTo>
                <a:cubicBezTo>
                  <a:pt x="99238" y="74211"/>
                  <a:pt x="100333" y="71316"/>
                  <a:pt x="100429" y="67842"/>
                </a:cubicBezTo>
                <a:lnTo>
                  <a:pt x="100429" y="67842"/>
                </a:lnTo>
                <a:lnTo>
                  <a:pt x="100429" y="12316"/>
                </a:lnTo>
                <a:cubicBezTo>
                  <a:pt x="100333" y="8842"/>
                  <a:pt x="99238" y="5965"/>
                  <a:pt x="97143" y="3684"/>
                </a:cubicBezTo>
                <a:lnTo>
                  <a:pt x="97143" y="3684"/>
                </a:lnTo>
                <a:cubicBezTo>
                  <a:pt x="95048" y="1368"/>
                  <a:pt x="92429" y="140"/>
                  <a:pt x="89286" y="0"/>
                </a:cubicBezTo>
                <a:lnTo>
                  <a:pt x="89286" y="0"/>
                </a:lnTo>
                <a:lnTo>
                  <a:pt x="11143" y="0"/>
                </a:lnTo>
                <a:moveTo>
                  <a:pt x="89286" y="12316"/>
                </a:moveTo>
                <a:lnTo>
                  <a:pt x="89286" y="12316"/>
                </a:lnTo>
                <a:lnTo>
                  <a:pt x="89286" y="55526"/>
                </a:lnTo>
                <a:lnTo>
                  <a:pt x="11143" y="55526"/>
                </a:lnTo>
                <a:lnTo>
                  <a:pt x="11143" y="12316"/>
                </a:lnTo>
                <a:lnTo>
                  <a:pt x="89286" y="12316"/>
                </a:lnTo>
              </a:path>
            </a:pathLst>
          </a:cu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2653967233-8"/>
          <p:cNvSpPr/>
          <p:nvPr/>
        </p:nvSpPr>
        <p:spPr>
          <a:xfrm>
            <a:off x="400050" y="3082528"/>
            <a:ext cx="8343900" cy="514350"/>
          </a:xfrm>
          <a:prstGeom prst="roundRect">
            <a:avLst>
              <a:gd name="adj" fmla="val 25926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2653967447-53"/>
          <p:cNvSpPr/>
          <p:nvPr/>
        </p:nvSpPr>
        <p:spPr>
          <a:xfrm>
            <a:off x="628650" y="3268824"/>
            <a:ext cx="142875" cy="14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5867" y="800"/>
                </a:moveTo>
                <a:lnTo>
                  <a:pt x="45867" y="800"/>
                </a:lnTo>
                <a:cubicBezTo>
                  <a:pt x="48622" y="-267"/>
                  <a:pt x="51422" y="-267"/>
                  <a:pt x="54267" y="800"/>
                </a:cubicBezTo>
                <a:lnTo>
                  <a:pt x="54267" y="800"/>
                </a:lnTo>
                <a:lnTo>
                  <a:pt x="91800" y="14067"/>
                </a:lnTo>
                <a:cubicBezTo>
                  <a:pt x="94289" y="15089"/>
                  <a:pt x="96244" y="16644"/>
                  <a:pt x="97667" y="18733"/>
                </a:cubicBezTo>
                <a:lnTo>
                  <a:pt x="97667" y="18733"/>
                </a:lnTo>
                <a:cubicBezTo>
                  <a:pt x="99222" y="20822"/>
                  <a:pt x="100000" y="23244"/>
                  <a:pt x="100000" y="26000"/>
                </a:cubicBezTo>
                <a:lnTo>
                  <a:pt x="100000" y="26000"/>
                </a:lnTo>
                <a:lnTo>
                  <a:pt x="100000" y="73267"/>
                </a:lnTo>
                <a:cubicBezTo>
                  <a:pt x="100000" y="75978"/>
                  <a:pt x="99222" y="78378"/>
                  <a:pt x="97667" y="80467"/>
                </a:cubicBezTo>
                <a:lnTo>
                  <a:pt x="97667" y="80467"/>
                </a:lnTo>
                <a:cubicBezTo>
                  <a:pt x="96244" y="82556"/>
                  <a:pt x="94289" y="84111"/>
                  <a:pt x="91800" y="85133"/>
                </a:cubicBezTo>
                <a:lnTo>
                  <a:pt x="91800" y="85133"/>
                </a:lnTo>
                <a:lnTo>
                  <a:pt x="54267" y="98467"/>
                </a:lnTo>
                <a:cubicBezTo>
                  <a:pt x="51422" y="99489"/>
                  <a:pt x="48578" y="99489"/>
                  <a:pt x="45733" y="98467"/>
                </a:cubicBezTo>
                <a:lnTo>
                  <a:pt x="45733" y="98467"/>
                </a:lnTo>
                <a:lnTo>
                  <a:pt x="8200" y="85133"/>
                </a:lnTo>
                <a:cubicBezTo>
                  <a:pt x="5711" y="84244"/>
                  <a:pt x="3756" y="82689"/>
                  <a:pt x="2333" y="80467"/>
                </a:cubicBezTo>
                <a:lnTo>
                  <a:pt x="2333" y="80467"/>
                </a:lnTo>
                <a:cubicBezTo>
                  <a:pt x="778" y="78378"/>
                  <a:pt x="0" y="75978"/>
                  <a:pt x="0" y="73267"/>
                </a:cubicBezTo>
                <a:lnTo>
                  <a:pt x="0" y="73267"/>
                </a:lnTo>
                <a:lnTo>
                  <a:pt x="0" y="26000"/>
                </a:lnTo>
                <a:cubicBezTo>
                  <a:pt x="0" y="23244"/>
                  <a:pt x="778" y="20822"/>
                  <a:pt x="2333" y="18733"/>
                </a:cubicBezTo>
                <a:lnTo>
                  <a:pt x="2333" y="18733"/>
                </a:lnTo>
                <a:cubicBezTo>
                  <a:pt x="3756" y="16644"/>
                  <a:pt x="5778" y="15089"/>
                  <a:pt x="8400" y="14067"/>
                </a:cubicBezTo>
                <a:lnTo>
                  <a:pt x="8400" y="14067"/>
                </a:lnTo>
                <a:lnTo>
                  <a:pt x="45867" y="800"/>
                </a:lnTo>
                <a:moveTo>
                  <a:pt x="50000" y="12533"/>
                </a:moveTo>
                <a:lnTo>
                  <a:pt x="50000" y="12533"/>
                </a:lnTo>
                <a:lnTo>
                  <a:pt x="16000" y="24600"/>
                </a:lnTo>
                <a:lnTo>
                  <a:pt x="50000" y="36733"/>
                </a:lnTo>
                <a:lnTo>
                  <a:pt x="84000" y="24600"/>
                </a:lnTo>
                <a:lnTo>
                  <a:pt x="50000" y="12533"/>
                </a:lnTo>
                <a:moveTo>
                  <a:pt x="56267" y="84600"/>
                </a:moveTo>
                <a:lnTo>
                  <a:pt x="56267" y="84600"/>
                </a:lnTo>
                <a:lnTo>
                  <a:pt x="87533" y="73467"/>
                </a:lnTo>
                <a:lnTo>
                  <a:pt x="87533" y="36733"/>
                </a:lnTo>
                <a:lnTo>
                  <a:pt x="56267" y="47867"/>
                </a:lnTo>
                <a:lnTo>
                  <a:pt x="56267" y="84600"/>
                </a:lnTo>
              </a:path>
            </a:pathLst>
          </a:custGeom>
          <a:solidFill>
            <a:srgbClr val="FBBF24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8" name="el-1792653967241-10"/>
          <p:cNvCxnSpPr/>
          <p:nvPr/>
        </p:nvCxnSpPr>
        <p:spPr>
          <a:xfrm>
            <a:off x="1703784" y="3211116"/>
            <a:ext cx="914" cy="257175"/>
          </a:xfrm>
          <a:prstGeom prst="line">
            <a:avLst/>
          </a:prstGeom>
          <a:ln w="9525" cap="flat">
            <a:solidFill>
              <a:srgbClr val="FFFFFF">
                <a:alpha val="2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-1792653967648-32"/>
          <p:cNvSpPr/>
          <p:nvPr/>
        </p:nvSpPr>
        <p:spPr>
          <a:xfrm>
            <a:off x="1895773" y="3270945"/>
            <a:ext cx="137517" cy="1375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4286"/>
                </a:moveTo>
                <a:lnTo>
                  <a:pt x="0" y="14286"/>
                </a:lnTo>
                <a:lnTo>
                  <a:pt x="42357" y="8286"/>
                </a:lnTo>
                <a:lnTo>
                  <a:pt x="42357" y="49286"/>
                </a:lnTo>
                <a:lnTo>
                  <a:pt x="0" y="49286"/>
                </a:lnTo>
                <a:lnTo>
                  <a:pt x="0" y="14286"/>
                </a:lnTo>
                <a:moveTo>
                  <a:pt x="0" y="88857"/>
                </a:moveTo>
                <a:lnTo>
                  <a:pt x="0" y="88857"/>
                </a:lnTo>
                <a:lnTo>
                  <a:pt x="42357" y="94857"/>
                </a:lnTo>
                <a:lnTo>
                  <a:pt x="42357" y="54357"/>
                </a:lnTo>
                <a:lnTo>
                  <a:pt x="0" y="54357"/>
                </a:lnTo>
                <a:lnTo>
                  <a:pt x="0" y="88857"/>
                </a:lnTo>
                <a:moveTo>
                  <a:pt x="46929" y="95286"/>
                </a:moveTo>
                <a:lnTo>
                  <a:pt x="46929" y="95286"/>
                </a:lnTo>
                <a:lnTo>
                  <a:pt x="103143" y="103143"/>
                </a:lnTo>
                <a:lnTo>
                  <a:pt x="103143" y="54357"/>
                </a:lnTo>
                <a:lnTo>
                  <a:pt x="46929" y="54357"/>
                </a:lnTo>
                <a:lnTo>
                  <a:pt x="46929" y="95286"/>
                </a:lnTo>
                <a:moveTo>
                  <a:pt x="46929" y="7857"/>
                </a:moveTo>
                <a:lnTo>
                  <a:pt x="46929" y="7857"/>
                </a:lnTo>
                <a:lnTo>
                  <a:pt x="46929" y="49286"/>
                </a:lnTo>
                <a:lnTo>
                  <a:pt x="103143" y="49286"/>
                </a:lnTo>
                <a:lnTo>
                  <a:pt x="103143" y="0"/>
                </a:lnTo>
                <a:lnTo>
                  <a:pt x="46929" y="7857"/>
                </a:lnTo>
              </a:path>
            </a:pathLst>
          </a:custGeom>
          <a:solidFill>
            <a:srgbClr val="93C5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92653967663-34"/>
          <p:cNvSpPr/>
          <p:nvPr/>
        </p:nvSpPr>
        <p:spPr>
          <a:xfrm>
            <a:off x="3619091" y="3270945"/>
            <a:ext cx="115416" cy="1375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84583" y="54571"/>
                </a:moveTo>
                <a:lnTo>
                  <a:pt x="84583" y="54571"/>
                </a:lnTo>
                <a:cubicBezTo>
                  <a:pt x="84417" y="46143"/>
                  <a:pt x="88889" y="39619"/>
                  <a:pt x="98000" y="35000"/>
                </a:cubicBezTo>
                <a:lnTo>
                  <a:pt x="98000" y="35000"/>
                </a:lnTo>
                <a:cubicBezTo>
                  <a:pt x="92833" y="28857"/>
                  <a:pt x="85222" y="25405"/>
                  <a:pt x="75167" y="24643"/>
                </a:cubicBezTo>
                <a:lnTo>
                  <a:pt x="75167" y="24643"/>
                </a:lnTo>
                <a:cubicBezTo>
                  <a:pt x="72167" y="24500"/>
                  <a:pt x="69139" y="24810"/>
                  <a:pt x="66083" y="25571"/>
                </a:cubicBezTo>
                <a:lnTo>
                  <a:pt x="66083" y="25571"/>
                </a:lnTo>
                <a:cubicBezTo>
                  <a:pt x="63028" y="26333"/>
                  <a:pt x="60333" y="27095"/>
                  <a:pt x="58000" y="27857"/>
                </a:cubicBezTo>
                <a:lnTo>
                  <a:pt x="58000" y="27857"/>
                </a:lnTo>
                <a:cubicBezTo>
                  <a:pt x="55167" y="28762"/>
                  <a:pt x="53028" y="29310"/>
                  <a:pt x="51583" y="29500"/>
                </a:cubicBezTo>
                <a:lnTo>
                  <a:pt x="51583" y="29500"/>
                </a:lnTo>
                <a:cubicBezTo>
                  <a:pt x="49583" y="29310"/>
                  <a:pt x="47083" y="28690"/>
                  <a:pt x="44083" y="27643"/>
                </a:cubicBezTo>
                <a:lnTo>
                  <a:pt x="44083" y="27643"/>
                </a:lnTo>
                <a:cubicBezTo>
                  <a:pt x="39750" y="26071"/>
                  <a:pt x="35361" y="25143"/>
                  <a:pt x="30917" y="24857"/>
                </a:cubicBezTo>
                <a:lnTo>
                  <a:pt x="30917" y="24857"/>
                </a:lnTo>
                <a:cubicBezTo>
                  <a:pt x="23028" y="25000"/>
                  <a:pt x="16028" y="27619"/>
                  <a:pt x="9917" y="32714"/>
                </a:cubicBezTo>
                <a:lnTo>
                  <a:pt x="9917" y="32714"/>
                </a:lnTo>
                <a:cubicBezTo>
                  <a:pt x="3639" y="37762"/>
                  <a:pt x="333" y="45429"/>
                  <a:pt x="0" y="55714"/>
                </a:cubicBezTo>
                <a:lnTo>
                  <a:pt x="0" y="55714"/>
                </a:lnTo>
                <a:cubicBezTo>
                  <a:pt x="0" y="61714"/>
                  <a:pt x="1250" y="67929"/>
                  <a:pt x="3750" y="74357"/>
                </a:cubicBezTo>
                <a:lnTo>
                  <a:pt x="3750" y="74357"/>
                </a:lnTo>
                <a:cubicBezTo>
                  <a:pt x="5028" y="77262"/>
                  <a:pt x="7083" y="81024"/>
                  <a:pt x="9917" y="85643"/>
                </a:cubicBezTo>
                <a:lnTo>
                  <a:pt x="9917" y="85643"/>
                </a:lnTo>
                <a:cubicBezTo>
                  <a:pt x="12806" y="90071"/>
                  <a:pt x="16222" y="94048"/>
                  <a:pt x="20167" y="97571"/>
                </a:cubicBezTo>
                <a:lnTo>
                  <a:pt x="20167" y="97571"/>
                </a:lnTo>
                <a:cubicBezTo>
                  <a:pt x="24111" y="101143"/>
                  <a:pt x="28306" y="103000"/>
                  <a:pt x="32750" y="103143"/>
                </a:cubicBezTo>
                <a:lnTo>
                  <a:pt x="32750" y="103143"/>
                </a:lnTo>
                <a:cubicBezTo>
                  <a:pt x="35639" y="103000"/>
                  <a:pt x="38500" y="102381"/>
                  <a:pt x="41333" y="101286"/>
                </a:cubicBezTo>
                <a:lnTo>
                  <a:pt x="41333" y="101286"/>
                </a:lnTo>
                <a:cubicBezTo>
                  <a:pt x="44556" y="99905"/>
                  <a:pt x="48417" y="99143"/>
                  <a:pt x="52917" y="99000"/>
                </a:cubicBezTo>
                <a:lnTo>
                  <a:pt x="52917" y="99000"/>
                </a:lnTo>
                <a:cubicBezTo>
                  <a:pt x="57194" y="99143"/>
                  <a:pt x="60861" y="99833"/>
                  <a:pt x="63917" y="101071"/>
                </a:cubicBezTo>
                <a:lnTo>
                  <a:pt x="63917" y="101071"/>
                </a:lnTo>
                <a:cubicBezTo>
                  <a:pt x="66806" y="102310"/>
                  <a:pt x="70028" y="103000"/>
                  <a:pt x="73583" y="103143"/>
                </a:cubicBezTo>
                <a:lnTo>
                  <a:pt x="73583" y="103143"/>
                </a:lnTo>
                <a:cubicBezTo>
                  <a:pt x="77861" y="102810"/>
                  <a:pt x="81889" y="101048"/>
                  <a:pt x="85667" y="97857"/>
                </a:cubicBezTo>
                <a:lnTo>
                  <a:pt x="85667" y="97857"/>
                </a:lnTo>
                <a:cubicBezTo>
                  <a:pt x="89444" y="94476"/>
                  <a:pt x="92667" y="90714"/>
                  <a:pt x="95333" y="86571"/>
                </a:cubicBezTo>
                <a:lnTo>
                  <a:pt x="95333" y="86571"/>
                </a:lnTo>
                <a:cubicBezTo>
                  <a:pt x="98000" y="82238"/>
                  <a:pt x="99889" y="78619"/>
                  <a:pt x="101000" y="75714"/>
                </a:cubicBezTo>
                <a:lnTo>
                  <a:pt x="101000" y="75714"/>
                </a:lnTo>
                <a:cubicBezTo>
                  <a:pt x="92944" y="71905"/>
                  <a:pt x="88111" y="67619"/>
                  <a:pt x="86500" y="62857"/>
                </a:cubicBezTo>
                <a:lnTo>
                  <a:pt x="86500" y="62857"/>
                </a:lnTo>
                <a:cubicBezTo>
                  <a:pt x="84889" y="58238"/>
                  <a:pt x="84250" y="55476"/>
                  <a:pt x="84583" y="54571"/>
                </a:cubicBezTo>
                <a:lnTo>
                  <a:pt x="84583" y="54571"/>
                </a:lnTo>
                <a:cubicBezTo>
                  <a:pt x="84583" y="54571"/>
                  <a:pt x="84583" y="54571"/>
                  <a:pt x="84583" y="54571"/>
                </a:cubicBezTo>
                <a:lnTo>
                  <a:pt x="84583" y="54571"/>
                </a:lnTo>
                <a:moveTo>
                  <a:pt x="69250" y="16786"/>
                </a:moveTo>
                <a:lnTo>
                  <a:pt x="69250" y="16786"/>
                </a:lnTo>
                <a:cubicBezTo>
                  <a:pt x="72694" y="12976"/>
                  <a:pt x="74778" y="9524"/>
                  <a:pt x="75500" y="6429"/>
                </a:cubicBezTo>
                <a:lnTo>
                  <a:pt x="75500" y="6429"/>
                </a:lnTo>
                <a:lnTo>
                  <a:pt x="75500" y="6429"/>
                </a:lnTo>
                <a:cubicBezTo>
                  <a:pt x="76000" y="3524"/>
                  <a:pt x="76083" y="1381"/>
                  <a:pt x="75750" y="0"/>
                </a:cubicBezTo>
                <a:lnTo>
                  <a:pt x="75750" y="0"/>
                </a:lnTo>
                <a:lnTo>
                  <a:pt x="75750" y="0"/>
                </a:lnTo>
                <a:cubicBezTo>
                  <a:pt x="75750" y="0"/>
                  <a:pt x="75750" y="0"/>
                  <a:pt x="75750" y="0"/>
                </a:cubicBezTo>
                <a:lnTo>
                  <a:pt x="75750" y="0"/>
                </a:lnTo>
                <a:cubicBezTo>
                  <a:pt x="72528" y="143"/>
                  <a:pt x="69222" y="976"/>
                  <a:pt x="65833" y="2500"/>
                </a:cubicBezTo>
                <a:lnTo>
                  <a:pt x="65833" y="2500"/>
                </a:lnTo>
                <a:cubicBezTo>
                  <a:pt x="62611" y="4071"/>
                  <a:pt x="59833" y="5929"/>
                  <a:pt x="57500" y="8071"/>
                </a:cubicBezTo>
                <a:lnTo>
                  <a:pt x="57500" y="8071"/>
                </a:lnTo>
                <a:cubicBezTo>
                  <a:pt x="52667" y="12643"/>
                  <a:pt x="50417" y="18167"/>
                  <a:pt x="50750" y="24643"/>
                </a:cubicBezTo>
                <a:lnTo>
                  <a:pt x="50750" y="24643"/>
                </a:lnTo>
                <a:cubicBezTo>
                  <a:pt x="57750" y="24786"/>
                  <a:pt x="63917" y="22167"/>
                  <a:pt x="69250" y="16786"/>
                </a:cubicBezTo>
                <a:lnTo>
                  <a:pt x="69250" y="16786"/>
                </a:lnTo>
              </a:path>
            </a:pathLst>
          </a:custGeom>
          <a:solidFill>
            <a:srgbClr val="93C5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el-1792653967653-33"/>
          <p:cNvSpPr/>
          <p:nvPr/>
        </p:nvSpPr>
        <p:spPr>
          <a:xfrm>
            <a:off x="5035962" y="3261110"/>
            <a:ext cx="129708" cy="1571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000" y="23294"/>
                </a:moveTo>
                <a:lnTo>
                  <a:pt x="48000" y="23294"/>
                </a:lnTo>
                <a:cubicBezTo>
                  <a:pt x="48000" y="23451"/>
                  <a:pt x="48071" y="23529"/>
                  <a:pt x="48214" y="23529"/>
                </a:cubicBezTo>
                <a:lnTo>
                  <a:pt x="48214" y="23529"/>
                </a:lnTo>
                <a:lnTo>
                  <a:pt x="48214" y="23529"/>
                </a:lnTo>
                <a:cubicBezTo>
                  <a:pt x="48357" y="23647"/>
                  <a:pt x="48524" y="23706"/>
                  <a:pt x="48714" y="23706"/>
                </a:cubicBezTo>
                <a:lnTo>
                  <a:pt x="48714" y="23706"/>
                </a:lnTo>
                <a:cubicBezTo>
                  <a:pt x="49000" y="23706"/>
                  <a:pt x="49214" y="23647"/>
                  <a:pt x="49357" y="23529"/>
                </a:cubicBezTo>
                <a:lnTo>
                  <a:pt x="49357" y="23529"/>
                </a:lnTo>
                <a:cubicBezTo>
                  <a:pt x="49214" y="23255"/>
                  <a:pt x="49000" y="23059"/>
                  <a:pt x="48714" y="22941"/>
                </a:cubicBezTo>
                <a:lnTo>
                  <a:pt x="48714" y="22941"/>
                </a:lnTo>
                <a:cubicBezTo>
                  <a:pt x="48714" y="22941"/>
                  <a:pt x="48714" y="22941"/>
                  <a:pt x="48714" y="22941"/>
                </a:cubicBezTo>
                <a:lnTo>
                  <a:pt x="48714" y="22941"/>
                </a:lnTo>
                <a:cubicBezTo>
                  <a:pt x="48238" y="22667"/>
                  <a:pt x="47762" y="22667"/>
                  <a:pt x="47286" y="22941"/>
                </a:cubicBezTo>
                <a:lnTo>
                  <a:pt x="47286" y="22941"/>
                </a:lnTo>
                <a:cubicBezTo>
                  <a:pt x="47143" y="22941"/>
                  <a:pt x="47071" y="23000"/>
                  <a:pt x="47071" y="23118"/>
                </a:cubicBezTo>
                <a:lnTo>
                  <a:pt x="47071" y="23118"/>
                </a:lnTo>
                <a:cubicBezTo>
                  <a:pt x="47214" y="23235"/>
                  <a:pt x="47357" y="23294"/>
                  <a:pt x="47500" y="23294"/>
                </a:cubicBezTo>
                <a:lnTo>
                  <a:pt x="47500" y="23294"/>
                </a:lnTo>
                <a:cubicBezTo>
                  <a:pt x="47690" y="23294"/>
                  <a:pt x="47857" y="23294"/>
                  <a:pt x="48000" y="23294"/>
                </a:cubicBezTo>
                <a:lnTo>
                  <a:pt x="48000" y="23294"/>
                </a:lnTo>
                <a:moveTo>
                  <a:pt x="42929" y="23706"/>
                </a:moveTo>
                <a:lnTo>
                  <a:pt x="42929" y="23706"/>
                </a:lnTo>
                <a:cubicBezTo>
                  <a:pt x="43071" y="23706"/>
                  <a:pt x="43214" y="23647"/>
                  <a:pt x="43357" y="23529"/>
                </a:cubicBezTo>
                <a:lnTo>
                  <a:pt x="43357" y="23529"/>
                </a:lnTo>
                <a:lnTo>
                  <a:pt x="43357" y="23529"/>
                </a:lnTo>
                <a:cubicBezTo>
                  <a:pt x="43357" y="23529"/>
                  <a:pt x="43452" y="23451"/>
                  <a:pt x="43643" y="23294"/>
                </a:cubicBezTo>
                <a:lnTo>
                  <a:pt x="43643" y="23294"/>
                </a:lnTo>
                <a:cubicBezTo>
                  <a:pt x="43786" y="23294"/>
                  <a:pt x="43857" y="23294"/>
                  <a:pt x="43857" y="23294"/>
                </a:cubicBezTo>
                <a:lnTo>
                  <a:pt x="43857" y="23294"/>
                </a:lnTo>
                <a:cubicBezTo>
                  <a:pt x="44143" y="23294"/>
                  <a:pt x="44286" y="23235"/>
                  <a:pt x="44286" y="23118"/>
                </a:cubicBezTo>
                <a:lnTo>
                  <a:pt x="44286" y="23118"/>
                </a:lnTo>
                <a:cubicBezTo>
                  <a:pt x="44476" y="23000"/>
                  <a:pt x="44476" y="22941"/>
                  <a:pt x="44286" y="22941"/>
                </a:cubicBezTo>
                <a:lnTo>
                  <a:pt x="44286" y="22941"/>
                </a:lnTo>
                <a:cubicBezTo>
                  <a:pt x="43857" y="22667"/>
                  <a:pt x="43405" y="22667"/>
                  <a:pt x="42929" y="22941"/>
                </a:cubicBezTo>
                <a:lnTo>
                  <a:pt x="42929" y="22941"/>
                </a:lnTo>
                <a:cubicBezTo>
                  <a:pt x="42929" y="22941"/>
                  <a:pt x="42929" y="22941"/>
                  <a:pt x="42929" y="22941"/>
                </a:cubicBezTo>
                <a:lnTo>
                  <a:pt x="42929" y="22941"/>
                </a:lnTo>
                <a:cubicBezTo>
                  <a:pt x="42452" y="23059"/>
                  <a:pt x="42214" y="23255"/>
                  <a:pt x="42214" y="23529"/>
                </a:cubicBezTo>
                <a:lnTo>
                  <a:pt x="42214" y="23529"/>
                </a:lnTo>
                <a:cubicBezTo>
                  <a:pt x="42405" y="23647"/>
                  <a:pt x="42643" y="23706"/>
                  <a:pt x="42929" y="23706"/>
                </a:cubicBezTo>
                <a:lnTo>
                  <a:pt x="42929" y="23706"/>
                </a:lnTo>
                <a:moveTo>
                  <a:pt x="93786" y="76588"/>
                </a:moveTo>
                <a:lnTo>
                  <a:pt x="93786" y="76588"/>
                </a:lnTo>
                <a:cubicBezTo>
                  <a:pt x="93024" y="75686"/>
                  <a:pt x="92500" y="74490"/>
                  <a:pt x="92214" y="73000"/>
                </a:cubicBezTo>
                <a:lnTo>
                  <a:pt x="92214" y="73000"/>
                </a:lnTo>
                <a:lnTo>
                  <a:pt x="92214" y="73000"/>
                </a:lnTo>
                <a:cubicBezTo>
                  <a:pt x="92214" y="72882"/>
                  <a:pt x="92214" y="72824"/>
                  <a:pt x="92214" y="72824"/>
                </a:cubicBezTo>
                <a:lnTo>
                  <a:pt x="92214" y="72824"/>
                </a:lnTo>
                <a:cubicBezTo>
                  <a:pt x="91881" y="71176"/>
                  <a:pt x="91024" y="69784"/>
                  <a:pt x="89643" y="68647"/>
                </a:cubicBezTo>
                <a:lnTo>
                  <a:pt x="89643" y="68647"/>
                </a:lnTo>
                <a:cubicBezTo>
                  <a:pt x="89357" y="68373"/>
                  <a:pt x="89048" y="68176"/>
                  <a:pt x="88714" y="68059"/>
                </a:cubicBezTo>
                <a:lnTo>
                  <a:pt x="88714" y="68059"/>
                </a:lnTo>
                <a:cubicBezTo>
                  <a:pt x="88429" y="67941"/>
                  <a:pt x="88119" y="67804"/>
                  <a:pt x="87786" y="67647"/>
                </a:cubicBezTo>
                <a:lnTo>
                  <a:pt x="87786" y="67647"/>
                </a:lnTo>
                <a:cubicBezTo>
                  <a:pt x="89643" y="62353"/>
                  <a:pt x="89357" y="57373"/>
                  <a:pt x="86929" y="52706"/>
                </a:cubicBezTo>
                <a:lnTo>
                  <a:pt x="86929" y="52706"/>
                </a:lnTo>
                <a:cubicBezTo>
                  <a:pt x="85690" y="49804"/>
                  <a:pt x="84071" y="47157"/>
                  <a:pt x="82071" y="44765"/>
                </a:cubicBezTo>
                <a:lnTo>
                  <a:pt x="82071" y="44765"/>
                </a:lnTo>
                <a:cubicBezTo>
                  <a:pt x="80071" y="42333"/>
                  <a:pt x="78143" y="40235"/>
                  <a:pt x="76286" y="38471"/>
                </a:cubicBezTo>
                <a:lnTo>
                  <a:pt x="76286" y="38471"/>
                </a:lnTo>
                <a:cubicBezTo>
                  <a:pt x="76286" y="38471"/>
                  <a:pt x="76214" y="38412"/>
                  <a:pt x="76071" y="38294"/>
                </a:cubicBezTo>
                <a:lnTo>
                  <a:pt x="76071" y="38294"/>
                </a:lnTo>
                <a:cubicBezTo>
                  <a:pt x="74071" y="36412"/>
                  <a:pt x="72310" y="34392"/>
                  <a:pt x="70786" y="32235"/>
                </a:cubicBezTo>
                <a:lnTo>
                  <a:pt x="70786" y="32235"/>
                </a:lnTo>
                <a:cubicBezTo>
                  <a:pt x="69405" y="30078"/>
                  <a:pt x="68714" y="27608"/>
                  <a:pt x="68714" y="24824"/>
                </a:cubicBezTo>
                <a:lnTo>
                  <a:pt x="68714" y="24824"/>
                </a:lnTo>
                <a:cubicBezTo>
                  <a:pt x="68714" y="24588"/>
                  <a:pt x="68714" y="24275"/>
                  <a:pt x="68714" y="23882"/>
                </a:cubicBezTo>
                <a:lnTo>
                  <a:pt x="68714" y="23882"/>
                </a:lnTo>
                <a:cubicBezTo>
                  <a:pt x="68857" y="20706"/>
                  <a:pt x="68714" y="17294"/>
                  <a:pt x="68286" y="13647"/>
                </a:cubicBezTo>
                <a:lnTo>
                  <a:pt x="68286" y="13647"/>
                </a:lnTo>
                <a:cubicBezTo>
                  <a:pt x="67667" y="10000"/>
                  <a:pt x="66119" y="6843"/>
                  <a:pt x="63643" y="4176"/>
                </a:cubicBezTo>
                <a:lnTo>
                  <a:pt x="63643" y="4176"/>
                </a:lnTo>
                <a:cubicBezTo>
                  <a:pt x="61214" y="1510"/>
                  <a:pt x="57071" y="118"/>
                  <a:pt x="51214" y="0"/>
                </a:cubicBezTo>
                <a:lnTo>
                  <a:pt x="51214" y="0"/>
                </a:lnTo>
                <a:cubicBezTo>
                  <a:pt x="44595" y="118"/>
                  <a:pt x="40000" y="1451"/>
                  <a:pt x="37429" y="4000"/>
                </a:cubicBezTo>
                <a:lnTo>
                  <a:pt x="37429" y="4000"/>
                </a:lnTo>
                <a:cubicBezTo>
                  <a:pt x="34810" y="6510"/>
                  <a:pt x="33333" y="9412"/>
                  <a:pt x="33000" y="12706"/>
                </a:cubicBezTo>
                <a:lnTo>
                  <a:pt x="33000" y="12706"/>
                </a:lnTo>
                <a:cubicBezTo>
                  <a:pt x="32714" y="16118"/>
                  <a:pt x="32714" y="19216"/>
                  <a:pt x="33000" y="22000"/>
                </a:cubicBezTo>
                <a:lnTo>
                  <a:pt x="33000" y="22000"/>
                </a:lnTo>
                <a:cubicBezTo>
                  <a:pt x="33190" y="23529"/>
                  <a:pt x="33286" y="24725"/>
                  <a:pt x="33286" y="25588"/>
                </a:cubicBezTo>
                <a:lnTo>
                  <a:pt x="33286" y="25588"/>
                </a:lnTo>
                <a:cubicBezTo>
                  <a:pt x="33095" y="29745"/>
                  <a:pt x="31333" y="33863"/>
                  <a:pt x="28000" y="37941"/>
                </a:cubicBezTo>
                <a:lnTo>
                  <a:pt x="28000" y="37941"/>
                </a:lnTo>
                <a:cubicBezTo>
                  <a:pt x="25810" y="40059"/>
                  <a:pt x="23429" y="42706"/>
                  <a:pt x="20857" y="45882"/>
                </a:cubicBezTo>
                <a:lnTo>
                  <a:pt x="20857" y="45882"/>
                </a:lnTo>
                <a:cubicBezTo>
                  <a:pt x="18238" y="49176"/>
                  <a:pt x="16167" y="52647"/>
                  <a:pt x="14643" y="56294"/>
                </a:cubicBezTo>
                <a:lnTo>
                  <a:pt x="14643" y="56294"/>
                </a:lnTo>
                <a:cubicBezTo>
                  <a:pt x="13262" y="59706"/>
                  <a:pt x="12786" y="63059"/>
                  <a:pt x="13214" y="66353"/>
                </a:cubicBezTo>
                <a:lnTo>
                  <a:pt x="13214" y="66353"/>
                </a:lnTo>
                <a:cubicBezTo>
                  <a:pt x="12452" y="66980"/>
                  <a:pt x="11690" y="67745"/>
                  <a:pt x="10929" y="68647"/>
                </a:cubicBezTo>
                <a:lnTo>
                  <a:pt x="10929" y="68647"/>
                </a:lnTo>
                <a:cubicBezTo>
                  <a:pt x="10452" y="69275"/>
                  <a:pt x="10000" y="69765"/>
                  <a:pt x="9571" y="70118"/>
                </a:cubicBezTo>
                <a:lnTo>
                  <a:pt x="9571" y="70118"/>
                </a:lnTo>
                <a:cubicBezTo>
                  <a:pt x="8619" y="70745"/>
                  <a:pt x="7452" y="71196"/>
                  <a:pt x="6071" y="71471"/>
                </a:cubicBezTo>
                <a:lnTo>
                  <a:pt x="6071" y="71471"/>
                </a:lnTo>
                <a:cubicBezTo>
                  <a:pt x="5929" y="71588"/>
                  <a:pt x="5786" y="71647"/>
                  <a:pt x="5643" y="71647"/>
                </a:cubicBezTo>
                <a:lnTo>
                  <a:pt x="5643" y="71647"/>
                </a:lnTo>
                <a:cubicBezTo>
                  <a:pt x="3976" y="72039"/>
                  <a:pt x="2524" y="73000"/>
                  <a:pt x="1286" y="74529"/>
                </a:cubicBezTo>
                <a:lnTo>
                  <a:pt x="1286" y="74529"/>
                </a:lnTo>
                <a:cubicBezTo>
                  <a:pt x="810" y="75275"/>
                  <a:pt x="571" y="76020"/>
                  <a:pt x="571" y="76765"/>
                </a:cubicBezTo>
                <a:lnTo>
                  <a:pt x="571" y="76765"/>
                </a:lnTo>
                <a:cubicBezTo>
                  <a:pt x="571" y="77549"/>
                  <a:pt x="643" y="78314"/>
                  <a:pt x="786" y="79059"/>
                </a:cubicBezTo>
                <a:lnTo>
                  <a:pt x="786" y="79059"/>
                </a:lnTo>
                <a:cubicBezTo>
                  <a:pt x="976" y="79176"/>
                  <a:pt x="1071" y="79294"/>
                  <a:pt x="1071" y="79412"/>
                </a:cubicBezTo>
                <a:lnTo>
                  <a:pt x="1071" y="79412"/>
                </a:lnTo>
                <a:cubicBezTo>
                  <a:pt x="1357" y="80824"/>
                  <a:pt x="1357" y="82039"/>
                  <a:pt x="1071" y="83059"/>
                </a:cubicBezTo>
                <a:lnTo>
                  <a:pt x="1071" y="83059"/>
                </a:lnTo>
                <a:cubicBezTo>
                  <a:pt x="-167" y="85686"/>
                  <a:pt x="-333" y="87706"/>
                  <a:pt x="571" y="89118"/>
                </a:cubicBezTo>
                <a:lnTo>
                  <a:pt x="571" y="89118"/>
                </a:lnTo>
                <a:cubicBezTo>
                  <a:pt x="1476" y="90373"/>
                  <a:pt x="3024" y="91118"/>
                  <a:pt x="5214" y="91353"/>
                </a:cubicBezTo>
                <a:lnTo>
                  <a:pt x="5214" y="91353"/>
                </a:lnTo>
                <a:cubicBezTo>
                  <a:pt x="6405" y="91510"/>
                  <a:pt x="7786" y="91647"/>
                  <a:pt x="9357" y="91765"/>
                </a:cubicBezTo>
                <a:lnTo>
                  <a:pt x="9357" y="91765"/>
                </a:lnTo>
                <a:cubicBezTo>
                  <a:pt x="12690" y="92000"/>
                  <a:pt x="15833" y="92627"/>
                  <a:pt x="18786" y="93647"/>
                </a:cubicBezTo>
                <a:lnTo>
                  <a:pt x="18786" y="93647"/>
                </a:lnTo>
                <a:cubicBezTo>
                  <a:pt x="23548" y="95686"/>
                  <a:pt x="27833" y="96373"/>
                  <a:pt x="31643" y="95706"/>
                </a:cubicBezTo>
                <a:lnTo>
                  <a:pt x="31643" y="95706"/>
                </a:lnTo>
                <a:cubicBezTo>
                  <a:pt x="34405" y="95235"/>
                  <a:pt x="36405" y="93980"/>
                  <a:pt x="37643" y="91941"/>
                </a:cubicBezTo>
                <a:lnTo>
                  <a:pt x="37643" y="91941"/>
                </a:lnTo>
                <a:cubicBezTo>
                  <a:pt x="39024" y="91824"/>
                  <a:pt x="40476" y="91627"/>
                  <a:pt x="42000" y="91353"/>
                </a:cubicBezTo>
                <a:lnTo>
                  <a:pt x="42000" y="91353"/>
                </a:lnTo>
                <a:cubicBezTo>
                  <a:pt x="43857" y="91000"/>
                  <a:pt x="46095" y="90745"/>
                  <a:pt x="48714" y="90588"/>
                </a:cubicBezTo>
                <a:lnTo>
                  <a:pt x="48714" y="90588"/>
                </a:lnTo>
                <a:cubicBezTo>
                  <a:pt x="50381" y="90588"/>
                  <a:pt x="52214" y="90725"/>
                  <a:pt x="54214" y="91000"/>
                </a:cubicBezTo>
                <a:lnTo>
                  <a:pt x="54214" y="91000"/>
                </a:lnTo>
                <a:cubicBezTo>
                  <a:pt x="56357" y="91235"/>
                  <a:pt x="58810" y="91353"/>
                  <a:pt x="61571" y="91353"/>
                </a:cubicBezTo>
                <a:lnTo>
                  <a:pt x="61571" y="91353"/>
                </a:lnTo>
                <a:cubicBezTo>
                  <a:pt x="61571" y="91863"/>
                  <a:pt x="61738" y="92314"/>
                  <a:pt x="62071" y="92706"/>
                </a:cubicBezTo>
                <a:lnTo>
                  <a:pt x="62071" y="92706"/>
                </a:lnTo>
                <a:lnTo>
                  <a:pt x="62071" y="92706"/>
                </a:lnTo>
                <a:cubicBezTo>
                  <a:pt x="64214" y="95843"/>
                  <a:pt x="67262" y="97294"/>
                  <a:pt x="71214" y="97059"/>
                </a:cubicBezTo>
                <a:lnTo>
                  <a:pt x="71214" y="97059"/>
                </a:lnTo>
                <a:cubicBezTo>
                  <a:pt x="75214" y="96824"/>
                  <a:pt x="78976" y="95059"/>
                  <a:pt x="82500" y="91765"/>
                </a:cubicBezTo>
                <a:lnTo>
                  <a:pt x="82500" y="91765"/>
                </a:lnTo>
                <a:cubicBezTo>
                  <a:pt x="84833" y="89725"/>
                  <a:pt x="87595" y="88196"/>
                  <a:pt x="90786" y="87176"/>
                </a:cubicBezTo>
                <a:lnTo>
                  <a:pt x="90786" y="87176"/>
                </a:lnTo>
                <a:cubicBezTo>
                  <a:pt x="92024" y="86706"/>
                  <a:pt x="93190" y="86216"/>
                  <a:pt x="94286" y="85706"/>
                </a:cubicBezTo>
                <a:lnTo>
                  <a:pt x="94286" y="85706"/>
                </a:lnTo>
                <a:cubicBezTo>
                  <a:pt x="96095" y="84804"/>
                  <a:pt x="97095" y="83588"/>
                  <a:pt x="97286" y="82059"/>
                </a:cubicBezTo>
                <a:lnTo>
                  <a:pt x="97286" y="82059"/>
                </a:lnTo>
                <a:cubicBezTo>
                  <a:pt x="97429" y="80686"/>
                  <a:pt x="96262" y="78863"/>
                  <a:pt x="93786" y="76588"/>
                </a:cubicBezTo>
                <a:lnTo>
                  <a:pt x="93786" y="76588"/>
                </a:lnTo>
                <a:moveTo>
                  <a:pt x="48714" y="16471"/>
                </a:moveTo>
                <a:lnTo>
                  <a:pt x="48714" y="16471"/>
                </a:lnTo>
                <a:cubicBezTo>
                  <a:pt x="49905" y="14471"/>
                  <a:pt x="51571" y="13471"/>
                  <a:pt x="53714" y="13471"/>
                </a:cubicBezTo>
                <a:lnTo>
                  <a:pt x="53714" y="13471"/>
                </a:lnTo>
                <a:lnTo>
                  <a:pt x="53714" y="13471"/>
                </a:lnTo>
                <a:cubicBezTo>
                  <a:pt x="55714" y="13471"/>
                  <a:pt x="57405" y="14471"/>
                  <a:pt x="58786" y="16471"/>
                </a:cubicBezTo>
                <a:lnTo>
                  <a:pt x="58786" y="16471"/>
                </a:lnTo>
                <a:cubicBezTo>
                  <a:pt x="60024" y="19529"/>
                  <a:pt x="59643" y="22059"/>
                  <a:pt x="57643" y="24059"/>
                </a:cubicBezTo>
                <a:lnTo>
                  <a:pt x="57643" y="24059"/>
                </a:lnTo>
                <a:cubicBezTo>
                  <a:pt x="57357" y="23941"/>
                  <a:pt x="56452" y="23627"/>
                  <a:pt x="54929" y="23118"/>
                </a:cubicBezTo>
                <a:lnTo>
                  <a:pt x="54929" y="23118"/>
                </a:lnTo>
                <a:cubicBezTo>
                  <a:pt x="54929" y="23118"/>
                  <a:pt x="55000" y="23059"/>
                  <a:pt x="55143" y="22941"/>
                </a:cubicBezTo>
                <a:lnTo>
                  <a:pt x="55143" y="22941"/>
                </a:lnTo>
                <a:cubicBezTo>
                  <a:pt x="55429" y="22824"/>
                  <a:pt x="55643" y="22627"/>
                  <a:pt x="55786" y="22353"/>
                </a:cubicBezTo>
                <a:lnTo>
                  <a:pt x="55786" y="22353"/>
                </a:lnTo>
                <a:cubicBezTo>
                  <a:pt x="56262" y="21098"/>
                  <a:pt x="56262" y="19961"/>
                  <a:pt x="55786" y="18941"/>
                </a:cubicBezTo>
                <a:lnTo>
                  <a:pt x="55786" y="18941"/>
                </a:lnTo>
                <a:cubicBezTo>
                  <a:pt x="55357" y="17804"/>
                  <a:pt x="54667" y="17235"/>
                  <a:pt x="53714" y="17235"/>
                </a:cubicBezTo>
                <a:lnTo>
                  <a:pt x="53714" y="17235"/>
                </a:lnTo>
                <a:cubicBezTo>
                  <a:pt x="52810" y="17118"/>
                  <a:pt x="52048" y="17510"/>
                  <a:pt x="51429" y="18412"/>
                </a:cubicBezTo>
                <a:lnTo>
                  <a:pt x="51429" y="18412"/>
                </a:lnTo>
                <a:cubicBezTo>
                  <a:pt x="50810" y="19275"/>
                  <a:pt x="50667" y="20333"/>
                  <a:pt x="51000" y="21588"/>
                </a:cubicBezTo>
                <a:lnTo>
                  <a:pt x="51000" y="21588"/>
                </a:lnTo>
                <a:cubicBezTo>
                  <a:pt x="49905" y="21078"/>
                  <a:pt x="48905" y="20765"/>
                  <a:pt x="48000" y="20647"/>
                </a:cubicBezTo>
                <a:lnTo>
                  <a:pt x="48000" y="20647"/>
                </a:lnTo>
                <a:cubicBezTo>
                  <a:pt x="47667" y="19275"/>
                  <a:pt x="47905" y="17882"/>
                  <a:pt x="48714" y="16471"/>
                </a:cubicBezTo>
                <a:lnTo>
                  <a:pt x="48714" y="16471"/>
                </a:lnTo>
                <a:moveTo>
                  <a:pt x="39214" y="14412"/>
                </a:moveTo>
                <a:lnTo>
                  <a:pt x="39214" y="14412"/>
                </a:lnTo>
                <a:cubicBezTo>
                  <a:pt x="40452" y="14412"/>
                  <a:pt x="41548" y="14980"/>
                  <a:pt x="42500" y="16118"/>
                </a:cubicBezTo>
                <a:lnTo>
                  <a:pt x="42500" y="16118"/>
                </a:lnTo>
                <a:lnTo>
                  <a:pt x="42500" y="16118"/>
                </a:lnTo>
                <a:cubicBezTo>
                  <a:pt x="43405" y="17373"/>
                  <a:pt x="43786" y="18882"/>
                  <a:pt x="43643" y="20647"/>
                </a:cubicBezTo>
                <a:lnTo>
                  <a:pt x="43643" y="20647"/>
                </a:lnTo>
                <a:cubicBezTo>
                  <a:pt x="42881" y="20922"/>
                  <a:pt x="42095" y="21235"/>
                  <a:pt x="41286" y="21588"/>
                </a:cubicBezTo>
                <a:lnTo>
                  <a:pt x="41286" y="21588"/>
                </a:lnTo>
                <a:cubicBezTo>
                  <a:pt x="41476" y="20725"/>
                  <a:pt x="41333" y="19902"/>
                  <a:pt x="40857" y="19118"/>
                </a:cubicBezTo>
                <a:lnTo>
                  <a:pt x="40857" y="19118"/>
                </a:lnTo>
                <a:cubicBezTo>
                  <a:pt x="40381" y="18255"/>
                  <a:pt x="39762" y="17824"/>
                  <a:pt x="39000" y="17824"/>
                </a:cubicBezTo>
                <a:lnTo>
                  <a:pt x="39000" y="17824"/>
                </a:lnTo>
                <a:cubicBezTo>
                  <a:pt x="38095" y="18059"/>
                  <a:pt x="37571" y="18824"/>
                  <a:pt x="37429" y="20118"/>
                </a:cubicBezTo>
                <a:lnTo>
                  <a:pt x="37429" y="20118"/>
                </a:lnTo>
                <a:cubicBezTo>
                  <a:pt x="37429" y="21373"/>
                  <a:pt x="37881" y="22373"/>
                  <a:pt x="38786" y="23118"/>
                </a:cubicBezTo>
                <a:lnTo>
                  <a:pt x="38786" y="23118"/>
                </a:lnTo>
                <a:cubicBezTo>
                  <a:pt x="38786" y="23235"/>
                  <a:pt x="38786" y="23294"/>
                  <a:pt x="38786" y="23294"/>
                </a:cubicBezTo>
                <a:lnTo>
                  <a:pt x="38786" y="23294"/>
                </a:lnTo>
                <a:cubicBezTo>
                  <a:pt x="39071" y="23176"/>
                  <a:pt x="38619" y="23510"/>
                  <a:pt x="37429" y="24294"/>
                </a:cubicBezTo>
                <a:lnTo>
                  <a:pt x="37429" y="24294"/>
                </a:lnTo>
                <a:cubicBezTo>
                  <a:pt x="35571" y="22647"/>
                  <a:pt x="34881" y="20608"/>
                  <a:pt x="35357" y="18176"/>
                </a:cubicBezTo>
                <a:lnTo>
                  <a:pt x="35357" y="18176"/>
                </a:lnTo>
                <a:cubicBezTo>
                  <a:pt x="35786" y="15902"/>
                  <a:pt x="37071" y="14647"/>
                  <a:pt x="39214" y="14412"/>
                </a:cubicBezTo>
                <a:lnTo>
                  <a:pt x="39214" y="14412"/>
                </a:lnTo>
                <a:moveTo>
                  <a:pt x="36000" y="25765"/>
                </a:moveTo>
                <a:lnTo>
                  <a:pt x="36000" y="26000"/>
                </a:lnTo>
                <a:cubicBezTo>
                  <a:pt x="36476" y="25608"/>
                  <a:pt x="36952" y="25275"/>
                  <a:pt x="37429" y="25000"/>
                </a:cubicBezTo>
                <a:lnTo>
                  <a:pt x="37429" y="25000"/>
                </a:lnTo>
                <a:lnTo>
                  <a:pt x="37429" y="25000"/>
                </a:lnTo>
                <a:cubicBezTo>
                  <a:pt x="38476" y="24373"/>
                  <a:pt x="39167" y="24000"/>
                  <a:pt x="39500" y="23882"/>
                </a:cubicBezTo>
                <a:lnTo>
                  <a:pt x="39500" y="23882"/>
                </a:lnTo>
                <a:cubicBezTo>
                  <a:pt x="39500" y="23765"/>
                  <a:pt x="39571" y="23706"/>
                  <a:pt x="39714" y="23706"/>
                </a:cubicBezTo>
                <a:lnTo>
                  <a:pt x="39714" y="23706"/>
                </a:lnTo>
                <a:cubicBezTo>
                  <a:pt x="40762" y="22451"/>
                  <a:pt x="42762" y="21627"/>
                  <a:pt x="45714" y="21235"/>
                </a:cubicBezTo>
                <a:lnTo>
                  <a:pt x="45714" y="21235"/>
                </a:lnTo>
                <a:cubicBezTo>
                  <a:pt x="47381" y="21118"/>
                  <a:pt x="49357" y="21686"/>
                  <a:pt x="51643" y="22941"/>
                </a:cubicBezTo>
                <a:lnTo>
                  <a:pt x="51643" y="22941"/>
                </a:lnTo>
                <a:cubicBezTo>
                  <a:pt x="52452" y="23333"/>
                  <a:pt x="53310" y="23647"/>
                  <a:pt x="54214" y="23882"/>
                </a:cubicBezTo>
                <a:lnTo>
                  <a:pt x="54214" y="23882"/>
                </a:lnTo>
                <a:cubicBezTo>
                  <a:pt x="54976" y="24000"/>
                  <a:pt x="55905" y="24255"/>
                  <a:pt x="57000" y="24647"/>
                </a:cubicBezTo>
                <a:lnTo>
                  <a:pt x="57000" y="24647"/>
                </a:lnTo>
                <a:cubicBezTo>
                  <a:pt x="59143" y="25275"/>
                  <a:pt x="59905" y="26412"/>
                  <a:pt x="59286" y="28059"/>
                </a:cubicBezTo>
                <a:lnTo>
                  <a:pt x="59286" y="28059"/>
                </a:lnTo>
                <a:cubicBezTo>
                  <a:pt x="58667" y="29588"/>
                  <a:pt x="56976" y="30725"/>
                  <a:pt x="54214" y="31471"/>
                </a:cubicBezTo>
                <a:lnTo>
                  <a:pt x="54214" y="31471"/>
                </a:lnTo>
                <a:cubicBezTo>
                  <a:pt x="53310" y="31706"/>
                  <a:pt x="52452" y="32078"/>
                  <a:pt x="51643" y="32588"/>
                </a:cubicBezTo>
                <a:lnTo>
                  <a:pt x="51643" y="32588"/>
                </a:lnTo>
                <a:cubicBezTo>
                  <a:pt x="50119" y="33725"/>
                  <a:pt x="48048" y="34294"/>
                  <a:pt x="45429" y="34294"/>
                </a:cubicBezTo>
                <a:lnTo>
                  <a:pt x="45429" y="34294"/>
                </a:lnTo>
                <a:cubicBezTo>
                  <a:pt x="44524" y="34294"/>
                  <a:pt x="43762" y="34176"/>
                  <a:pt x="43143" y="33941"/>
                </a:cubicBezTo>
                <a:lnTo>
                  <a:pt x="43143" y="33941"/>
                </a:lnTo>
                <a:cubicBezTo>
                  <a:pt x="42238" y="33549"/>
                  <a:pt x="41405" y="33039"/>
                  <a:pt x="40643" y="32412"/>
                </a:cubicBezTo>
                <a:lnTo>
                  <a:pt x="40643" y="32412"/>
                </a:lnTo>
                <a:cubicBezTo>
                  <a:pt x="40024" y="31902"/>
                  <a:pt x="39333" y="31471"/>
                  <a:pt x="38571" y="31118"/>
                </a:cubicBezTo>
                <a:lnTo>
                  <a:pt x="38571" y="31118"/>
                </a:lnTo>
                <a:cubicBezTo>
                  <a:pt x="36571" y="30216"/>
                  <a:pt x="35405" y="29255"/>
                  <a:pt x="35071" y="28235"/>
                </a:cubicBezTo>
                <a:lnTo>
                  <a:pt x="35071" y="28235"/>
                </a:lnTo>
                <a:cubicBezTo>
                  <a:pt x="34786" y="27216"/>
                  <a:pt x="35095" y="26392"/>
                  <a:pt x="36000" y="25765"/>
                </a:cubicBezTo>
                <a:lnTo>
                  <a:pt x="36000" y="25765"/>
                </a:lnTo>
                <a:moveTo>
                  <a:pt x="36929" y="89294"/>
                </a:moveTo>
                <a:lnTo>
                  <a:pt x="36929" y="89294"/>
                </a:lnTo>
                <a:cubicBezTo>
                  <a:pt x="36310" y="92431"/>
                  <a:pt x="34238" y="94196"/>
                  <a:pt x="30714" y="94588"/>
                </a:cubicBezTo>
                <a:lnTo>
                  <a:pt x="30714" y="94588"/>
                </a:lnTo>
                <a:lnTo>
                  <a:pt x="30714" y="94588"/>
                </a:lnTo>
                <a:cubicBezTo>
                  <a:pt x="27048" y="94863"/>
                  <a:pt x="23286" y="94235"/>
                  <a:pt x="19429" y="92706"/>
                </a:cubicBezTo>
                <a:lnTo>
                  <a:pt x="19429" y="92706"/>
                </a:lnTo>
                <a:cubicBezTo>
                  <a:pt x="16048" y="91294"/>
                  <a:pt x="12690" y="90588"/>
                  <a:pt x="9357" y="90588"/>
                </a:cubicBezTo>
                <a:lnTo>
                  <a:pt x="9357" y="90588"/>
                </a:lnTo>
                <a:cubicBezTo>
                  <a:pt x="5500" y="90471"/>
                  <a:pt x="3024" y="89784"/>
                  <a:pt x="1929" y="88529"/>
                </a:cubicBezTo>
                <a:lnTo>
                  <a:pt x="1929" y="88529"/>
                </a:lnTo>
                <a:cubicBezTo>
                  <a:pt x="1357" y="87627"/>
                  <a:pt x="1524" y="85922"/>
                  <a:pt x="2429" y="83412"/>
                </a:cubicBezTo>
                <a:lnTo>
                  <a:pt x="2429" y="83412"/>
                </a:lnTo>
                <a:lnTo>
                  <a:pt x="2429" y="83412"/>
                </a:lnTo>
                <a:cubicBezTo>
                  <a:pt x="2905" y="82157"/>
                  <a:pt x="2905" y="80824"/>
                  <a:pt x="2429" y="79412"/>
                </a:cubicBezTo>
                <a:lnTo>
                  <a:pt x="2429" y="79412"/>
                </a:lnTo>
                <a:cubicBezTo>
                  <a:pt x="2429" y="79176"/>
                  <a:pt x="2429" y="79000"/>
                  <a:pt x="2429" y="78882"/>
                </a:cubicBezTo>
                <a:lnTo>
                  <a:pt x="2429" y="78882"/>
                </a:lnTo>
                <a:cubicBezTo>
                  <a:pt x="1952" y="77353"/>
                  <a:pt x="2024" y="76078"/>
                  <a:pt x="2643" y="75059"/>
                </a:cubicBezTo>
                <a:lnTo>
                  <a:pt x="2643" y="75059"/>
                </a:lnTo>
                <a:cubicBezTo>
                  <a:pt x="3405" y="73922"/>
                  <a:pt x="4548" y="73235"/>
                  <a:pt x="6071" y="73000"/>
                </a:cubicBezTo>
                <a:lnTo>
                  <a:pt x="6071" y="73000"/>
                </a:lnTo>
                <a:cubicBezTo>
                  <a:pt x="6405" y="72882"/>
                  <a:pt x="6714" y="72745"/>
                  <a:pt x="7000" y="72588"/>
                </a:cubicBezTo>
                <a:lnTo>
                  <a:pt x="7000" y="72588"/>
                </a:lnTo>
                <a:cubicBezTo>
                  <a:pt x="8238" y="72353"/>
                  <a:pt x="9405" y="71843"/>
                  <a:pt x="10500" y="71059"/>
                </a:cubicBezTo>
                <a:lnTo>
                  <a:pt x="10500" y="71059"/>
                </a:lnTo>
                <a:cubicBezTo>
                  <a:pt x="11119" y="70431"/>
                  <a:pt x="11714" y="69804"/>
                  <a:pt x="12286" y="69176"/>
                </a:cubicBezTo>
                <a:lnTo>
                  <a:pt x="12286" y="69176"/>
                </a:lnTo>
                <a:cubicBezTo>
                  <a:pt x="12762" y="68667"/>
                  <a:pt x="13310" y="68157"/>
                  <a:pt x="13929" y="67647"/>
                </a:cubicBezTo>
                <a:lnTo>
                  <a:pt x="13929" y="67647"/>
                </a:lnTo>
                <a:cubicBezTo>
                  <a:pt x="14833" y="66510"/>
                  <a:pt x="16143" y="66078"/>
                  <a:pt x="17857" y="66353"/>
                </a:cubicBezTo>
                <a:lnTo>
                  <a:pt x="17857" y="66353"/>
                </a:lnTo>
                <a:cubicBezTo>
                  <a:pt x="19667" y="66588"/>
                  <a:pt x="21357" y="67588"/>
                  <a:pt x="22929" y="69353"/>
                </a:cubicBezTo>
                <a:lnTo>
                  <a:pt x="22929" y="69353"/>
                </a:lnTo>
                <a:lnTo>
                  <a:pt x="27500" y="76235"/>
                </a:lnTo>
                <a:cubicBezTo>
                  <a:pt x="28405" y="77608"/>
                  <a:pt x="29714" y="79118"/>
                  <a:pt x="31429" y="80765"/>
                </a:cubicBezTo>
                <a:lnTo>
                  <a:pt x="31429" y="80765"/>
                </a:lnTo>
                <a:cubicBezTo>
                  <a:pt x="32952" y="82294"/>
                  <a:pt x="34262" y="83745"/>
                  <a:pt x="35357" y="85118"/>
                </a:cubicBezTo>
                <a:lnTo>
                  <a:pt x="35357" y="85118"/>
                </a:lnTo>
                <a:cubicBezTo>
                  <a:pt x="36405" y="86647"/>
                  <a:pt x="36929" y="88039"/>
                  <a:pt x="36929" y="89294"/>
                </a:cubicBezTo>
                <a:lnTo>
                  <a:pt x="36929" y="89294"/>
                </a:lnTo>
                <a:moveTo>
                  <a:pt x="36500" y="84353"/>
                </a:moveTo>
                <a:lnTo>
                  <a:pt x="36500" y="84353"/>
                </a:lnTo>
                <a:cubicBezTo>
                  <a:pt x="35548" y="82980"/>
                  <a:pt x="34476" y="81725"/>
                  <a:pt x="33286" y="80588"/>
                </a:cubicBezTo>
                <a:lnTo>
                  <a:pt x="33286" y="80588"/>
                </a:lnTo>
                <a:cubicBezTo>
                  <a:pt x="35095" y="80706"/>
                  <a:pt x="36381" y="80137"/>
                  <a:pt x="37143" y="78882"/>
                </a:cubicBezTo>
                <a:lnTo>
                  <a:pt x="37143" y="78882"/>
                </a:lnTo>
                <a:cubicBezTo>
                  <a:pt x="37619" y="77588"/>
                  <a:pt x="37024" y="76000"/>
                  <a:pt x="35357" y="74118"/>
                </a:cubicBezTo>
                <a:lnTo>
                  <a:pt x="35357" y="74118"/>
                </a:lnTo>
                <a:cubicBezTo>
                  <a:pt x="33643" y="72353"/>
                  <a:pt x="31786" y="70902"/>
                  <a:pt x="29786" y="69765"/>
                </a:cubicBezTo>
                <a:lnTo>
                  <a:pt x="29786" y="69765"/>
                </a:lnTo>
                <a:cubicBezTo>
                  <a:pt x="27786" y="68627"/>
                  <a:pt x="26714" y="68059"/>
                  <a:pt x="26571" y="68059"/>
                </a:cubicBezTo>
                <a:lnTo>
                  <a:pt x="26571" y="68059"/>
                </a:lnTo>
                <a:cubicBezTo>
                  <a:pt x="26571" y="68059"/>
                  <a:pt x="26571" y="68059"/>
                  <a:pt x="26571" y="68059"/>
                </a:cubicBezTo>
                <a:lnTo>
                  <a:pt x="26571" y="68059"/>
                </a:lnTo>
                <a:cubicBezTo>
                  <a:pt x="23524" y="66412"/>
                  <a:pt x="21619" y="64510"/>
                  <a:pt x="20857" y="62353"/>
                </a:cubicBezTo>
                <a:lnTo>
                  <a:pt x="20857" y="62353"/>
                </a:lnTo>
                <a:cubicBezTo>
                  <a:pt x="20238" y="60196"/>
                  <a:pt x="20238" y="57980"/>
                  <a:pt x="20857" y="55706"/>
                </a:cubicBezTo>
                <a:lnTo>
                  <a:pt x="20857" y="55706"/>
                </a:lnTo>
                <a:cubicBezTo>
                  <a:pt x="21476" y="53431"/>
                  <a:pt x="22381" y="51353"/>
                  <a:pt x="23571" y="49471"/>
                </a:cubicBezTo>
                <a:lnTo>
                  <a:pt x="23571" y="49471"/>
                </a:lnTo>
                <a:cubicBezTo>
                  <a:pt x="24810" y="47471"/>
                  <a:pt x="25976" y="45765"/>
                  <a:pt x="27071" y="44353"/>
                </a:cubicBezTo>
                <a:lnTo>
                  <a:pt x="27071" y="44353"/>
                </a:lnTo>
                <a:cubicBezTo>
                  <a:pt x="27833" y="43843"/>
                  <a:pt x="27214" y="45176"/>
                  <a:pt x="25214" y="48353"/>
                </a:cubicBezTo>
                <a:lnTo>
                  <a:pt x="25214" y="48353"/>
                </a:lnTo>
                <a:cubicBezTo>
                  <a:pt x="23976" y="50000"/>
                  <a:pt x="22976" y="52333"/>
                  <a:pt x="22214" y="55353"/>
                </a:cubicBezTo>
                <a:lnTo>
                  <a:pt x="22214" y="55353"/>
                </a:lnTo>
                <a:cubicBezTo>
                  <a:pt x="21452" y="58255"/>
                  <a:pt x="22214" y="61157"/>
                  <a:pt x="24500" y="64059"/>
                </a:cubicBezTo>
                <a:lnTo>
                  <a:pt x="24500" y="64059"/>
                </a:lnTo>
                <a:cubicBezTo>
                  <a:pt x="24643" y="60020"/>
                  <a:pt x="25714" y="56098"/>
                  <a:pt x="27714" y="52294"/>
                </a:cubicBezTo>
                <a:lnTo>
                  <a:pt x="27714" y="52294"/>
                </a:lnTo>
                <a:cubicBezTo>
                  <a:pt x="28190" y="51431"/>
                  <a:pt x="28738" y="50431"/>
                  <a:pt x="29357" y="49294"/>
                </a:cubicBezTo>
                <a:lnTo>
                  <a:pt x="29357" y="49294"/>
                </a:lnTo>
                <a:cubicBezTo>
                  <a:pt x="30881" y="46627"/>
                  <a:pt x="32405" y="43647"/>
                  <a:pt x="33929" y="40353"/>
                </a:cubicBezTo>
                <a:lnTo>
                  <a:pt x="33929" y="40353"/>
                </a:lnTo>
                <a:cubicBezTo>
                  <a:pt x="35500" y="37098"/>
                  <a:pt x="36429" y="33941"/>
                  <a:pt x="36714" y="30882"/>
                </a:cubicBezTo>
                <a:lnTo>
                  <a:pt x="36714" y="30882"/>
                </a:lnTo>
                <a:cubicBezTo>
                  <a:pt x="37190" y="31157"/>
                  <a:pt x="37643" y="31471"/>
                  <a:pt x="38071" y="31824"/>
                </a:cubicBezTo>
                <a:lnTo>
                  <a:pt x="38071" y="31824"/>
                </a:lnTo>
                <a:cubicBezTo>
                  <a:pt x="38690" y="32098"/>
                  <a:pt x="39310" y="32490"/>
                  <a:pt x="39929" y="33000"/>
                </a:cubicBezTo>
                <a:lnTo>
                  <a:pt x="39929" y="33000"/>
                </a:lnTo>
                <a:cubicBezTo>
                  <a:pt x="40262" y="33235"/>
                  <a:pt x="40643" y="33490"/>
                  <a:pt x="41071" y="33765"/>
                </a:cubicBezTo>
                <a:lnTo>
                  <a:pt x="41071" y="33765"/>
                </a:lnTo>
                <a:cubicBezTo>
                  <a:pt x="44167" y="35529"/>
                  <a:pt x="47405" y="35588"/>
                  <a:pt x="50786" y="33941"/>
                </a:cubicBezTo>
                <a:lnTo>
                  <a:pt x="50786" y="33941"/>
                </a:lnTo>
                <a:cubicBezTo>
                  <a:pt x="51214" y="33667"/>
                  <a:pt x="51667" y="33412"/>
                  <a:pt x="52143" y="33176"/>
                </a:cubicBezTo>
                <a:lnTo>
                  <a:pt x="52143" y="33176"/>
                </a:lnTo>
                <a:cubicBezTo>
                  <a:pt x="53048" y="32784"/>
                  <a:pt x="53810" y="32471"/>
                  <a:pt x="54429" y="32235"/>
                </a:cubicBezTo>
                <a:lnTo>
                  <a:pt x="54429" y="32235"/>
                </a:lnTo>
                <a:cubicBezTo>
                  <a:pt x="56714" y="31608"/>
                  <a:pt x="58405" y="30667"/>
                  <a:pt x="59500" y="29412"/>
                </a:cubicBezTo>
                <a:lnTo>
                  <a:pt x="59500" y="29412"/>
                </a:lnTo>
                <a:cubicBezTo>
                  <a:pt x="60595" y="32431"/>
                  <a:pt x="61976" y="35647"/>
                  <a:pt x="63643" y="39059"/>
                </a:cubicBezTo>
                <a:lnTo>
                  <a:pt x="63643" y="39059"/>
                </a:lnTo>
                <a:cubicBezTo>
                  <a:pt x="65167" y="42588"/>
                  <a:pt x="66714" y="45431"/>
                  <a:pt x="68286" y="47588"/>
                </a:cubicBezTo>
                <a:lnTo>
                  <a:pt x="68286" y="47588"/>
                </a:lnTo>
                <a:cubicBezTo>
                  <a:pt x="69048" y="48608"/>
                  <a:pt x="69952" y="50176"/>
                  <a:pt x="71000" y="52294"/>
                </a:cubicBezTo>
                <a:lnTo>
                  <a:pt x="71000" y="52294"/>
                </a:lnTo>
                <a:cubicBezTo>
                  <a:pt x="72095" y="54451"/>
                  <a:pt x="72952" y="56922"/>
                  <a:pt x="73571" y="59706"/>
                </a:cubicBezTo>
                <a:lnTo>
                  <a:pt x="73571" y="59706"/>
                </a:lnTo>
                <a:cubicBezTo>
                  <a:pt x="74333" y="59706"/>
                  <a:pt x="75167" y="59843"/>
                  <a:pt x="76071" y="60118"/>
                </a:cubicBezTo>
                <a:lnTo>
                  <a:pt x="76071" y="60118"/>
                </a:lnTo>
                <a:cubicBezTo>
                  <a:pt x="77452" y="56549"/>
                  <a:pt x="77310" y="53255"/>
                  <a:pt x="75643" y="50235"/>
                </a:cubicBezTo>
                <a:lnTo>
                  <a:pt x="75643" y="50235"/>
                </a:lnTo>
                <a:cubicBezTo>
                  <a:pt x="73929" y="47216"/>
                  <a:pt x="72310" y="45137"/>
                  <a:pt x="70786" y="44000"/>
                </a:cubicBezTo>
                <a:lnTo>
                  <a:pt x="70786" y="44000"/>
                </a:lnTo>
                <a:cubicBezTo>
                  <a:pt x="69690" y="43098"/>
                  <a:pt x="69452" y="42647"/>
                  <a:pt x="70071" y="42647"/>
                </a:cubicBezTo>
                <a:lnTo>
                  <a:pt x="70071" y="42647"/>
                </a:lnTo>
                <a:cubicBezTo>
                  <a:pt x="71643" y="43784"/>
                  <a:pt x="73190" y="45373"/>
                  <a:pt x="74714" y="47412"/>
                </a:cubicBezTo>
                <a:lnTo>
                  <a:pt x="74714" y="47412"/>
                </a:lnTo>
                <a:cubicBezTo>
                  <a:pt x="76238" y="49294"/>
                  <a:pt x="77381" y="51431"/>
                  <a:pt x="78143" y="53824"/>
                </a:cubicBezTo>
                <a:lnTo>
                  <a:pt x="78143" y="53824"/>
                </a:lnTo>
                <a:cubicBezTo>
                  <a:pt x="78905" y="56098"/>
                  <a:pt x="78976" y="58373"/>
                  <a:pt x="78357" y="60647"/>
                </a:cubicBezTo>
                <a:lnTo>
                  <a:pt x="78357" y="60647"/>
                </a:lnTo>
                <a:cubicBezTo>
                  <a:pt x="80357" y="61275"/>
                  <a:pt x="82119" y="62157"/>
                  <a:pt x="83643" y="63294"/>
                </a:cubicBezTo>
                <a:lnTo>
                  <a:pt x="83643" y="63294"/>
                </a:lnTo>
                <a:cubicBezTo>
                  <a:pt x="85357" y="64314"/>
                  <a:pt x="85976" y="65647"/>
                  <a:pt x="85500" y="67294"/>
                </a:cubicBezTo>
                <a:lnTo>
                  <a:pt x="85500" y="67294"/>
                </a:lnTo>
                <a:cubicBezTo>
                  <a:pt x="85071" y="67294"/>
                  <a:pt x="84762" y="67294"/>
                  <a:pt x="84571" y="67294"/>
                </a:cubicBezTo>
                <a:lnTo>
                  <a:pt x="84571" y="67294"/>
                </a:lnTo>
                <a:cubicBezTo>
                  <a:pt x="84571" y="67294"/>
                  <a:pt x="84500" y="67294"/>
                  <a:pt x="84357" y="67294"/>
                </a:cubicBezTo>
                <a:lnTo>
                  <a:pt x="84357" y="67294"/>
                </a:lnTo>
                <a:cubicBezTo>
                  <a:pt x="85119" y="65529"/>
                  <a:pt x="83429" y="63882"/>
                  <a:pt x="79286" y="62353"/>
                </a:cubicBezTo>
                <a:lnTo>
                  <a:pt x="79286" y="62353"/>
                </a:lnTo>
                <a:cubicBezTo>
                  <a:pt x="76857" y="61490"/>
                  <a:pt x="74857" y="61176"/>
                  <a:pt x="73286" y="61412"/>
                </a:cubicBezTo>
                <a:lnTo>
                  <a:pt x="73286" y="61412"/>
                </a:lnTo>
                <a:cubicBezTo>
                  <a:pt x="71619" y="61686"/>
                  <a:pt x="70643" y="62765"/>
                  <a:pt x="70357" y="64647"/>
                </a:cubicBezTo>
                <a:lnTo>
                  <a:pt x="70357" y="64647"/>
                </a:lnTo>
                <a:cubicBezTo>
                  <a:pt x="67738" y="65667"/>
                  <a:pt x="66119" y="67431"/>
                  <a:pt x="65500" y="69941"/>
                </a:cubicBezTo>
                <a:lnTo>
                  <a:pt x="65500" y="69941"/>
                </a:lnTo>
                <a:cubicBezTo>
                  <a:pt x="64881" y="71980"/>
                  <a:pt x="64500" y="74451"/>
                  <a:pt x="64357" y="77353"/>
                </a:cubicBezTo>
                <a:lnTo>
                  <a:pt x="64357" y="77353"/>
                </a:lnTo>
                <a:cubicBezTo>
                  <a:pt x="64214" y="78882"/>
                  <a:pt x="63738" y="80647"/>
                  <a:pt x="62929" y="82647"/>
                </a:cubicBezTo>
                <a:lnTo>
                  <a:pt x="62929" y="82647"/>
                </a:lnTo>
                <a:cubicBezTo>
                  <a:pt x="62929" y="82765"/>
                  <a:pt x="62929" y="82824"/>
                  <a:pt x="62929" y="82824"/>
                </a:cubicBezTo>
                <a:lnTo>
                  <a:pt x="62929" y="82824"/>
                </a:lnTo>
                <a:cubicBezTo>
                  <a:pt x="59119" y="85098"/>
                  <a:pt x="54905" y="86490"/>
                  <a:pt x="50286" y="87000"/>
                </a:cubicBezTo>
                <a:lnTo>
                  <a:pt x="50286" y="87000"/>
                </a:lnTo>
                <a:cubicBezTo>
                  <a:pt x="45524" y="87510"/>
                  <a:pt x="40929" y="86627"/>
                  <a:pt x="36500" y="84353"/>
                </a:cubicBezTo>
                <a:lnTo>
                  <a:pt x="36500" y="84353"/>
                </a:lnTo>
                <a:moveTo>
                  <a:pt x="95857" y="82059"/>
                </a:moveTo>
                <a:lnTo>
                  <a:pt x="95857" y="82059"/>
                </a:lnTo>
                <a:cubicBezTo>
                  <a:pt x="95429" y="83588"/>
                  <a:pt x="93595" y="84863"/>
                  <a:pt x="90357" y="85882"/>
                </a:cubicBezTo>
                <a:lnTo>
                  <a:pt x="90357" y="85882"/>
                </a:lnTo>
                <a:lnTo>
                  <a:pt x="90357" y="85882"/>
                </a:lnTo>
                <a:cubicBezTo>
                  <a:pt x="87119" y="86902"/>
                  <a:pt x="84119" y="88608"/>
                  <a:pt x="81357" y="91000"/>
                </a:cubicBezTo>
                <a:lnTo>
                  <a:pt x="81357" y="91000"/>
                </a:lnTo>
                <a:cubicBezTo>
                  <a:pt x="77976" y="93902"/>
                  <a:pt x="74595" y="95471"/>
                  <a:pt x="71214" y="95706"/>
                </a:cubicBezTo>
                <a:lnTo>
                  <a:pt x="71214" y="95706"/>
                </a:lnTo>
                <a:cubicBezTo>
                  <a:pt x="67881" y="95980"/>
                  <a:pt x="65286" y="94784"/>
                  <a:pt x="63429" y="92118"/>
                </a:cubicBezTo>
                <a:lnTo>
                  <a:pt x="63429" y="92118"/>
                </a:lnTo>
                <a:cubicBezTo>
                  <a:pt x="62667" y="89961"/>
                  <a:pt x="62738" y="87686"/>
                  <a:pt x="63643" y="85294"/>
                </a:cubicBezTo>
                <a:lnTo>
                  <a:pt x="63643" y="85294"/>
                </a:lnTo>
                <a:cubicBezTo>
                  <a:pt x="63976" y="84431"/>
                  <a:pt x="64286" y="83608"/>
                  <a:pt x="64571" y="82824"/>
                </a:cubicBezTo>
                <a:lnTo>
                  <a:pt x="64571" y="82824"/>
                </a:lnTo>
                <a:cubicBezTo>
                  <a:pt x="65333" y="80941"/>
                  <a:pt x="65786" y="79176"/>
                  <a:pt x="65929" y="77529"/>
                </a:cubicBezTo>
                <a:lnTo>
                  <a:pt x="65929" y="77529"/>
                </a:lnTo>
                <a:cubicBezTo>
                  <a:pt x="66119" y="74627"/>
                  <a:pt x="66429" y="72157"/>
                  <a:pt x="66857" y="70118"/>
                </a:cubicBezTo>
                <a:lnTo>
                  <a:pt x="66857" y="70118"/>
                </a:lnTo>
                <a:cubicBezTo>
                  <a:pt x="67476" y="68235"/>
                  <a:pt x="68548" y="66922"/>
                  <a:pt x="70071" y="66176"/>
                </a:cubicBezTo>
                <a:lnTo>
                  <a:pt x="70071" y="66176"/>
                </a:lnTo>
                <a:cubicBezTo>
                  <a:pt x="70262" y="66176"/>
                  <a:pt x="70357" y="66176"/>
                  <a:pt x="70357" y="66176"/>
                </a:cubicBezTo>
                <a:lnTo>
                  <a:pt x="70357" y="66176"/>
                </a:lnTo>
                <a:cubicBezTo>
                  <a:pt x="70500" y="68961"/>
                  <a:pt x="71952" y="70784"/>
                  <a:pt x="74714" y="71647"/>
                </a:cubicBezTo>
                <a:lnTo>
                  <a:pt x="74714" y="71647"/>
                </a:lnTo>
                <a:cubicBezTo>
                  <a:pt x="76238" y="71922"/>
                  <a:pt x="77833" y="71667"/>
                  <a:pt x="79500" y="70882"/>
                </a:cubicBezTo>
                <a:lnTo>
                  <a:pt x="79500" y="70882"/>
                </a:lnTo>
                <a:cubicBezTo>
                  <a:pt x="81214" y="70255"/>
                  <a:pt x="82524" y="69510"/>
                  <a:pt x="83429" y="68647"/>
                </a:cubicBezTo>
                <a:lnTo>
                  <a:pt x="83429" y="68647"/>
                </a:lnTo>
                <a:cubicBezTo>
                  <a:pt x="83571" y="68647"/>
                  <a:pt x="83738" y="68647"/>
                  <a:pt x="83929" y="68647"/>
                </a:cubicBezTo>
                <a:lnTo>
                  <a:pt x="83929" y="68647"/>
                </a:lnTo>
                <a:cubicBezTo>
                  <a:pt x="85738" y="68373"/>
                  <a:pt x="87333" y="68686"/>
                  <a:pt x="88714" y="69588"/>
                </a:cubicBezTo>
                <a:lnTo>
                  <a:pt x="88714" y="69588"/>
                </a:lnTo>
                <a:cubicBezTo>
                  <a:pt x="89810" y="70451"/>
                  <a:pt x="90500" y="71706"/>
                  <a:pt x="90786" y="73353"/>
                </a:cubicBezTo>
                <a:lnTo>
                  <a:pt x="90786" y="73353"/>
                </a:lnTo>
                <a:cubicBezTo>
                  <a:pt x="90976" y="74882"/>
                  <a:pt x="91595" y="76275"/>
                  <a:pt x="92643" y="77529"/>
                </a:cubicBezTo>
                <a:lnTo>
                  <a:pt x="92643" y="77529"/>
                </a:lnTo>
                <a:cubicBezTo>
                  <a:pt x="94929" y="79686"/>
                  <a:pt x="96000" y="81196"/>
                  <a:pt x="95857" y="82059"/>
                </a:cubicBezTo>
                <a:lnTo>
                  <a:pt x="95857" y="82059"/>
                </a:lnTo>
                <a:moveTo>
                  <a:pt x="36929" y="28235"/>
                </a:moveTo>
                <a:lnTo>
                  <a:pt x="36929" y="28235"/>
                </a:lnTo>
                <a:cubicBezTo>
                  <a:pt x="36929" y="28235"/>
                  <a:pt x="37000" y="28235"/>
                  <a:pt x="37143" y="28235"/>
                </a:cubicBezTo>
                <a:lnTo>
                  <a:pt x="37143" y="28235"/>
                </a:lnTo>
                <a:lnTo>
                  <a:pt x="37143" y="28235"/>
                </a:lnTo>
                <a:cubicBezTo>
                  <a:pt x="37619" y="28627"/>
                  <a:pt x="38167" y="29078"/>
                  <a:pt x="38786" y="29588"/>
                </a:cubicBezTo>
                <a:lnTo>
                  <a:pt x="38786" y="29588"/>
                </a:lnTo>
                <a:cubicBezTo>
                  <a:pt x="40310" y="30725"/>
                  <a:pt x="42452" y="31353"/>
                  <a:pt x="45214" y="31471"/>
                </a:cubicBezTo>
                <a:lnTo>
                  <a:pt x="45214" y="31471"/>
                </a:lnTo>
                <a:cubicBezTo>
                  <a:pt x="47833" y="31353"/>
                  <a:pt x="50214" y="30725"/>
                  <a:pt x="52357" y="29588"/>
                </a:cubicBezTo>
                <a:lnTo>
                  <a:pt x="52357" y="29588"/>
                </a:lnTo>
                <a:cubicBezTo>
                  <a:pt x="52357" y="29588"/>
                  <a:pt x="52357" y="29588"/>
                  <a:pt x="52357" y="29588"/>
                </a:cubicBezTo>
                <a:lnTo>
                  <a:pt x="52357" y="29588"/>
                </a:lnTo>
                <a:cubicBezTo>
                  <a:pt x="53738" y="28961"/>
                  <a:pt x="54881" y="28255"/>
                  <a:pt x="55786" y="27471"/>
                </a:cubicBezTo>
                <a:lnTo>
                  <a:pt x="55786" y="27471"/>
                </a:lnTo>
                <a:cubicBezTo>
                  <a:pt x="56881" y="26843"/>
                  <a:pt x="57119" y="26471"/>
                  <a:pt x="56500" y="26353"/>
                </a:cubicBezTo>
                <a:lnTo>
                  <a:pt x="56500" y="26353"/>
                </a:lnTo>
                <a:cubicBezTo>
                  <a:pt x="56214" y="26353"/>
                  <a:pt x="55976" y="26471"/>
                  <a:pt x="55786" y="26706"/>
                </a:cubicBezTo>
                <a:lnTo>
                  <a:pt x="55786" y="26706"/>
                </a:lnTo>
                <a:cubicBezTo>
                  <a:pt x="55643" y="26863"/>
                  <a:pt x="55429" y="27059"/>
                  <a:pt x="55143" y="27294"/>
                </a:cubicBezTo>
                <a:lnTo>
                  <a:pt x="55143" y="27294"/>
                </a:lnTo>
                <a:cubicBezTo>
                  <a:pt x="55000" y="27412"/>
                  <a:pt x="54762" y="27549"/>
                  <a:pt x="54429" y="27706"/>
                </a:cubicBezTo>
                <a:lnTo>
                  <a:pt x="54429" y="27706"/>
                </a:lnTo>
                <a:cubicBezTo>
                  <a:pt x="53524" y="28333"/>
                  <a:pt x="52690" y="28824"/>
                  <a:pt x="51929" y="29176"/>
                </a:cubicBezTo>
                <a:lnTo>
                  <a:pt x="51929" y="29176"/>
                </a:lnTo>
                <a:cubicBezTo>
                  <a:pt x="50071" y="30196"/>
                  <a:pt x="47833" y="30843"/>
                  <a:pt x="45214" y="31118"/>
                </a:cubicBezTo>
                <a:lnTo>
                  <a:pt x="45214" y="31118"/>
                </a:lnTo>
                <a:cubicBezTo>
                  <a:pt x="42786" y="30961"/>
                  <a:pt x="40881" y="30314"/>
                  <a:pt x="39500" y="29176"/>
                </a:cubicBezTo>
                <a:lnTo>
                  <a:pt x="39500" y="29176"/>
                </a:lnTo>
                <a:cubicBezTo>
                  <a:pt x="38738" y="28667"/>
                  <a:pt x="38119" y="28235"/>
                  <a:pt x="37643" y="27882"/>
                </a:cubicBezTo>
                <a:lnTo>
                  <a:pt x="37643" y="27882"/>
                </a:lnTo>
                <a:cubicBezTo>
                  <a:pt x="37643" y="27882"/>
                  <a:pt x="37643" y="27882"/>
                  <a:pt x="37643" y="27882"/>
                </a:cubicBezTo>
                <a:lnTo>
                  <a:pt x="37643" y="27882"/>
                </a:lnTo>
                <a:cubicBezTo>
                  <a:pt x="37500" y="27765"/>
                  <a:pt x="37429" y="27627"/>
                  <a:pt x="37429" y="27471"/>
                </a:cubicBezTo>
                <a:lnTo>
                  <a:pt x="37429" y="27471"/>
                </a:lnTo>
                <a:cubicBezTo>
                  <a:pt x="37238" y="27235"/>
                  <a:pt x="37000" y="27059"/>
                  <a:pt x="36714" y="26941"/>
                </a:cubicBezTo>
                <a:lnTo>
                  <a:pt x="36714" y="26941"/>
                </a:lnTo>
                <a:cubicBezTo>
                  <a:pt x="36238" y="27059"/>
                  <a:pt x="36310" y="27490"/>
                  <a:pt x="36929" y="28235"/>
                </a:cubicBezTo>
                <a:lnTo>
                  <a:pt x="36929" y="28235"/>
                </a:lnTo>
              </a:path>
            </a:pathLst>
          </a:custGeom>
          <a:solidFill>
            <a:srgbClr val="93C5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92653967451-54"/>
          <p:cNvSpPr/>
          <p:nvPr/>
        </p:nvSpPr>
        <p:spPr>
          <a:xfrm>
            <a:off x="6518940" y="3261122"/>
            <a:ext cx="137517" cy="1571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2118"/>
                </a:moveTo>
                <a:lnTo>
                  <a:pt x="0" y="12118"/>
                </a:lnTo>
                <a:cubicBezTo>
                  <a:pt x="143" y="8706"/>
                  <a:pt x="1595" y="5863"/>
                  <a:pt x="4357" y="3588"/>
                </a:cubicBezTo>
                <a:lnTo>
                  <a:pt x="4357" y="3588"/>
                </a:lnTo>
                <a:lnTo>
                  <a:pt x="4357" y="3588"/>
                </a:lnTo>
                <a:cubicBezTo>
                  <a:pt x="7119" y="1314"/>
                  <a:pt x="10571" y="118"/>
                  <a:pt x="14714" y="0"/>
                </a:cubicBezTo>
                <a:lnTo>
                  <a:pt x="14714" y="0"/>
                </a:lnTo>
                <a:lnTo>
                  <a:pt x="88429" y="0"/>
                </a:lnTo>
                <a:cubicBezTo>
                  <a:pt x="92571" y="118"/>
                  <a:pt x="96024" y="1314"/>
                  <a:pt x="98786" y="3588"/>
                </a:cubicBezTo>
                <a:lnTo>
                  <a:pt x="98786" y="3588"/>
                </a:lnTo>
                <a:cubicBezTo>
                  <a:pt x="101548" y="5863"/>
                  <a:pt x="103000" y="8706"/>
                  <a:pt x="103143" y="12118"/>
                </a:cubicBezTo>
                <a:lnTo>
                  <a:pt x="103143" y="12118"/>
                </a:lnTo>
                <a:lnTo>
                  <a:pt x="103143" y="84941"/>
                </a:lnTo>
                <a:cubicBezTo>
                  <a:pt x="103000" y="88353"/>
                  <a:pt x="101548" y="91196"/>
                  <a:pt x="98786" y="93471"/>
                </a:cubicBezTo>
                <a:lnTo>
                  <a:pt x="98786" y="93471"/>
                </a:lnTo>
                <a:cubicBezTo>
                  <a:pt x="96024" y="95745"/>
                  <a:pt x="92571" y="96941"/>
                  <a:pt x="88429" y="97059"/>
                </a:cubicBezTo>
                <a:lnTo>
                  <a:pt x="88429" y="97059"/>
                </a:lnTo>
                <a:lnTo>
                  <a:pt x="14714" y="97059"/>
                </a:lnTo>
                <a:cubicBezTo>
                  <a:pt x="10571" y="96941"/>
                  <a:pt x="7119" y="95745"/>
                  <a:pt x="4357" y="93471"/>
                </a:cubicBezTo>
                <a:lnTo>
                  <a:pt x="4357" y="93471"/>
                </a:lnTo>
                <a:cubicBezTo>
                  <a:pt x="1595" y="91196"/>
                  <a:pt x="143" y="88353"/>
                  <a:pt x="0" y="84941"/>
                </a:cubicBezTo>
                <a:lnTo>
                  <a:pt x="0" y="84941"/>
                </a:lnTo>
                <a:lnTo>
                  <a:pt x="0" y="12118"/>
                </a:lnTo>
                <a:moveTo>
                  <a:pt x="58929" y="84941"/>
                </a:moveTo>
                <a:lnTo>
                  <a:pt x="58929" y="84941"/>
                </a:lnTo>
                <a:cubicBezTo>
                  <a:pt x="58929" y="83176"/>
                  <a:pt x="58238" y="81725"/>
                  <a:pt x="56857" y="80588"/>
                </a:cubicBezTo>
                <a:lnTo>
                  <a:pt x="56857" y="80588"/>
                </a:lnTo>
                <a:lnTo>
                  <a:pt x="56857" y="80588"/>
                </a:lnTo>
                <a:cubicBezTo>
                  <a:pt x="55476" y="79451"/>
                  <a:pt x="53714" y="78882"/>
                  <a:pt x="51571" y="78882"/>
                </a:cubicBezTo>
                <a:lnTo>
                  <a:pt x="51571" y="78882"/>
                </a:lnTo>
                <a:cubicBezTo>
                  <a:pt x="49429" y="78882"/>
                  <a:pt x="47667" y="79451"/>
                  <a:pt x="46286" y="80588"/>
                </a:cubicBezTo>
                <a:lnTo>
                  <a:pt x="46286" y="80588"/>
                </a:lnTo>
                <a:cubicBezTo>
                  <a:pt x="44905" y="81725"/>
                  <a:pt x="44214" y="83176"/>
                  <a:pt x="44214" y="84941"/>
                </a:cubicBezTo>
                <a:lnTo>
                  <a:pt x="44214" y="84941"/>
                </a:lnTo>
                <a:cubicBezTo>
                  <a:pt x="44214" y="86706"/>
                  <a:pt x="44905" y="88157"/>
                  <a:pt x="46286" y="89294"/>
                </a:cubicBezTo>
                <a:lnTo>
                  <a:pt x="46286" y="89294"/>
                </a:lnTo>
                <a:cubicBezTo>
                  <a:pt x="47667" y="90431"/>
                  <a:pt x="49429" y="91000"/>
                  <a:pt x="51571" y="91000"/>
                </a:cubicBezTo>
                <a:lnTo>
                  <a:pt x="51571" y="91000"/>
                </a:lnTo>
                <a:cubicBezTo>
                  <a:pt x="53714" y="91000"/>
                  <a:pt x="55476" y="90431"/>
                  <a:pt x="56857" y="89294"/>
                </a:cubicBezTo>
                <a:lnTo>
                  <a:pt x="56857" y="89294"/>
                </a:lnTo>
                <a:cubicBezTo>
                  <a:pt x="58238" y="88157"/>
                  <a:pt x="58929" y="86706"/>
                  <a:pt x="58929" y="84941"/>
                </a:cubicBezTo>
                <a:lnTo>
                  <a:pt x="58929" y="84941"/>
                </a:lnTo>
                <a:moveTo>
                  <a:pt x="88429" y="12118"/>
                </a:moveTo>
                <a:lnTo>
                  <a:pt x="88429" y="12118"/>
                </a:lnTo>
                <a:lnTo>
                  <a:pt x="14714" y="12118"/>
                </a:lnTo>
                <a:lnTo>
                  <a:pt x="14714" y="72824"/>
                </a:lnTo>
                <a:lnTo>
                  <a:pt x="88429" y="72824"/>
                </a:lnTo>
                <a:lnTo>
                  <a:pt x="88429" y="12118"/>
                </a:lnTo>
              </a:path>
            </a:pathLst>
          </a:custGeom>
          <a:solidFill>
            <a:srgbClr val="93C5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el-1792653967452-55"/>
          <p:cNvSpPr/>
          <p:nvPr/>
        </p:nvSpPr>
        <p:spPr>
          <a:xfrm>
            <a:off x="7925991" y="3261103"/>
            <a:ext cx="157163" cy="157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6706" y="48529"/>
                </a:moveTo>
                <a:lnTo>
                  <a:pt x="66706" y="48529"/>
                </a:lnTo>
                <a:cubicBezTo>
                  <a:pt x="66706" y="52725"/>
                  <a:pt x="66529" y="56765"/>
                  <a:pt x="66176" y="60647"/>
                </a:cubicBezTo>
                <a:lnTo>
                  <a:pt x="66176" y="60647"/>
                </a:lnTo>
                <a:lnTo>
                  <a:pt x="30882" y="60647"/>
                </a:lnTo>
                <a:cubicBezTo>
                  <a:pt x="30529" y="56765"/>
                  <a:pt x="30353" y="52725"/>
                  <a:pt x="30353" y="48529"/>
                </a:cubicBezTo>
                <a:lnTo>
                  <a:pt x="30353" y="48529"/>
                </a:lnTo>
                <a:cubicBezTo>
                  <a:pt x="30353" y="44373"/>
                  <a:pt x="30529" y="40333"/>
                  <a:pt x="30882" y="36412"/>
                </a:cubicBezTo>
                <a:lnTo>
                  <a:pt x="30882" y="36412"/>
                </a:lnTo>
                <a:lnTo>
                  <a:pt x="66176" y="36412"/>
                </a:lnTo>
                <a:cubicBezTo>
                  <a:pt x="66529" y="40333"/>
                  <a:pt x="66706" y="44373"/>
                  <a:pt x="66706" y="48529"/>
                </a:cubicBezTo>
                <a:lnTo>
                  <a:pt x="66706" y="48529"/>
                </a:lnTo>
                <a:moveTo>
                  <a:pt x="72235" y="36412"/>
                </a:moveTo>
                <a:lnTo>
                  <a:pt x="72235" y="36412"/>
                </a:lnTo>
                <a:lnTo>
                  <a:pt x="95529" y="36412"/>
                </a:lnTo>
                <a:cubicBezTo>
                  <a:pt x="96549" y="40333"/>
                  <a:pt x="97059" y="44373"/>
                  <a:pt x="97059" y="48529"/>
                </a:cubicBezTo>
                <a:lnTo>
                  <a:pt x="97059" y="48529"/>
                </a:lnTo>
                <a:cubicBezTo>
                  <a:pt x="97059" y="52725"/>
                  <a:pt x="96549" y="56765"/>
                  <a:pt x="95529" y="60647"/>
                </a:cubicBezTo>
                <a:lnTo>
                  <a:pt x="95529" y="60647"/>
                </a:lnTo>
                <a:lnTo>
                  <a:pt x="72235" y="60647"/>
                </a:lnTo>
                <a:cubicBezTo>
                  <a:pt x="72627" y="56765"/>
                  <a:pt x="72824" y="52725"/>
                  <a:pt x="72824" y="48529"/>
                </a:cubicBezTo>
                <a:lnTo>
                  <a:pt x="72824" y="48529"/>
                </a:lnTo>
                <a:cubicBezTo>
                  <a:pt x="72824" y="44373"/>
                  <a:pt x="72627" y="40333"/>
                  <a:pt x="72235" y="36412"/>
                </a:cubicBezTo>
                <a:lnTo>
                  <a:pt x="72235" y="36412"/>
                </a:lnTo>
                <a:moveTo>
                  <a:pt x="93471" y="30353"/>
                </a:moveTo>
                <a:lnTo>
                  <a:pt x="93471" y="30353"/>
                </a:lnTo>
                <a:lnTo>
                  <a:pt x="71471" y="30353"/>
                </a:lnTo>
                <a:cubicBezTo>
                  <a:pt x="69431" y="17961"/>
                  <a:pt x="65882" y="8353"/>
                  <a:pt x="60824" y="1529"/>
                </a:cubicBezTo>
                <a:lnTo>
                  <a:pt x="60824" y="1529"/>
                </a:lnTo>
                <a:cubicBezTo>
                  <a:pt x="68431" y="3686"/>
                  <a:pt x="75078" y="7216"/>
                  <a:pt x="80765" y="12118"/>
                </a:cubicBezTo>
                <a:lnTo>
                  <a:pt x="80765" y="12118"/>
                </a:lnTo>
                <a:cubicBezTo>
                  <a:pt x="86333" y="17176"/>
                  <a:pt x="90569" y="23255"/>
                  <a:pt x="93471" y="30353"/>
                </a:cubicBezTo>
                <a:lnTo>
                  <a:pt x="93471" y="30353"/>
                </a:lnTo>
                <a:moveTo>
                  <a:pt x="65235" y="30353"/>
                </a:moveTo>
                <a:lnTo>
                  <a:pt x="65235" y="30353"/>
                </a:lnTo>
                <a:lnTo>
                  <a:pt x="31824" y="30353"/>
                </a:lnTo>
                <a:cubicBezTo>
                  <a:pt x="32961" y="23412"/>
                  <a:pt x="34667" y="17412"/>
                  <a:pt x="36941" y="12353"/>
                </a:cubicBezTo>
                <a:lnTo>
                  <a:pt x="36941" y="12353"/>
                </a:lnTo>
                <a:cubicBezTo>
                  <a:pt x="38980" y="7922"/>
                  <a:pt x="41078" y="4686"/>
                  <a:pt x="43235" y="2647"/>
                </a:cubicBezTo>
                <a:lnTo>
                  <a:pt x="43235" y="2647"/>
                </a:lnTo>
                <a:cubicBezTo>
                  <a:pt x="45392" y="765"/>
                  <a:pt x="47157" y="-118"/>
                  <a:pt x="48529" y="0"/>
                </a:cubicBezTo>
                <a:lnTo>
                  <a:pt x="48529" y="0"/>
                </a:lnTo>
                <a:cubicBezTo>
                  <a:pt x="49902" y="-118"/>
                  <a:pt x="51667" y="765"/>
                  <a:pt x="53824" y="2647"/>
                </a:cubicBezTo>
                <a:lnTo>
                  <a:pt x="53824" y="2647"/>
                </a:lnTo>
                <a:cubicBezTo>
                  <a:pt x="55980" y="4686"/>
                  <a:pt x="58078" y="7922"/>
                  <a:pt x="60118" y="12353"/>
                </a:cubicBezTo>
                <a:lnTo>
                  <a:pt x="60118" y="12353"/>
                </a:lnTo>
                <a:cubicBezTo>
                  <a:pt x="62392" y="17412"/>
                  <a:pt x="64098" y="23412"/>
                  <a:pt x="65235" y="30353"/>
                </a:cubicBezTo>
                <a:lnTo>
                  <a:pt x="65235" y="30353"/>
                </a:lnTo>
                <a:moveTo>
                  <a:pt x="25588" y="30353"/>
                </a:moveTo>
                <a:lnTo>
                  <a:pt x="25588" y="30353"/>
                </a:lnTo>
                <a:lnTo>
                  <a:pt x="3588" y="30353"/>
                </a:lnTo>
                <a:cubicBezTo>
                  <a:pt x="6490" y="23255"/>
                  <a:pt x="10725" y="17176"/>
                  <a:pt x="16294" y="12118"/>
                </a:cubicBezTo>
                <a:lnTo>
                  <a:pt x="16294" y="12118"/>
                </a:lnTo>
                <a:cubicBezTo>
                  <a:pt x="21980" y="7216"/>
                  <a:pt x="28627" y="3686"/>
                  <a:pt x="36235" y="1529"/>
                </a:cubicBezTo>
                <a:lnTo>
                  <a:pt x="36235" y="1529"/>
                </a:lnTo>
                <a:cubicBezTo>
                  <a:pt x="31176" y="8353"/>
                  <a:pt x="27627" y="17961"/>
                  <a:pt x="25588" y="30353"/>
                </a:cubicBezTo>
                <a:lnTo>
                  <a:pt x="25588" y="30353"/>
                </a:lnTo>
                <a:moveTo>
                  <a:pt x="1529" y="36412"/>
                </a:moveTo>
                <a:lnTo>
                  <a:pt x="1529" y="36412"/>
                </a:lnTo>
                <a:lnTo>
                  <a:pt x="24824" y="36412"/>
                </a:lnTo>
                <a:cubicBezTo>
                  <a:pt x="24471" y="40333"/>
                  <a:pt x="24294" y="44373"/>
                  <a:pt x="24294" y="48529"/>
                </a:cubicBezTo>
                <a:lnTo>
                  <a:pt x="24294" y="48529"/>
                </a:lnTo>
                <a:cubicBezTo>
                  <a:pt x="24294" y="52725"/>
                  <a:pt x="24471" y="56765"/>
                  <a:pt x="24824" y="60647"/>
                </a:cubicBezTo>
                <a:lnTo>
                  <a:pt x="24824" y="60647"/>
                </a:lnTo>
                <a:lnTo>
                  <a:pt x="1529" y="60647"/>
                </a:lnTo>
                <a:cubicBezTo>
                  <a:pt x="510" y="56765"/>
                  <a:pt x="0" y="52725"/>
                  <a:pt x="0" y="48529"/>
                </a:cubicBezTo>
                <a:lnTo>
                  <a:pt x="0" y="48529"/>
                </a:lnTo>
                <a:cubicBezTo>
                  <a:pt x="0" y="44373"/>
                  <a:pt x="510" y="40333"/>
                  <a:pt x="1529" y="36412"/>
                </a:cubicBezTo>
                <a:lnTo>
                  <a:pt x="1529" y="36412"/>
                </a:lnTo>
                <a:moveTo>
                  <a:pt x="36941" y="84765"/>
                </a:moveTo>
                <a:lnTo>
                  <a:pt x="36941" y="84765"/>
                </a:lnTo>
                <a:cubicBezTo>
                  <a:pt x="34667" y="79706"/>
                  <a:pt x="32961" y="73706"/>
                  <a:pt x="31824" y="66765"/>
                </a:cubicBezTo>
                <a:lnTo>
                  <a:pt x="31824" y="66765"/>
                </a:lnTo>
                <a:lnTo>
                  <a:pt x="65235" y="66765"/>
                </a:lnTo>
                <a:cubicBezTo>
                  <a:pt x="64098" y="73706"/>
                  <a:pt x="62392" y="79706"/>
                  <a:pt x="60118" y="84765"/>
                </a:cubicBezTo>
                <a:lnTo>
                  <a:pt x="60118" y="84765"/>
                </a:lnTo>
                <a:cubicBezTo>
                  <a:pt x="58078" y="89196"/>
                  <a:pt x="55980" y="92412"/>
                  <a:pt x="53824" y="94412"/>
                </a:cubicBezTo>
                <a:lnTo>
                  <a:pt x="53824" y="94412"/>
                </a:lnTo>
                <a:cubicBezTo>
                  <a:pt x="51667" y="96294"/>
                  <a:pt x="49902" y="97176"/>
                  <a:pt x="48529" y="97059"/>
                </a:cubicBezTo>
                <a:lnTo>
                  <a:pt x="48529" y="97059"/>
                </a:lnTo>
                <a:cubicBezTo>
                  <a:pt x="47157" y="97176"/>
                  <a:pt x="45392" y="96294"/>
                  <a:pt x="43235" y="94412"/>
                </a:cubicBezTo>
                <a:lnTo>
                  <a:pt x="43235" y="94412"/>
                </a:lnTo>
                <a:cubicBezTo>
                  <a:pt x="41078" y="92412"/>
                  <a:pt x="38980" y="89196"/>
                  <a:pt x="36941" y="84765"/>
                </a:cubicBezTo>
                <a:lnTo>
                  <a:pt x="36941" y="84765"/>
                </a:lnTo>
                <a:moveTo>
                  <a:pt x="25588" y="66765"/>
                </a:moveTo>
                <a:lnTo>
                  <a:pt x="25588" y="66765"/>
                </a:lnTo>
                <a:cubicBezTo>
                  <a:pt x="27627" y="79118"/>
                  <a:pt x="31176" y="88706"/>
                  <a:pt x="36235" y="95529"/>
                </a:cubicBezTo>
                <a:lnTo>
                  <a:pt x="36235" y="95529"/>
                </a:lnTo>
                <a:cubicBezTo>
                  <a:pt x="28627" y="93412"/>
                  <a:pt x="21980" y="89882"/>
                  <a:pt x="16294" y="84941"/>
                </a:cubicBezTo>
                <a:lnTo>
                  <a:pt x="16294" y="84941"/>
                </a:lnTo>
                <a:cubicBezTo>
                  <a:pt x="10725" y="79882"/>
                  <a:pt x="6490" y="73824"/>
                  <a:pt x="3588" y="66765"/>
                </a:cubicBezTo>
                <a:lnTo>
                  <a:pt x="3588" y="66765"/>
                </a:lnTo>
                <a:lnTo>
                  <a:pt x="25588" y="66765"/>
                </a:lnTo>
                <a:moveTo>
                  <a:pt x="93471" y="66765"/>
                </a:moveTo>
                <a:lnTo>
                  <a:pt x="93471" y="66765"/>
                </a:lnTo>
                <a:cubicBezTo>
                  <a:pt x="90569" y="73824"/>
                  <a:pt x="86333" y="79882"/>
                  <a:pt x="80765" y="84941"/>
                </a:cubicBezTo>
                <a:lnTo>
                  <a:pt x="80765" y="84941"/>
                </a:lnTo>
                <a:lnTo>
                  <a:pt x="80765" y="84941"/>
                </a:lnTo>
                <a:cubicBezTo>
                  <a:pt x="75078" y="89882"/>
                  <a:pt x="68510" y="93412"/>
                  <a:pt x="61059" y="95529"/>
                </a:cubicBezTo>
                <a:lnTo>
                  <a:pt x="61059" y="95529"/>
                </a:lnTo>
                <a:cubicBezTo>
                  <a:pt x="65961" y="88706"/>
                  <a:pt x="69431" y="79118"/>
                  <a:pt x="71471" y="66765"/>
                </a:cubicBezTo>
                <a:lnTo>
                  <a:pt x="71471" y="66765"/>
                </a:lnTo>
                <a:lnTo>
                  <a:pt x="93471" y="66765"/>
                </a:lnTo>
              </a:path>
            </a:pathLst>
          </a:custGeom>
          <a:solidFill>
            <a:srgbClr val="93C5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el-1792653967234-9"/>
          <p:cNvSpPr/>
          <p:nvPr/>
        </p:nvSpPr>
        <p:spPr>
          <a:xfrm>
            <a:off x="400050" y="3854053"/>
            <a:ext cx="8343900" cy="357188"/>
          </a:xfrm>
          <a:prstGeom prst="roundRect">
            <a:avLst>
              <a:gd name="adj" fmla="val 26667"/>
            </a:avLst>
          </a:prstGeom>
          <a:solidFill>
            <a:srgbClr val="F3F6FA"/>
          </a:solidFill>
          <a:ln w="7144" algn="in">
            <a:solidFill>
              <a:srgbClr val="E5E9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el-1792653967445-50"/>
          <p:cNvPicPr/>
          <p:nvPr/>
        </p:nvPicPr>
        <p:blipFill>
          <a:blip r:embed="rId3"/>
          <a:stretch>
            <a:fillRect/>
          </a:stretch>
        </p:blipFill>
        <p:spPr>
          <a:xfrm>
            <a:off x="2919383" y="3950494"/>
            <a:ext cx="135731" cy="164306"/>
          </a:xfrm>
          <a:prstGeom prst="rect">
            <a:avLst/>
          </a:prstGeom>
          <a:ln>
            <a:noFill/>
          </a:ln>
        </p:spPr>
      </p:pic>
      <p:sp>
        <p:nvSpPr>
          <p:cNvPr id="36" name="el-1792653967446-51"/>
          <p:cNvSpPr/>
          <p:nvPr/>
        </p:nvSpPr>
        <p:spPr>
          <a:xfrm>
            <a:off x="6067366" y="3971581"/>
            <a:ext cx="142875" cy="12213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400" y="58077"/>
                </a:moveTo>
                <a:lnTo>
                  <a:pt x="9400" y="58077"/>
                </a:lnTo>
                <a:lnTo>
                  <a:pt x="44533" y="96154"/>
                </a:lnTo>
                <a:cubicBezTo>
                  <a:pt x="46089" y="97795"/>
                  <a:pt x="47911" y="98615"/>
                  <a:pt x="50000" y="98615"/>
                </a:cubicBezTo>
                <a:lnTo>
                  <a:pt x="50000" y="98615"/>
                </a:lnTo>
                <a:cubicBezTo>
                  <a:pt x="52089" y="98615"/>
                  <a:pt x="53911" y="97795"/>
                  <a:pt x="55467" y="96154"/>
                </a:cubicBezTo>
                <a:lnTo>
                  <a:pt x="55467" y="96154"/>
                </a:lnTo>
                <a:lnTo>
                  <a:pt x="90600" y="58077"/>
                </a:lnTo>
                <a:cubicBezTo>
                  <a:pt x="96733" y="51462"/>
                  <a:pt x="99867" y="43282"/>
                  <a:pt x="100000" y="33538"/>
                </a:cubicBezTo>
                <a:lnTo>
                  <a:pt x="100000" y="33538"/>
                </a:lnTo>
                <a:lnTo>
                  <a:pt x="100000" y="32154"/>
                </a:lnTo>
                <a:cubicBezTo>
                  <a:pt x="99867" y="24051"/>
                  <a:pt x="97644" y="17128"/>
                  <a:pt x="93333" y="11385"/>
                </a:cubicBezTo>
                <a:lnTo>
                  <a:pt x="93333" y="11385"/>
                </a:lnTo>
                <a:cubicBezTo>
                  <a:pt x="89067" y="5538"/>
                  <a:pt x="83533" y="1872"/>
                  <a:pt x="76733" y="385"/>
                </a:cubicBezTo>
                <a:lnTo>
                  <a:pt x="76733" y="385"/>
                </a:lnTo>
                <a:cubicBezTo>
                  <a:pt x="72200" y="-385"/>
                  <a:pt x="67778" y="0"/>
                  <a:pt x="63467" y="1538"/>
                </a:cubicBezTo>
                <a:lnTo>
                  <a:pt x="63467" y="1538"/>
                </a:lnTo>
                <a:cubicBezTo>
                  <a:pt x="59289" y="3026"/>
                  <a:pt x="55578" y="5641"/>
                  <a:pt x="52333" y="9385"/>
                </a:cubicBezTo>
                <a:lnTo>
                  <a:pt x="52333" y="9385"/>
                </a:lnTo>
                <a:lnTo>
                  <a:pt x="50000" y="12077"/>
                </a:lnTo>
                <a:lnTo>
                  <a:pt x="47667" y="9385"/>
                </a:lnTo>
                <a:cubicBezTo>
                  <a:pt x="44422" y="5641"/>
                  <a:pt x="40711" y="3026"/>
                  <a:pt x="36533" y="1538"/>
                </a:cubicBezTo>
                <a:lnTo>
                  <a:pt x="36533" y="1538"/>
                </a:lnTo>
                <a:cubicBezTo>
                  <a:pt x="32222" y="0"/>
                  <a:pt x="27800" y="-385"/>
                  <a:pt x="23267" y="385"/>
                </a:cubicBezTo>
                <a:lnTo>
                  <a:pt x="23267" y="385"/>
                </a:lnTo>
                <a:cubicBezTo>
                  <a:pt x="16467" y="1872"/>
                  <a:pt x="10933" y="5538"/>
                  <a:pt x="6667" y="11385"/>
                </a:cubicBezTo>
                <a:lnTo>
                  <a:pt x="6667" y="11385"/>
                </a:lnTo>
                <a:cubicBezTo>
                  <a:pt x="2356" y="17128"/>
                  <a:pt x="133" y="24051"/>
                  <a:pt x="0" y="32154"/>
                </a:cubicBezTo>
                <a:lnTo>
                  <a:pt x="0" y="32154"/>
                </a:lnTo>
                <a:lnTo>
                  <a:pt x="0" y="33538"/>
                </a:lnTo>
                <a:cubicBezTo>
                  <a:pt x="133" y="43282"/>
                  <a:pt x="3267" y="51462"/>
                  <a:pt x="9400" y="58077"/>
                </a:cubicBezTo>
                <a:lnTo>
                  <a:pt x="9400" y="58077"/>
                </a:lnTo>
              </a:path>
            </a:pathLst>
          </a:custGeom>
          <a:solidFill>
            <a:srgbClr val="F87171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37" name="el-1792653967225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5E9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l-1792653967440-49"/>
          <p:cNvSpPr/>
          <p:nvPr/>
        </p:nvSpPr>
        <p:spPr>
          <a:xfrm>
            <a:off x="400050" y="4925616"/>
            <a:ext cx="100013" cy="1000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5000" y="40909"/>
                </a:moveTo>
                <a:lnTo>
                  <a:pt x="75000" y="40909"/>
                </a:lnTo>
                <a:cubicBezTo>
                  <a:pt x="80818" y="40788"/>
                  <a:pt x="85636" y="38788"/>
                  <a:pt x="89455" y="34909"/>
                </a:cubicBezTo>
                <a:lnTo>
                  <a:pt x="89455" y="34909"/>
                </a:lnTo>
                <a:lnTo>
                  <a:pt x="89455" y="34909"/>
                </a:lnTo>
                <a:cubicBezTo>
                  <a:pt x="93333" y="31091"/>
                  <a:pt x="95333" y="26273"/>
                  <a:pt x="95455" y="20455"/>
                </a:cubicBezTo>
                <a:lnTo>
                  <a:pt x="95455" y="20455"/>
                </a:lnTo>
                <a:cubicBezTo>
                  <a:pt x="95333" y="14636"/>
                  <a:pt x="93333" y="9818"/>
                  <a:pt x="89455" y="6000"/>
                </a:cubicBezTo>
                <a:lnTo>
                  <a:pt x="89455" y="6000"/>
                </a:lnTo>
                <a:cubicBezTo>
                  <a:pt x="85636" y="2121"/>
                  <a:pt x="80818" y="121"/>
                  <a:pt x="75000" y="0"/>
                </a:cubicBezTo>
                <a:lnTo>
                  <a:pt x="75000" y="0"/>
                </a:lnTo>
                <a:cubicBezTo>
                  <a:pt x="69182" y="121"/>
                  <a:pt x="64364" y="2121"/>
                  <a:pt x="60545" y="6000"/>
                </a:cubicBezTo>
                <a:lnTo>
                  <a:pt x="60545" y="6000"/>
                </a:lnTo>
                <a:cubicBezTo>
                  <a:pt x="56667" y="9818"/>
                  <a:pt x="54667" y="14636"/>
                  <a:pt x="54545" y="20455"/>
                </a:cubicBezTo>
                <a:lnTo>
                  <a:pt x="54545" y="20455"/>
                </a:lnTo>
                <a:cubicBezTo>
                  <a:pt x="54545" y="21303"/>
                  <a:pt x="54606" y="22152"/>
                  <a:pt x="54727" y="23000"/>
                </a:cubicBezTo>
                <a:lnTo>
                  <a:pt x="54727" y="23000"/>
                </a:lnTo>
                <a:lnTo>
                  <a:pt x="34727" y="33000"/>
                </a:lnTo>
                <a:cubicBezTo>
                  <a:pt x="30909" y="29303"/>
                  <a:pt x="26152" y="27394"/>
                  <a:pt x="20455" y="27273"/>
                </a:cubicBezTo>
                <a:lnTo>
                  <a:pt x="20455" y="27273"/>
                </a:lnTo>
                <a:cubicBezTo>
                  <a:pt x="14636" y="27394"/>
                  <a:pt x="9818" y="29394"/>
                  <a:pt x="6000" y="33273"/>
                </a:cubicBezTo>
                <a:lnTo>
                  <a:pt x="6000" y="33273"/>
                </a:lnTo>
                <a:cubicBezTo>
                  <a:pt x="2121" y="37091"/>
                  <a:pt x="121" y="41909"/>
                  <a:pt x="0" y="47727"/>
                </a:cubicBezTo>
                <a:lnTo>
                  <a:pt x="0" y="47727"/>
                </a:lnTo>
                <a:cubicBezTo>
                  <a:pt x="121" y="53545"/>
                  <a:pt x="2121" y="58364"/>
                  <a:pt x="6000" y="62182"/>
                </a:cubicBezTo>
                <a:lnTo>
                  <a:pt x="6000" y="62182"/>
                </a:lnTo>
                <a:cubicBezTo>
                  <a:pt x="9818" y="66061"/>
                  <a:pt x="14636" y="68061"/>
                  <a:pt x="20455" y="68182"/>
                </a:cubicBezTo>
                <a:lnTo>
                  <a:pt x="20455" y="68182"/>
                </a:lnTo>
                <a:cubicBezTo>
                  <a:pt x="26152" y="68061"/>
                  <a:pt x="30909" y="66152"/>
                  <a:pt x="34727" y="62455"/>
                </a:cubicBezTo>
                <a:lnTo>
                  <a:pt x="34727" y="62455"/>
                </a:lnTo>
                <a:lnTo>
                  <a:pt x="54727" y="72455"/>
                </a:lnTo>
                <a:cubicBezTo>
                  <a:pt x="54606" y="73303"/>
                  <a:pt x="54545" y="74152"/>
                  <a:pt x="54545" y="75000"/>
                </a:cubicBezTo>
                <a:lnTo>
                  <a:pt x="54545" y="75000"/>
                </a:lnTo>
                <a:cubicBezTo>
                  <a:pt x="54667" y="80818"/>
                  <a:pt x="56667" y="85636"/>
                  <a:pt x="60545" y="89455"/>
                </a:cubicBezTo>
                <a:lnTo>
                  <a:pt x="60545" y="89455"/>
                </a:lnTo>
                <a:cubicBezTo>
                  <a:pt x="64364" y="93333"/>
                  <a:pt x="69182" y="95333"/>
                  <a:pt x="75000" y="95455"/>
                </a:cubicBezTo>
                <a:lnTo>
                  <a:pt x="75000" y="95455"/>
                </a:lnTo>
                <a:cubicBezTo>
                  <a:pt x="80818" y="95333"/>
                  <a:pt x="85636" y="93333"/>
                  <a:pt x="89455" y="89455"/>
                </a:cubicBezTo>
                <a:lnTo>
                  <a:pt x="89455" y="89455"/>
                </a:lnTo>
                <a:cubicBezTo>
                  <a:pt x="93333" y="85636"/>
                  <a:pt x="95333" y="80818"/>
                  <a:pt x="95455" y="75000"/>
                </a:cubicBezTo>
                <a:lnTo>
                  <a:pt x="95455" y="75000"/>
                </a:lnTo>
                <a:cubicBezTo>
                  <a:pt x="95333" y="69182"/>
                  <a:pt x="93333" y="64364"/>
                  <a:pt x="89455" y="60545"/>
                </a:cubicBezTo>
                <a:lnTo>
                  <a:pt x="89455" y="60545"/>
                </a:lnTo>
                <a:cubicBezTo>
                  <a:pt x="85636" y="56667"/>
                  <a:pt x="80818" y="54667"/>
                  <a:pt x="75000" y="54545"/>
                </a:cubicBezTo>
                <a:lnTo>
                  <a:pt x="75000" y="54545"/>
                </a:lnTo>
                <a:cubicBezTo>
                  <a:pt x="69303" y="54667"/>
                  <a:pt x="64545" y="56576"/>
                  <a:pt x="60727" y="60273"/>
                </a:cubicBezTo>
                <a:lnTo>
                  <a:pt x="60727" y="60273"/>
                </a:lnTo>
                <a:lnTo>
                  <a:pt x="40727" y="50273"/>
                </a:lnTo>
                <a:cubicBezTo>
                  <a:pt x="40848" y="49424"/>
                  <a:pt x="40909" y="48576"/>
                  <a:pt x="40909" y="47727"/>
                </a:cubicBezTo>
                <a:lnTo>
                  <a:pt x="40909" y="47727"/>
                </a:lnTo>
                <a:cubicBezTo>
                  <a:pt x="40909" y="46879"/>
                  <a:pt x="40848" y="46030"/>
                  <a:pt x="40727" y="45182"/>
                </a:cubicBezTo>
                <a:lnTo>
                  <a:pt x="40727" y="45182"/>
                </a:lnTo>
                <a:lnTo>
                  <a:pt x="60727" y="35182"/>
                </a:lnTo>
                <a:cubicBezTo>
                  <a:pt x="64545" y="38879"/>
                  <a:pt x="69303" y="40788"/>
                  <a:pt x="75000" y="40909"/>
                </a:cubicBezTo>
                <a:lnTo>
                  <a:pt x="75000" y="40909"/>
                </a:lnTo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el-1792653967242-11"/>
          <p:cNvSpPr txBox="1"/>
          <p:nvPr/>
        </p:nvSpPr>
        <p:spPr>
          <a:xfrm>
            <a:off x="757238" y="139303"/>
            <a:ext cx="1797367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影响力与推广价值</a:t>
            </a:r>
            <a:endParaRPr/>
          </a:p>
        </p:txBody>
      </p:sp>
      <p:sp>
        <p:nvSpPr>
          <p:cNvPr id="40" name="el-1792653967227-5"/>
          <p:cNvSpPr txBox="1"/>
          <p:nvPr/>
        </p:nvSpPr>
        <p:spPr>
          <a:xfrm>
            <a:off x="8106370" y="185023"/>
            <a:ext cx="70758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30373"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开源共享</a:t>
            </a:r>
            <a:endParaRPr/>
          </a:p>
        </p:txBody>
      </p:sp>
      <p:sp>
        <p:nvSpPr>
          <p:cNvPr id="41" name="el-1792653967266-29"/>
          <p:cNvSpPr txBox="1"/>
          <p:nvPr/>
        </p:nvSpPr>
        <p:spPr>
          <a:xfrm>
            <a:off x="550069" y="1818084"/>
            <a:ext cx="1808797" cy="2171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零成本</a:t>
            </a:r>
            <a:endParaRPr/>
          </a:p>
        </p:txBody>
      </p:sp>
      <p:sp>
        <p:nvSpPr>
          <p:cNvPr id="42" name="el-1792653967263-25"/>
          <p:cNvSpPr txBox="1"/>
          <p:nvPr/>
        </p:nvSpPr>
        <p:spPr>
          <a:xfrm>
            <a:off x="550069" y="2120979"/>
            <a:ext cx="1678781" cy="582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DeepSeek、豆包</a:t>
            </a:r>
            <a:r>
              <a:rPr lang="zh-CN" altLang="en-US" sz="950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等大模型</a:t>
            </a:r>
            <a:r>
              <a:rPr sz="95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免费，</a:t>
            </a:r>
            <a:r>
              <a:rPr sz="95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GeoGebra</a:t>
            </a:r>
            <a:r>
              <a:rPr sz="950" b="1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 / Vue / Tailwind</a:t>
            </a:r>
            <a:r>
              <a:rPr sz="9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5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全部开源</a:t>
            </a:r>
            <a:endParaRPr dirty="0"/>
          </a:p>
        </p:txBody>
      </p:sp>
      <p:sp>
        <p:nvSpPr>
          <p:cNvPr id="43" name="el-1792653967266-30"/>
          <p:cNvSpPr txBox="1"/>
          <p:nvPr/>
        </p:nvSpPr>
        <p:spPr>
          <a:xfrm>
            <a:off x="2671763" y="1818084"/>
            <a:ext cx="1808797" cy="2171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零门槛</a:t>
            </a:r>
            <a:endParaRPr/>
          </a:p>
        </p:txBody>
      </p:sp>
      <p:sp>
        <p:nvSpPr>
          <p:cNvPr id="44" name="el-1792653967264-26"/>
          <p:cNvSpPr txBox="1"/>
          <p:nvPr/>
        </p:nvSpPr>
        <p:spPr>
          <a:xfrm>
            <a:off x="2671763" y="2120979"/>
            <a:ext cx="1678781" cy="388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双击即用</a:t>
            </a:r>
            <a:r>
              <a:rPr sz="95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，无需安装任何依赖环境</a:t>
            </a:r>
            <a:endParaRPr dirty="0"/>
          </a:p>
        </p:txBody>
      </p:sp>
      <p:sp>
        <p:nvSpPr>
          <p:cNvPr id="45" name="el-1792653967266-31"/>
          <p:cNvSpPr txBox="1"/>
          <p:nvPr/>
        </p:nvSpPr>
        <p:spPr>
          <a:xfrm>
            <a:off x="4793456" y="1818084"/>
            <a:ext cx="1808797" cy="2171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 spc="56" dirty="0" err="1">
                <a:solidFill>
                  <a:srgbClr val="0B1F3A"/>
                </a:solidFill>
                <a:latin typeface="SimHei"/>
                <a:ea typeface="SimHei"/>
                <a:cs typeface="SimHei"/>
              </a:rPr>
              <a:t>可复现</a:t>
            </a:r>
            <a:endParaRPr dirty="0"/>
          </a:p>
        </p:txBody>
      </p:sp>
      <p:sp>
        <p:nvSpPr>
          <p:cNvPr id="46" name="el-1792653967265-27"/>
          <p:cNvSpPr txBox="1"/>
          <p:nvPr/>
        </p:nvSpPr>
        <p:spPr>
          <a:xfrm>
            <a:off x="4793456" y="2120979"/>
            <a:ext cx="1678781" cy="388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 b="1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GitHub </a:t>
            </a:r>
            <a:r>
              <a:rPr sz="95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开源</a:t>
            </a:r>
            <a:r>
              <a:rPr sz="95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，任何教师可自由下载使用</a:t>
            </a:r>
            <a:endParaRPr dirty="0"/>
          </a:p>
        </p:txBody>
      </p:sp>
      <p:sp>
        <p:nvSpPr>
          <p:cNvPr id="47" name="el-1792653967267-32"/>
          <p:cNvSpPr txBox="1"/>
          <p:nvPr/>
        </p:nvSpPr>
        <p:spPr>
          <a:xfrm>
            <a:off x="6915150" y="1818084"/>
            <a:ext cx="1808797" cy="2171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 spc="56">
                <a:solidFill>
                  <a:srgbClr val="0B1F3A"/>
                </a:solidFill>
                <a:latin typeface="SimHei"/>
                <a:ea typeface="SimHei"/>
                <a:cs typeface="SimHei"/>
              </a:rPr>
              <a:t>跨平台</a:t>
            </a:r>
            <a:endParaRPr/>
          </a:p>
        </p:txBody>
      </p:sp>
      <p:sp>
        <p:nvSpPr>
          <p:cNvPr id="48" name="el-1792653967265-28"/>
          <p:cNvSpPr txBox="1"/>
          <p:nvPr/>
        </p:nvSpPr>
        <p:spPr>
          <a:xfrm>
            <a:off x="6915150" y="2120979"/>
            <a:ext cx="1678781" cy="388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20"/>
              </a:lnSpc>
            </a:pPr>
            <a:r>
              <a:rPr sz="95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浏览器即可运行</a:t>
            </a:r>
            <a:r>
              <a:rPr sz="95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，多端设备全面兼容</a:t>
            </a:r>
            <a:endParaRPr dirty="0"/>
          </a:p>
        </p:txBody>
      </p:sp>
      <p:sp>
        <p:nvSpPr>
          <p:cNvPr id="49" name="el-1792653967257-24"/>
          <p:cNvSpPr txBox="1"/>
          <p:nvPr/>
        </p:nvSpPr>
        <p:spPr>
          <a:xfrm>
            <a:off x="850106" y="3273981"/>
            <a:ext cx="768667" cy="1257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56">
                <a:solidFill>
                  <a:srgbClr val="F1F5F9"/>
                </a:solidFill>
                <a:latin typeface="SimHei"/>
                <a:ea typeface="SimHei"/>
                <a:cs typeface="SimHei"/>
              </a:rPr>
              <a:t>跨平台运行</a:t>
            </a:r>
            <a:endParaRPr/>
          </a:p>
        </p:txBody>
      </p:sp>
      <p:sp>
        <p:nvSpPr>
          <p:cNvPr id="50" name="el-1792653967286-37"/>
          <p:cNvSpPr txBox="1"/>
          <p:nvPr/>
        </p:nvSpPr>
        <p:spPr>
          <a:xfrm>
            <a:off x="2121694" y="3265408"/>
            <a:ext cx="867180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28" dirty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Windows</a:t>
            </a:r>
            <a:endParaRPr dirty="0"/>
          </a:p>
        </p:txBody>
      </p:sp>
      <p:sp>
        <p:nvSpPr>
          <p:cNvPr id="51" name="el-1792653967286-38"/>
          <p:cNvSpPr txBox="1"/>
          <p:nvPr/>
        </p:nvSpPr>
        <p:spPr>
          <a:xfrm>
            <a:off x="3833961" y="3265408"/>
            <a:ext cx="432625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28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Mac</a:t>
            </a:r>
            <a:endParaRPr/>
          </a:p>
        </p:txBody>
      </p:sp>
      <p:sp>
        <p:nvSpPr>
          <p:cNvPr id="52" name="el-1792653967286-39"/>
          <p:cNvSpPr txBox="1"/>
          <p:nvPr/>
        </p:nvSpPr>
        <p:spPr>
          <a:xfrm>
            <a:off x="5257979" y="3265408"/>
            <a:ext cx="568642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28" dirty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Linux</a:t>
            </a:r>
            <a:endParaRPr dirty="0"/>
          </a:p>
        </p:txBody>
      </p:sp>
      <p:sp>
        <p:nvSpPr>
          <p:cNvPr id="53" name="el-1792653967287-40"/>
          <p:cNvSpPr txBox="1"/>
          <p:nvPr/>
        </p:nvSpPr>
        <p:spPr>
          <a:xfrm>
            <a:off x="6744861" y="3265408"/>
            <a:ext cx="315754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28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平板</a:t>
            </a:r>
            <a:endParaRPr/>
          </a:p>
        </p:txBody>
      </p:sp>
      <p:sp>
        <p:nvSpPr>
          <p:cNvPr id="54" name="el-1792653967289-41"/>
          <p:cNvSpPr txBox="1"/>
          <p:nvPr/>
        </p:nvSpPr>
        <p:spPr>
          <a:xfrm>
            <a:off x="8161734" y="3265408"/>
            <a:ext cx="433626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28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浏览器</a:t>
            </a:r>
            <a:endParaRPr/>
          </a:p>
        </p:txBody>
      </p:sp>
      <p:sp>
        <p:nvSpPr>
          <p:cNvPr id="55" name="el-1792653967242-12"/>
          <p:cNvSpPr txBox="1"/>
          <p:nvPr/>
        </p:nvSpPr>
        <p:spPr>
          <a:xfrm>
            <a:off x="3140839" y="3946922"/>
            <a:ext cx="349259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全程 </a:t>
            </a:r>
            <a:r>
              <a:rPr sz="88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　　　　　　　　</a:t>
            </a:r>
            <a:r>
              <a:rPr sz="101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· 教育公益 · 普惠每一间教室</a:t>
            </a:r>
            <a:endParaRPr/>
          </a:p>
        </p:txBody>
      </p:sp>
      <p:sp>
        <p:nvSpPr>
          <p:cNvPr id="56" name="el-1792653967244-14"/>
          <p:cNvSpPr/>
          <p:nvPr/>
        </p:nvSpPr>
        <p:spPr>
          <a:xfrm>
            <a:off x="3436144" y="3946922"/>
            <a:ext cx="902613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el-1792653967244-14__text"/>
          <p:cNvSpPr txBox="1"/>
          <p:nvPr/>
        </p:nvSpPr>
        <p:spPr>
          <a:xfrm>
            <a:off x="3436144" y="3946922"/>
            <a:ext cx="90261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 b="1" spc="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GitHub </a:t>
            </a:r>
            <a:r>
              <a:rPr sz="1010" b="1" spc="0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开源</a:t>
            </a:r>
            <a:endParaRPr dirty="0"/>
          </a:p>
        </p:txBody>
      </p:sp>
      <p:sp>
        <p:nvSpPr>
          <p:cNvPr id="58" name="el-1792653967243-13"/>
          <p:cNvSpPr txBox="1"/>
          <p:nvPr/>
        </p:nvSpPr>
        <p:spPr>
          <a:xfrm>
            <a:off x="585788" y="4907042"/>
            <a:ext cx="165761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GGB-AI 推广价值 · 普惠教育</a:t>
            </a:r>
            <a:endParaRPr/>
          </a:p>
        </p:txBody>
      </p:sp>
      <p:sp>
        <p:nvSpPr>
          <p:cNvPr id="59" name="el-1792653967228-7"/>
          <p:cNvSpPr txBox="1"/>
          <p:nvPr/>
        </p:nvSpPr>
        <p:spPr>
          <a:xfrm>
            <a:off x="8407391" y="4907042"/>
            <a:ext cx="63059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 / 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92653967864-4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3" name="el-1792653967867-42"/>
          <p:cNvSpPr/>
          <p:nvPr/>
        </p:nvSpPr>
        <p:spPr>
          <a:xfrm>
            <a:off x="1357313" y="714375"/>
            <a:ext cx="6429375" cy="3714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2563EB">
                  <a:alpha val="12000"/>
                </a:srgbClr>
              </a:gs>
              <a:gs pos="7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l-1792653967548-1"/>
          <p:cNvSpPr/>
          <p:nvPr/>
        </p:nvSpPr>
        <p:spPr>
          <a:xfrm>
            <a:off x="257175" y="257175"/>
            <a:ext cx="571500" cy="142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" y="100000"/>
                </a:lnTo>
                <a:close/>
              </a:path>
            </a:pathLst>
          </a:custGeom>
          <a:solidFill>
            <a:srgbClr val="2563EB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l-1792653967548-2"/>
          <p:cNvSpPr/>
          <p:nvPr/>
        </p:nvSpPr>
        <p:spPr>
          <a:xfrm>
            <a:off x="257175" y="257175"/>
            <a:ext cx="14288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250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6" name="el-1792653967549-3"/>
          <p:cNvCxnSpPr/>
          <p:nvPr/>
        </p:nvCxnSpPr>
        <p:spPr>
          <a:xfrm>
            <a:off x="357188" y="364331"/>
            <a:ext cx="385763" cy="914"/>
          </a:xfrm>
          <a:prstGeom prst="line">
            <a:avLst/>
          </a:prstGeom>
          <a:ln w="14288" cap="flat">
            <a:solidFill>
              <a:srgbClr val="E8642C">
                <a:alpha val="3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2653967549-4"/>
          <p:cNvCxnSpPr/>
          <p:nvPr/>
        </p:nvCxnSpPr>
        <p:spPr>
          <a:xfrm>
            <a:off x="364331" y="357188"/>
            <a:ext cx="914" cy="385763"/>
          </a:xfrm>
          <a:prstGeom prst="line">
            <a:avLst/>
          </a:prstGeom>
          <a:ln w="14288" cap="flat">
            <a:solidFill>
              <a:srgbClr val="E8642C">
                <a:alpha val="3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92653967549-5"/>
          <p:cNvSpPr/>
          <p:nvPr/>
        </p:nvSpPr>
        <p:spPr>
          <a:xfrm>
            <a:off x="8872538" y="4314825"/>
            <a:ext cx="14288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97500"/>
                </a:lnTo>
                <a:close/>
              </a:path>
            </a:pathLst>
          </a:custGeom>
          <a:solidFill>
            <a:srgbClr val="2563EB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92653967549-6"/>
          <p:cNvSpPr/>
          <p:nvPr/>
        </p:nvSpPr>
        <p:spPr>
          <a:xfrm>
            <a:off x="8315325" y="4872038"/>
            <a:ext cx="571500" cy="142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75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0" name="el-1792653967550-7"/>
          <p:cNvCxnSpPr/>
          <p:nvPr/>
        </p:nvCxnSpPr>
        <p:spPr>
          <a:xfrm>
            <a:off x="8779669" y="4400550"/>
            <a:ext cx="914" cy="385763"/>
          </a:xfrm>
          <a:prstGeom prst="line">
            <a:avLst/>
          </a:prstGeom>
          <a:ln w="14288" cap="flat">
            <a:solidFill>
              <a:srgbClr val="E8642C">
                <a:alpha val="3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92653967550-8"/>
          <p:cNvCxnSpPr/>
          <p:nvPr/>
        </p:nvCxnSpPr>
        <p:spPr>
          <a:xfrm>
            <a:off x="8401050" y="4779169"/>
            <a:ext cx="385763" cy="914"/>
          </a:xfrm>
          <a:prstGeom prst="line">
            <a:avLst/>
          </a:prstGeom>
          <a:ln w="14288" cap="flat">
            <a:solidFill>
              <a:srgbClr val="E8642C">
                <a:alpha val="3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el-1792653967722-37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42900" y="4429125"/>
            <a:ext cx="714375" cy="428625"/>
          </a:xfrm>
          <a:prstGeom prst="rect">
            <a:avLst/>
          </a:prstGeom>
          <a:ln>
            <a:noFill/>
          </a:ln>
        </p:spPr>
      </p:pic>
      <p:sp>
        <p:nvSpPr>
          <p:cNvPr id="13" name="el-1792653967559-15"/>
          <p:cNvSpPr/>
          <p:nvPr/>
        </p:nvSpPr>
        <p:spPr>
          <a:xfrm>
            <a:off x="4286250" y="829389"/>
            <a:ext cx="571500" cy="2143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642C"/>
              </a:gs>
              <a:gs pos="100000">
                <a:srgbClr val="2563EB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2653967554-10"/>
          <p:cNvSpPr/>
          <p:nvPr/>
        </p:nvSpPr>
        <p:spPr>
          <a:xfrm>
            <a:off x="2061865" y="1165146"/>
            <a:ext cx="5020270" cy="460058"/>
          </a:xfrm>
          <a:prstGeom prst="roundRect">
            <a:avLst>
              <a:gd name="adj" fmla="val 16563"/>
            </a:avLst>
          </a:prstGeom>
          <a:solidFill>
            <a:srgbClr val="FFFFFF">
              <a:alpha val="6000"/>
            </a:srgbClr>
          </a:solidFill>
          <a:ln w="7144" algn="in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l-1792653967560-16"/>
          <p:cNvSpPr/>
          <p:nvPr/>
        </p:nvSpPr>
        <p:spPr>
          <a:xfrm>
            <a:off x="642938" y="1982391"/>
            <a:ext cx="1814513" cy="1647349"/>
          </a:xfrm>
          <a:prstGeom prst="roundRect">
            <a:avLst>
              <a:gd name="adj" fmla="val 6938"/>
            </a:avLst>
          </a:prstGeom>
          <a:solidFill>
            <a:srgbClr val="FFFFFF">
              <a:alpha val="5000"/>
            </a:srgbClr>
          </a:solidFill>
          <a:ln w="7144" algn="in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l-1792653967572-28"/>
          <p:cNvSpPr/>
          <p:nvPr/>
        </p:nvSpPr>
        <p:spPr>
          <a:xfrm>
            <a:off x="835819" y="2203847"/>
            <a:ext cx="400050" cy="400050"/>
          </a:xfrm>
          <a:prstGeom prst="ellipse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ang="2700000" scaled="0"/>
          </a:gradFill>
          <a:ln>
            <a:noFill/>
          </a:ln>
          <a:effectLst>
            <a:outerShdw blurRad="142875" dist="42863" dir="5400000" algn="ctr">
              <a:srgbClr val="2563EB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el-1792653967717-36"/>
          <p:cNvSpPr/>
          <p:nvPr/>
        </p:nvSpPr>
        <p:spPr>
          <a:xfrm>
            <a:off x="919758" y="2322612"/>
            <a:ext cx="232172" cy="1625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68118"/>
                </a:moveTo>
                <a:lnTo>
                  <a:pt x="0" y="68118"/>
                </a:lnTo>
                <a:cubicBezTo>
                  <a:pt x="222" y="77216"/>
                  <a:pt x="2444" y="84824"/>
                  <a:pt x="6667" y="90941"/>
                </a:cubicBezTo>
                <a:lnTo>
                  <a:pt x="6667" y="90941"/>
                </a:lnTo>
                <a:lnTo>
                  <a:pt x="6667" y="90941"/>
                </a:lnTo>
                <a:cubicBezTo>
                  <a:pt x="11000" y="96941"/>
                  <a:pt x="16389" y="100078"/>
                  <a:pt x="22833" y="100353"/>
                </a:cubicBezTo>
                <a:lnTo>
                  <a:pt x="22833" y="100353"/>
                </a:lnTo>
                <a:lnTo>
                  <a:pt x="81250" y="100353"/>
                </a:lnTo>
                <a:cubicBezTo>
                  <a:pt x="86972" y="100196"/>
                  <a:pt x="91792" y="97431"/>
                  <a:pt x="95708" y="92059"/>
                </a:cubicBezTo>
                <a:lnTo>
                  <a:pt x="95708" y="92059"/>
                </a:lnTo>
                <a:cubicBezTo>
                  <a:pt x="99514" y="86529"/>
                  <a:pt x="101472" y="79745"/>
                  <a:pt x="101583" y="71706"/>
                </a:cubicBezTo>
                <a:lnTo>
                  <a:pt x="101583" y="71706"/>
                </a:lnTo>
                <a:cubicBezTo>
                  <a:pt x="101472" y="64686"/>
                  <a:pt x="99931" y="58627"/>
                  <a:pt x="96958" y="53529"/>
                </a:cubicBezTo>
                <a:lnTo>
                  <a:pt x="96958" y="53529"/>
                </a:lnTo>
                <a:cubicBezTo>
                  <a:pt x="93903" y="48314"/>
                  <a:pt x="90042" y="45039"/>
                  <a:pt x="85375" y="43706"/>
                </a:cubicBezTo>
                <a:lnTo>
                  <a:pt x="85375" y="43706"/>
                </a:lnTo>
                <a:cubicBezTo>
                  <a:pt x="86014" y="41157"/>
                  <a:pt x="86333" y="38529"/>
                  <a:pt x="86333" y="35824"/>
                </a:cubicBezTo>
                <a:lnTo>
                  <a:pt x="86333" y="35824"/>
                </a:lnTo>
                <a:cubicBezTo>
                  <a:pt x="86222" y="29706"/>
                  <a:pt x="84736" y="24627"/>
                  <a:pt x="81875" y="20588"/>
                </a:cubicBezTo>
                <a:lnTo>
                  <a:pt x="81875" y="20588"/>
                </a:lnTo>
                <a:cubicBezTo>
                  <a:pt x="79014" y="16588"/>
                  <a:pt x="75417" y="14510"/>
                  <a:pt x="71083" y="14353"/>
                </a:cubicBezTo>
                <a:lnTo>
                  <a:pt x="71083" y="14353"/>
                </a:lnTo>
                <a:cubicBezTo>
                  <a:pt x="67917" y="14353"/>
                  <a:pt x="65111" y="15549"/>
                  <a:pt x="62667" y="17941"/>
                </a:cubicBezTo>
                <a:lnTo>
                  <a:pt x="62667" y="17941"/>
                </a:lnTo>
                <a:cubicBezTo>
                  <a:pt x="60361" y="12569"/>
                  <a:pt x="57292" y="8235"/>
                  <a:pt x="53458" y="4941"/>
                </a:cubicBezTo>
                <a:lnTo>
                  <a:pt x="53458" y="4941"/>
                </a:lnTo>
                <a:cubicBezTo>
                  <a:pt x="49653" y="1804"/>
                  <a:pt x="45375" y="157"/>
                  <a:pt x="40625" y="0"/>
                </a:cubicBezTo>
                <a:lnTo>
                  <a:pt x="40625" y="0"/>
                </a:lnTo>
                <a:cubicBezTo>
                  <a:pt x="33431" y="314"/>
                  <a:pt x="27458" y="3824"/>
                  <a:pt x="22708" y="10529"/>
                </a:cubicBezTo>
                <a:lnTo>
                  <a:pt x="22708" y="10529"/>
                </a:lnTo>
                <a:cubicBezTo>
                  <a:pt x="17931" y="17235"/>
                  <a:pt x="15444" y="25667"/>
                  <a:pt x="15250" y="35824"/>
                </a:cubicBezTo>
                <a:lnTo>
                  <a:pt x="15250" y="35824"/>
                </a:lnTo>
                <a:cubicBezTo>
                  <a:pt x="15250" y="36451"/>
                  <a:pt x="15250" y="37059"/>
                  <a:pt x="15250" y="37647"/>
                </a:cubicBezTo>
                <a:lnTo>
                  <a:pt x="15250" y="37647"/>
                </a:lnTo>
                <a:cubicBezTo>
                  <a:pt x="15250" y="37647"/>
                  <a:pt x="15250" y="37647"/>
                  <a:pt x="15250" y="37647"/>
                </a:cubicBezTo>
                <a:lnTo>
                  <a:pt x="15250" y="37647"/>
                </a:lnTo>
                <a:cubicBezTo>
                  <a:pt x="10694" y="40039"/>
                  <a:pt x="7042" y="43922"/>
                  <a:pt x="4292" y="49294"/>
                </a:cubicBezTo>
                <a:lnTo>
                  <a:pt x="4292" y="49294"/>
                </a:lnTo>
                <a:cubicBezTo>
                  <a:pt x="1542" y="54667"/>
                  <a:pt x="111" y="60941"/>
                  <a:pt x="0" y="68118"/>
                </a:cubicBezTo>
                <a:lnTo>
                  <a:pt x="0" y="68118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92653967561-17"/>
          <p:cNvSpPr/>
          <p:nvPr/>
        </p:nvSpPr>
        <p:spPr>
          <a:xfrm>
            <a:off x="2657475" y="1982391"/>
            <a:ext cx="1814513" cy="1647349"/>
          </a:xfrm>
          <a:prstGeom prst="roundRect">
            <a:avLst>
              <a:gd name="adj" fmla="val 6938"/>
            </a:avLst>
          </a:prstGeom>
          <a:solidFill>
            <a:srgbClr val="FFFFFF">
              <a:alpha val="5000"/>
            </a:srgbClr>
          </a:solidFill>
          <a:ln w="7144" algn="in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el-1792653967573-29"/>
          <p:cNvSpPr/>
          <p:nvPr/>
        </p:nvSpPr>
        <p:spPr>
          <a:xfrm>
            <a:off x="2850356" y="2203847"/>
            <a:ext cx="400050" cy="400050"/>
          </a:xfrm>
          <a:prstGeom prst="ellipse">
            <a:avLst/>
          </a:prstGeom>
          <a:gradFill rotWithShape="1">
            <a:gsLst>
              <a:gs pos="0">
                <a:srgbClr val="E8642C"/>
              </a:gs>
              <a:gs pos="100000">
                <a:srgbClr val="D9551B"/>
              </a:gs>
            </a:gsLst>
            <a:lin ang="2700000" scaled="0"/>
          </a:gradFill>
          <a:ln>
            <a:noFill/>
          </a:ln>
          <a:effectLst>
            <a:outerShdw blurRad="142875" dist="42863" dir="5400000" algn="ctr">
              <a:srgbClr val="E8642C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el-1792653967727-38"/>
          <p:cNvSpPr/>
          <p:nvPr/>
        </p:nvSpPr>
        <p:spPr>
          <a:xfrm>
            <a:off x="2957513" y="2311003"/>
            <a:ext cx="185738" cy="1857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4350" y="950"/>
                </a:moveTo>
                <a:lnTo>
                  <a:pt x="44350" y="950"/>
                </a:lnTo>
                <a:cubicBezTo>
                  <a:pt x="47283" y="-317"/>
                  <a:pt x="50267" y="-317"/>
                  <a:pt x="53300" y="950"/>
                </a:cubicBezTo>
                <a:lnTo>
                  <a:pt x="53300" y="950"/>
                </a:lnTo>
                <a:lnTo>
                  <a:pt x="94850" y="20200"/>
                </a:lnTo>
                <a:cubicBezTo>
                  <a:pt x="96483" y="21067"/>
                  <a:pt x="97367" y="22467"/>
                  <a:pt x="97500" y="24400"/>
                </a:cubicBezTo>
                <a:lnTo>
                  <a:pt x="97500" y="24400"/>
                </a:lnTo>
                <a:cubicBezTo>
                  <a:pt x="97367" y="26300"/>
                  <a:pt x="96483" y="27683"/>
                  <a:pt x="94850" y="28550"/>
                </a:cubicBezTo>
                <a:lnTo>
                  <a:pt x="94850" y="28550"/>
                </a:lnTo>
                <a:lnTo>
                  <a:pt x="53150" y="47800"/>
                </a:lnTo>
                <a:cubicBezTo>
                  <a:pt x="50217" y="49067"/>
                  <a:pt x="47233" y="49067"/>
                  <a:pt x="44200" y="47800"/>
                </a:cubicBezTo>
                <a:lnTo>
                  <a:pt x="44200" y="47800"/>
                </a:lnTo>
                <a:lnTo>
                  <a:pt x="2650" y="28550"/>
                </a:lnTo>
                <a:cubicBezTo>
                  <a:pt x="1017" y="27683"/>
                  <a:pt x="133" y="26300"/>
                  <a:pt x="0" y="24400"/>
                </a:cubicBezTo>
                <a:lnTo>
                  <a:pt x="0" y="24400"/>
                </a:lnTo>
                <a:cubicBezTo>
                  <a:pt x="133" y="22467"/>
                  <a:pt x="1017" y="21067"/>
                  <a:pt x="2650" y="20200"/>
                </a:cubicBezTo>
                <a:lnTo>
                  <a:pt x="2650" y="20200"/>
                </a:lnTo>
                <a:lnTo>
                  <a:pt x="44350" y="950"/>
                </a:lnTo>
                <a:moveTo>
                  <a:pt x="84750" y="40000"/>
                </a:moveTo>
                <a:lnTo>
                  <a:pt x="84750" y="40000"/>
                </a:lnTo>
                <a:lnTo>
                  <a:pt x="94850" y="44550"/>
                </a:lnTo>
                <a:cubicBezTo>
                  <a:pt x="96483" y="45450"/>
                  <a:pt x="97367" y="46850"/>
                  <a:pt x="97500" y="48750"/>
                </a:cubicBezTo>
                <a:lnTo>
                  <a:pt x="97500" y="48750"/>
                </a:lnTo>
                <a:cubicBezTo>
                  <a:pt x="97367" y="50650"/>
                  <a:pt x="96483" y="52050"/>
                  <a:pt x="94850" y="52950"/>
                </a:cubicBezTo>
                <a:lnTo>
                  <a:pt x="94850" y="52950"/>
                </a:lnTo>
                <a:lnTo>
                  <a:pt x="53150" y="72150"/>
                </a:lnTo>
                <a:cubicBezTo>
                  <a:pt x="50217" y="73450"/>
                  <a:pt x="47233" y="73450"/>
                  <a:pt x="44200" y="72150"/>
                </a:cubicBezTo>
                <a:lnTo>
                  <a:pt x="44200" y="72150"/>
                </a:lnTo>
                <a:lnTo>
                  <a:pt x="2650" y="52950"/>
                </a:lnTo>
                <a:cubicBezTo>
                  <a:pt x="1017" y="52050"/>
                  <a:pt x="133" y="50650"/>
                  <a:pt x="0" y="48750"/>
                </a:cubicBezTo>
                <a:lnTo>
                  <a:pt x="0" y="48750"/>
                </a:lnTo>
                <a:cubicBezTo>
                  <a:pt x="133" y="46850"/>
                  <a:pt x="1017" y="45450"/>
                  <a:pt x="2650" y="44550"/>
                </a:cubicBezTo>
                <a:lnTo>
                  <a:pt x="2650" y="44550"/>
                </a:lnTo>
                <a:lnTo>
                  <a:pt x="12750" y="40000"/>
                </a:lnTo>
                <a:lnTo>
                  <a:pt x="41700" y="53300"/>
                </a:lnTo>
                <a:cubicBezTo>
                  <a:pt x="46400" y="55333"/>
                  <a:pt x="51100" y="55333"/>
                  <a:pt x="55800" y="53300"/>
                </a:cubicBezTo>
                <a:lnTo>
                  <a:pt x="55800" y="53300"/>
                </a:lnTo>
                <a:lnTo>
                  <a:pt x="84750" y="40000"/>
                </a:lnTo>
                <a:moveTo>
                  <a:pt x="55800" y="77700"/>
                </a:moveTo>
                <a:lnTo>
                  <a:pt x="55800" y="77700"/>
                </a:lnTo>
                <a:lnTo>
                  <a:pt x="84750" y="64350"/>
                </a:lnTo>
                <a:lnTo>
                  <a:pt x="94850" y="68950"/>
                </a:lnTo>
                <a:cubicBezTo>
                  <a:pt x="96483" y="69817"/>
                  <a:pt x="97367" y="71217"/>
                  <a:pt x="97500" y="73150"/>
                </a:cubicBezTo>
                <a:lnTo>
                  <a:pt x="97500" y="73150"/>
                </a:lnTo>
                <a:cubicBezTo>
                  <a:pt x="97367" y="75050"/>
                  <a:pt x="96483" y="76433"/>
                  <a:pt x="94850" y="77300"/>
                </a:cubicBezTo>
                <a:lnTo>
                  <a:pt x="94850" y="77300"/>
                </a:lnTo>
                <a:lnTo>
                  <a:pt x="53150" y="96550"/>
                </a:lnTo>
                <a:cubicBezTo>
                  <a:pt x="50217" y="97817"/>
                  <a:pt x="47233" y="97817"/>
                  <a:pt x="44200" y="96550"/>
                </a:cubicBezTo>
                <a:lnTo>
                  <a:pt x="44200" y="96550"/>
                </a:lnTo>
                <a:lnTo>
                  <a:pt x="2650" y="77300"/>
                </a:lnTo>
                <a:cubicBezTo>
                  <a:pt x="1017" y="76433"/>
                  <a:pt x="133" y="75050"/>
                  <a:pt x="0" y="73150"/>
                </a:cubicBezTo>
                <a:lnTo>
                  <a:pt x="0" y="73150"/>
                </a:lnTo>
                <a:cubicBezTo>
                  <a:pt x="133" y="71217"/>
                  <a:pt x="1017" y="69817"/>
                  <a:pt x="2650" y="68950"/>
                </a:cubicBezTo>
                <a:lnTo>
                  <a:pt x="2650" y="68950"/>
                </a:lnTo>
                <a:lnTo>
                  <a:pt x="12750" y="64350"/>
                </a:lnTo>
                <a:lnTo>
                  <a:pt x="41700" y="77700"/>
                </a:lnTo>
                <a:cubicBezTo>
                  <a:pt x="46400" y="79733"/>
                  <a:pt x="51100" y="79733"/>
                  <a:pt x="55800" y="77700"/>
                </a:cubicBezTo>
                <a:lnTo>
                  <a:pt x="55800" y="777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2653967562-18"/>
          <p:cNvSpPr/>
          <p:nvPr/>
        </p:nvSpPr>
        <p:spPr>
          <a:xfrm>
            <a:off x="4672013" y="1982391"/>
            <a:ext cx="1814513" cy="1647349"/>
          </a:xfrm>
          <a:prstGeom prst="roundRect">
            <a:avLst>
              <a:gd name="adj" fmla="val 6938"/>
            </a:avLst>
          </a:prstGeom>
          <a:solidFill>
            <a:srgbClr val="FFFFFF">
              <a:alpha val="5000"/>
            </a:srgbClr>
          </a:solidFill>
          <a:ln w="7144" algn="in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el-1792653967574-30"/>
          <p:cNvSpPr/>
          <p:nvPr/>
        </p:nvSpPr>
        <p:spPr>
          <a:xfrm>
            <a:off x="4864894" y="2203847"/>
            <a:ext cx="400050" cy="400050"/>
          </a:xfrm>
          <a:prstGeom prst="ellipse">
            <a:avLst/>
          </a:prstGeom>
          <a:gradFill rotWithShape="1">
            <a:gsLst>
              <a:gs pos="0">
                <a:srgbClr val="0EA5E9"/>
              </a:gs>
              <a:gs pos="100000">
                <a:srgbClr val="0284C7"/>
              </a:gs>
            </a:gsLst>
            <a:lin ang="2700000" scaled="0"/>
          </a:gradFill>
          <a:ln>
            <a:noFill/>
          </a:ln>
          <a:effectLst>
            <a:outerShdw blurRad="142875" dist="42863" dir="5400000" algn="ctr">
              <a:srgbClr val="0EA5E9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el-1792653967728-39"/>
          <p:cNvSpPr/>
          <p:nvPr/>
        </p:nvSpPr>
        <p:spPr>
          <a:xfrm>
            <a:off x="4983659" y="2311094"/>
            <a:ext cx="162520" cy="18555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9059" y="105"/>
                </a:moveTo>
                <a:lnTo>
                  <a:pt x="49059" y="105"/>
                </a:lnTo>
                <a:cubicBezTo>
                  <a:pt x="49804" y="-35"/>
                  <a:pt x="50549" y="-35"/>
                  <a:pt x="51294" y="105"/>
                </a:cubicBezTo>
                <a:lnTo>
                  <a:pt x="51294" y="105"/>
                </a:lnTo>
                <a:lnTo>
                  <a:pt x="96118" y="8105"/>
                </a:lnTo>
                <a:cubicBezTo>
                  <a:pt x="98784" y="8632"/>
                  <a:pt x="100196" y="10175"/>
                  <a:pt x="100353" y="12737"/>
                </a:cubicBezTo>
                <a:lnTo>
                  <a:pt x="100353" y="12737"/>
                </a:lnTo>
                <a:cubicBezTo>
                  <a:pt x="100196" y="15263"/>
                  <a:pt x="98784" y="16860"/>
                  <a:pt x="96118" y="17526"/>
                </a:cubicBezTo>
                <a:lnTo>
                  <a:pt x="96118" y="17526"/>
                </a:lnTo>
                <a:lnTo>
                  <a:pt x="78882" y="20526"/>
                </a:lnTo>
                <a:lnTo>
                  <a:pt x="78882" y="31947"/>
                </a:lnTo>
                <a:cubicBezTo>
                  <a:pt x="78725" y="39175"/>
                  <a:pt x="75961" y="45263"/>
                  <a:pt x="70588" y="50211"/>
                </a:cubicBezTo>
                <a:lnTo>
                  <a:pt x="70588" y="50211"/>
                </a:lnTo>
                <a:cubicBezTo>
                  <a:pt x="65059" y="55018"/>
                  <a:pt x="58255" y="57491"/>
                  <a:pt x="50176" y="57632"/>
                </a:cubicBezTo>
                <a:lnTo>
                  <a:pt x="50176" y="57632"/>
                </a:lnTo>
                <a:cubicBezTo>
                  <a:pt x="42098" y="57491"/>
                  <a:pt x="35314" y="55018"/>
                  <a:pt x="29824" y="50211"/>
                </a:cubicBezTo>
                <a:lnTo>
                  <a:pt x="29824" y="50211"/>
                </a:lnTo>
                <a:cubicBezTo>
                  <a:pt x="24412" y="45263"/>
                  <a:pt x="21647" y="39175"/>
                  <a:pt x="21529" y="31947"/>
                </a:cubicBezTo>
                <a:lnTo>
                  <a:pt x="21529" y="31947"/>
                </a:lnTo>
                <a:lnTo>
                  <a:pt x="21529" y="20526"/>
                </a:lnTo>
                <a:lnTo>
                  <a:pt x="10765" y="18526"/>
                </a:lnTo>
                <a:lnTo>
                  <a:pt x="10765" y="31579"/>
                </a:lnTo>
                <a:lnTo>
                  <a:pt x="14353" y="47421"/>
                </a:lnTo>
                <a:cubicBezTo>
                  <a:pt x="14510" y="48333"/>
                  <a:pt x="14216" y="49193"/>
                  <a:pt x="13471" y="50000"/>
                </a:cubicBezTo>
                <a:lnTo>
                  <a:pt x="13471" y="50000"/>
                </a:lnTo>
                <a:cubicBezTo>
                  <a:pt x="12843" y="50807"/>
                  <a:pt x="11941" y="51211"/>
                  <a:pt x="10765" y="51211"/>
                </a:cubicBezTo>
                <a:lnTo>
                  <a:pt x="10765" y="51211"/>
                </a:lnTo>
                <a:lnTo>
                  <a:pt x="3588" y="51211"/>
                </a:lnTo>
                <a:cubicBezTo>
                  <a:pt x="2529" y="51211"/>
                  <a:pt x="1627" y="50807"/>
                  <a:pt x="882" y="50000"/>
                </a:cubicBezTo>
                <a:lnTo>
                  <a:pt x="882" y="50000"/>
                </a:lnTo>
                <a:cubicBezTo>
                  <a:pt x="137" y="49193"/>
                  <a:pt x="-157" y="48333"/>
                  <a:pt x="0" y="47421"/>
                </a:cubicBezTo>
                <a:lnTo>
                  <a:pt x="0" y="47421"/>
                </a:lnTo>
                <a:lnTo>
                  <a:pt x="3588" y="31579"/>
                </a:lnTo>
                <a:lnTo>
                  <a:pt x="3588" y="17316"/>
                </a:lnTo>
                <a:cubicBezTo>
                  <a:pt x="1353" y="16544"/>
                  <a:pt x="157" y="15018"/>
                  <a:pt x="0" y="12737"/>
                </a:cubicBezTo>
                <a:lnTo>
                  <a:pt x="0" y="12737"/>
                </a:lnTo>
                <a:cubicBezTo>
                  <a:pt x="157" y="10175"/>
                  <a:pt x="1569" y="8632"/>
                  <a:pt x="4235" y="8105"/>
                </a:cubicBezTo>
                <a:lnTo>
                  <a:pt x="4235" y="8105"/>
                </a:lnTo>
                <a:lnTo>
                  <a:pt x="49059" y="105"/>
                </a:lnTo>
                <a:moveTo>
                  <a:pt x="25118" y="65632"/>
                </a:moveTo>
                <a:lnTo>
                  <a:pt x="25118" y="65632"/>
                </a:lnTo>
                <a:cubicBezTo>
                  <a:pt x="27627" y="64965"/>
                  <a:pt x="29784" y="65509"/>
                  <a:pt x="31588" y="67263"/>
                </a:cubicBezTo>
                <a:lnTo>
                  <a:pt x="31588" y="67263"/>
                </a:lnTo>
                <a:lnTo>
                  <a:pt x="47471" y="82474"/>
                </a:lnTo>
                <a:cubicBezTo>
                  <a:pt x="49275" y="83807"/>
                  <a:pt x="51078" y="83807"/>
                  <a:pt x="52882" y="82474"/>
                </a:cubicBezTo>
                <a:lnTo>
                  <a:pt x="52882" y="82474"/>
                </a:lnTo>
                <a:lnTo>
                  <a:pt x="68765" y="67263"/>
                </a:lnTo>
                <a:cubicBezTo>
                  <a:pt x="70569" y="65509"/>
                  <a:pt x="72745" y="64965"/>
                  <a:pt x="75294" y="65632"/>
                </a:cubicBezTo>
                <a:lnTo>
                  <a:pt x="75294" y="65632"/>
                </a:lnTo>
                <a:cubicBezTo>
                  <a:pt x="82745" y="67772"/>
                  <a:pt x="88706" y="71579"/>
                  <a:pt x="93176" y="77053"/>
                </a:cubicBezTo>
                <a:lnTo>
                  <a:pt x="93176" y="77053"/>
                </a:lnTo>
                <a:cubicBezTo>
                  <a:pt x="97804" y="82561"/>
                  <a:pt x="100196" y="88982"/>
                  <a:pt x="100353" y="96316"/>
                </a:cubicBezTo>
                <a:lnTo>
                  <a:pt x="100353" y="96316"/>
                </a:lnTo>
                <a:cubicBezTo>
                  <a:pt x="100353" y="98070"/>
                  <a:pt x="99686" y="99544"/>
                  <a:pt x="98353" y="100737"/>
                </a:cubicBezTo>
                <a:lnTo>
                  <a:pt x="98353" y="100737"/>
                </a:lnTo>
                <a:cubicBezTo>
                  <a:pt x="97020" y="101930"/>
                  <a:pt x="95373" y="102526"/>
                  <a:pt x="93412" y="102526"/>
                </a:cubicBezTo>
                <a:lnTo>
                  <a:pt x="93412" y="102526"/>
                </a:lnTo>
                <a:lnTo>
                  <a:pt x="6941" y="102526"/>
                </a:lnTo>
                <a:cubicBezTo>
                  <a:pt x="5020" y="102526"/>
                  <a:pt x="3373" y="101930"/>
                  <a:pt x="2000" y="100737"/>
                </a:cubicBezTo>
                <a:lnTo>
                  <a:pt x="2000" y="100737"/>
                </a:lnTo>
                <a:cubicBezTo>
                  <a:pt x="667" y="99544"/>
                  <a:pt x="0" y="98070"/>
                  <a:pt x="0" y="96316"/>
                </a:cubicBezTo>
                <a:lnTo>
                  <a:pt x="0" y="96316"/>
                </a:lnTo>
                <a:cubicBezTo>
                  <a:pt x="157" y="88982"/>
                  <a:pt x="2549" y="82561"/>
                  <a:pt x="7176" y="77053"/>
                </a:cubicBezTo>
                <a:lnTo>
                  <a:pt x="7176" y="77053"/>
                </a:lnTo>
                <a:cubicBezTo>
                  <a:pt x="11647" y="71579"/>
                  <a:pt x="17627" y="67772"/>
                  <a:pt x="25118" y="65632"/>
                </a:cubicBezTo>
                <a:lnTo>
                  <a:pt x="25118" y="6563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92653967563-19"/>
          <p:cNvSpPr/>
          <p:nvPr/>
        </p:nvSpPr>
        <p:spPr>
          <a:xfrm>
            <a:off x="6686550" y="1982391"/>
            <a:ext cx="1814513" cy="1647349"/>
          </a:xfrm>
          <a:prstGeom prst="roundRect">
            <a:avLst>
              <a:gd name="adj" fmla="val 6938"/>
            </a:avLst>
          </a:prstGeom>
          <a:solidFill>
            <a:srgbClr val="FFFFFF">
              <a:alpha val="5000"/>
            </a:srgbClr>
          </a:solidFill>
          <a:ln w="7144" algn="in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el-1792653967575-31"/>
          <p:cNvSpPr/>
          <p:nvPr/>
        </p:nvSpPr>
        <p:spPr>
          <a:xfrm>
            <a:off x="6879431" y="2203847"/>
            <a:ext cx="400050" cy="40005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>
            <a:outerShdw blurRad="142875" dist="42863" dir="5400000" algn="ctr">
              <a:srgbClr val="8B5CF6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el-1792653967731-40"/>
          <p:cNvSpPr/>
          <p:nvPr/>
        </p:nvSpPr>
        <p:spPr>
          <a:xfrm>
            <a:off x="6998196" y="2322612"/>
            <a:ext cx="162520" cy="1625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8882" y="43000"/>
                </a:moveTo>
                <a:lnTo>
                  <a:pt x="78882" y="43000"/>
                </a:lnTo>
                <a:cubicBezTo>
                  <a:pt x="85000" y="42843"/>
                  <a:pt x="90078" y="40765"/>
                  <a:pt x="94118" y="36765"/>
                </a:cubicBezTo>
                <a:lnTo>
                  <a:pt x="94118" y="36765"/>
                </a:lnTo>
                <a:lnTo>
                  <a:pt x="94118" y="36765"/>
                </a:lnTo>
                <a:cubicBezTo>
                  <a:pt x="98118" y="32725"/>
                  <a:pt x="100196" y="27647"/>
                  <a:pt x="100353" y="21529"/>
                </a:cubicBezTo>
                <a:lnTo>
                  <a:pt x="100353" y="21529"/>
                </a:lnTo>
                <a:cubicBezTo>
                  <a:pt x="100196" y="15373"/>
                  <a:pt x="98118" y="10294"/>
                  <a:pt x="94118" y="6294"/>
                </a:cubicBezTo>
                <a:lnTo>
                  <a:pt x="94118" y="6294"/>
                </a:lnTo>
                <a:cubicBezTo>
                  <a:pt x="90078" y="2255"/>
                  <a:pt x="85000" y="157"/>
                  <a:pt x="78882" y="0"/>
                </a:cubicBezTo>
                <a:lnTo>
                  <a:pt x="78882" y="0"/>
                </a:lnTo>
                <a:cubicBezTo>
                  <a:pt x="72725" y="157"/>
                  <a:pt x="67647" y="2255"/>
                  <a:pt x="63647" y="6294"/>
                </a:cubicBezTo>
                <a:lnTo>
                  <a:pt x="63647" y="6294"/>
                </a:lnTo>
                <a:cubicBezTo>
                  <a:pt x="59608" y="10294"/>
                  <a:pt x="57510" y="15373"/>
                  <a:pt x="57353" y="21529"/>
                </a:cubicBezTo>
                <a:lnTo>
                  <a:pt x="57353" y="21529"/>
                </a:lnTo>
                <a:cubicBezTo>
                  <a:pt x="57353" y="22392"/>
                  <a:pt x="57431" y="23275"/>
                  <a:pt x="57588" y="24176"/>
                </a:cubicBezTo>
                <a:lnTo>
                  <a:pt x="57588" y="24176"/>
                </a:lnTo>
                <a:lnTo>
                  <a:pt x="36529" y="34706"/>
                </a:lnTo>
                <a:cubicBezTo>
                  <a:pt x="32490" y="30824"/>
                  <a:pt x="27490" y="28824"/>
                  <a:pt x="21529" y="28706"/>
                </a:cubicBezTo>
                <a:lnTo>
                  <a:pt x="21529" y="28706"/>
                </a:lnTo>
                <a:cubicBezTo>
                  <a:pt x="15373" y="28824"/>
                  <a:pt x="10294" y="30902"/>
                  <a:pt x="6294" y="34941"/>
                </a:cubicBezTo>
                <a:lnTo>
                  <a:pt x="6294" y="34941"/>
                </a:lnTo>
                <a:cubicBezTo>
                  <a:pt x="2255" y="38980"/>
                  <a:pt x="157" y="44059"/>
                  <a:pt x="0" y="50176"/>
                </a:cubicBezTo>
                <a:lnTo>
                  <a:pt x="0" y="50176"/>
                </a:lnTo>
                <a:cubicBezTo>
                  <a:pt x="157" y="56294"/>
                  <a:pt x="2255" y="61373"/>
                  <a:pt x="6294" y="65412"/>
                </a:cubicBezTo>
                <a:lnTo>
                  <a:pt x="6294" y="65412"/>
                </a:lnTo>
                <a:cubicBezTo>
                  <a:pt x="10294" y="69451"/>
                  <a:pt x="15373" y="71549"/>
                  <a:pt x="21529" y="71706"/>
                </a:cubicBezTo>
                <a:lnTo>
                  <a:pt x="21529" y="71706"/>
                </a:lnTo>
                <a:cubicBezTo>
                  <a:pt x="27490" y="71549"/>
                  <a:pt x="32490" y="69529"/>
                  <a:pt x="36529" y="65647"/>
                </a:cubicBezTo>
                <a:lnTo>
                  <a:pt x="36529" y="65647"/>
                </a:lnTo>
                <a:lnTo>
                  <a:pt x="57588" y="76176"/>
                </a:lnTo>
                <a:cubicBezTo>
                  <a:pt x="57431" y="77078"/>
                  <a:pt x="57353" y="77980"/>
                  <a:pt x="57353" y="78882"/>
                </a:cubicBezTo>
                <a:lnTo>
                  <a:pt x="57353" y="78882"/>
                </a:lnTo>
                <a:cubicBezTo>
                  <a:pt x="57510" y="85000"/>
                  <a:pt x="59608" y="90078"/>
                  <a:pt x="63647" y="94118"/>
                </a:cubicBezTo>
                <a:lnTo>
                  <a:pt x="63647" y="94118"/>
                </a:lnTo>
                <a:cubicBezTo>
                  <a:pt x="67647" y="98118"/>
                  <a:pt x="72725" y="100196"/>
                  <a:pt x="78882" y="100353"/>
                </a:cubicBezTo>
                <a:lnTo>
                  <a:pt x="78882" y="100353"/>
                </a:lnTo>
                <a:cubicBezTo>
                  <a:pt x="85000" y="100196"/>
                  <a:pt x="90078" y="98118"/>
                  <a:pt x="94118" y="94118"/>
                </a:cubicBezTo>
                <a:lnTo>
                  <a:pt x="94118" y="94118"/>
                </a:lnTo>
                <a:cubicBezTo>
                  <a:pt x="98118" y="90078"/>
                  <a:pt x="100196" y="85000"/>
                  <a:pt x="100353" y="78882"/>
                </a:cubicBezTo>
                <a:lnTo>
                  <a:pt x="100353" y="78882"/>
                </a:lnTo>
                <a:cubicBezTo>
                  <a:pt x="100196" y="72725"/>
                  <a:pt x="98118" y="67647"/>
                  <a:pt x="94118" y="63647"/>
                </a:cubicBezTo>
                <a:lnTo>
                  <a:pt x="94118" y="63647"/>
                </a:lnTo>
                <a:cubicBezTo>
                  <a:pt x="90078" y="59608"/>
                  <a:pt x="85000" y="57510"/>
                  <a:pt x="78882" y="57353"/>
                </a:cubicBezTo>
                <a:lnTo>
                  <a:pt x="78882" y="57353"/>
                </a:lnTo>
                <a:cubicBezTo>
                  <a:pt x="72882" y="57510"/>
                  <a:pt x="67863" y="59529"/>
                  <a:pt x="63824" y="63412"/>
                </a:cubicBezTo>
                <a:lnTo>
                  <a:pt x="63824" y="63412"/>
                </a:lnTo>
                <a:lnTo>
                  <a:pt x="42765" y="52882"/>
                </a:lnTo>
                <a:cubicBezTo>
                  <a:pt x="42922" y="51980"/>
                  <a:pt x="43000" y="51078"/>
                  <a:pt x="43000" y="50176"/>
                </a:cubicBezTo>
                <a:lnTo>
                  <a:pt x="43000" y="50176"/>
                </a:lnTo>
                <a:cubicBezTo>
                  <a:pt x="43000" y="49275"/>
                  <a:pt x="42922" y="48373"/>
                  <a:pt x="42765" y="47471"/>
                </a:cubicBezTo>
                <a:lnTo>
                  <a:pt x="42765" y="47471"/>
                </a:lnTo>
                <a:lnTo>
                  <a:pt x="63824" y="36941"/>
                </a:lnTo>
                <a:cubicBezTo>
                  <a:pt x="67863" y="40824"/>
                  <a:pt x="72882" y="42843"/>
                  <a:pt x="78882" y="43000"/>
                </a:cubicBezTo>
                <a:lnTo>
                  <a:pt x="78882" y="430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7" name="el-1792653967555-11"/>
          <p:cNvCxnSpPr/>
          <p:nvPr/>
        </p:nvCxnSpPr>
        <p:spPr>
          <a:xfrm>
            <a:off x="642938" y="4133374"/>
            <a:ext cx="7858125" cy="914"/>
          </a:xfrm>
          <a:prstGeom prst="line">
            <a:avLst/>
          </a:prstGeom>
          <a:ln w="7144" cap="flat">
            <a:solidFill>
              <a:srgbClr val="FFFFFF">
                <a:alpha val="12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-1792653967556-12"/>
          <p:cNvSpPr txBox="1"/>
          <p:nvPr/>
        </p:nvSpPr>
        <p:spPr>
          <a:xfrm>
            <a:off x="3679031" y="329327"/>
            <a:ext cx="2015966" cy="371475"/>
          </a:xfrm>
          <a:prstGeom prst="rect">
            <a:avLst/>
          </a:prstGeom>
          <a:noFill/>
          <a:ln>
            <a:noFill/>
          </a:ln>
          <a:effectLst>
            <a:outerShdw blurRad="214313" dist="28575" dir="5400000" algn="ctr">
              <a:srgbClr val="000000">
                <a:alpha val="60000"/>
              </a:srgbClr>
            </a:outerShdw>
          </a:effectLst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580" b="1" spc="225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总结与展望</a:t>
            </a:r>
            <a:endParaRPr/>
          </a:p>
        </p:txBody>
      </p:sp>
      <p:sp>
        <p:nvSpPr>
          <p:cNvPr id="29" name="el-1792653967552-9"/>
          <p:cNvSpPr txBox="1"/>
          <p:nvPr/>
        </p:nvSpPr>
        <p:spPr>
          <a:xfrm>
            <a:off x="2354759" y="1272302"/>
            <a:ext cx="5689497" cy="2457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 spc="56" dirty="0">
                <a:solidFill>
                  <a:srgbClr val="E8642C"/>
                </a:solidFill>
                <a:latin typeface="Microsoft YaHei"/>
                <a:ea typeface="Microsoft YaHei"/>
                <a:cs typeface="Microsoft YaHei"/>
              </a:rPr>
              <a:t>AI + GeoGebra</a:t>
            </a:r>
            <a:r>
              <a:rPr sz="1460" spc="56" dirty="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60" spc="56" dirty="0" err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  <a:cs typeface="Microsoft YaHei"/>
              </a:rPr>
              <a:t>降低数学建模门槛，提升课堂效率</a:t>
            </a:r>
            <a:endParaRPr dirty="0"/>
          </a:p>
        </p:txBody>
      </p:sp>
      <p:sp>
        <p:nvSpPr>
          <p:cNvPr id="30" name="el-1792653967567-20"/>
          <p:cNvSpPr txBox="1"/>
          <p:nvPr/>
        </p:nvSpPr>
        <p:spPr>
          <a:xfrm>
            <a:off x="835819" y="2718197"/>
            <a:ext cx="179022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 dirty="0" err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大模型</a:t>
            </a:r>
            <a:r>
              <a:rPr sz="1230" b="1" spc="28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 API </a:t>
            </a:r>
            <a:r>
              <a:rPr sz="1230" b="1" spc="28" dirty="0" err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接入</a:t>
            </a:r>
            <a:endParaRPr dirty="0"/>
          </a:p>
        </p:txBody>
      </p:sp>
      <p:sp>
        <p:nvSpPr>
          <p:cNvPr id="31" name="el-1792653967568-21"/>
          <p:cNvSpPr txBox="1"/>
          <p:nvPr/>
        </p:nvSpPr>
        <p:spPr>
          <a:xfrm>
            <a:off x="835819" y="3015377"/>
            <a:ext cx="1428750" cy="407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sz="1060" dirty="0" err="1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rPr>
              <a:t>网页端一键生成，无需复制粘贴</a:t>
            </a:r>
            <a:endParaRPr dirty="0"/>
          </a:p>
        </p:txBody>
      </p:sp>
      <p:sp>
        <p:nvSpPr>
          <p:cNvPr id="32" name="el-1792653967569-22"/>
          <p:cNvSpPr txBox="1"/>
          <p:nvPr/>
        </p:nvSpPr>
        <p:spPr>
          <a:xfrm>
            <a:off x="2850356" y="2718197"/>
            <a:ext cx="15387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 dirty="0" err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校本题目库沉淀</a:t>
            </a:r>
            <a:endParaRPr dirty="0"/>
          </a:p>
        </p:txBody>
      </p:sp>
      <p:sp>
        <p:nvSpPr>
          <p:cNvPr id="33" name="el-1792653967569-23"/>
          <p:cNvSpPr txBox="1"/>
          <p:nvPr/>
        </p:nvSpPr>
        <p:spPr>
          <a:xfrm>
            <a:off x="2850356" y="3015377"/>
            <a:ext cx="1428750" cy="407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sz="106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rPr>
              <a:t>积累优质建模案例，形成校本资源</a:t>
            </a:r>
            <a:endParaRPr/>
          </a:p>
        </p:txBody>
      </p:sp>
      <p:sp>
        <p:nvSpPr>
          <p:cNvPr id="34" name="el-1792653967569-24"/>
          <p:cNvSpPr txBox="1"/>
          <p:nvPr/>
        </p:nvSpPr>
        <p:spPr>
          <a:xfrm>
            <a:off x="4864894" y="2718197"/>
            <a:ext cx="15387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 dirty="0" err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学生端引导式交互</a:t>
            </a:r>
            <a:endParaRPr dirty="0"/>
          </a:p>
        </p:txBody>
      </p:sp>
      <p:sp>
        <p:nvSpPr>
          <p:cNvPr id="35" name="el-1792653967569-25"/>
          <p:cNvSpPr txBox="1"/>
          <p:nvPr/>
        </p:nvSpPr>
        <p:spPr>
          <a:xfrm>
            <a:off x="4864894" y="3015377"/>
            <a:ext cx="1428750" cy="407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sz="1060" dirty="0" err="1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rPr>
              <a:t>支持学生自主探索，降低操作门槛</a:t>
            </a:r>
            <a:endParaRPr dirty="0"/>
          </a:p>
        </p:txBody>
      </p:sp>
      <p:sp>
        <p:nvSpPr>
          <p:cNvPr id="36" name="el-1792653967570-26"/>
          <p:cNvSpPr txBox="1"/>
          <p:nvPr/>
        </p:nvSpPr>
        <p:spPr>
          <a:xfrm>
            <a:off x="6879431" y="2718197"/>
            <a:ext cx="153876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28" dirty="0" err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云端同步与分享</a:t>
            </a:r>
            <a:endParaRPr dirty="0"/>
          </a:p>
        </p:txBody>
      </p:sp>
      <p:sp>
        <p:nvSpPr>
          <p:cNvPr id="37" name="el-1792653967570-27"/>
          <p:cNvSpPr txBox="1"/>
          <p:nvPr/>
        </p:nvSpPr>
        <p:spPr>
          <a:xfrm>
            <a:off x="6879431" y="3015377"/>
            <a:ext cx="1428750" cy="407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90"/>
              </a:lnSpc>
            </a:pPr>
            <a:r>
              <a:rPr sz="1060" dirty="0" err="1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rPr>
              <a:t>跨设备协作，成果便捷分享</a:t>
            </a:r>
            <a:endParaRPr dirty="0"/>
          </a:p>
        </p:txBody>
      </p:sp>
      <p:sp>
        <p:nvSpPr>
          <p:cNvPr id="38" name="el-1792653967557-13"/>
          <p:cNvSpPr txBox="1"/>
          <p:nvPr/>
        </p:nvSpPr>
        <p:spPr>
          <a:xfrm>
            <a:off x="3336131" y="4336971"/>
            <a:ext cx="2803779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338" dirty="0" err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谢谢聆听</a:t>
            </a:r>
            <a:r>
              <a:rPr sz="1570" b="1" spc="338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 · </a:t>
            </a:r>
            <a:r>
              <a:rPr sz="1570" b="1" spc="338" dirty="0" err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欢迎指导</a:t>
            </a:r>
            <a:endParaRPr dirty="0"/>
          </a:p>
        </p:txBody>
      </p:sp>
      <p:sp>
        <p:nvSpPr>
          <p:cNvPr id="39" name="el-1792653967557-14"/>
          <p:cNvSpPr txBox="1"/>
          <p:nvPr/>
        </p:nvSpPr>
        <p:spPr>
          <a:xfrm>
            <a:off x="2668994" y="4665583"/>
            <a:ext cx="5605004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113" dirty="0">
                <a:solidFill>
                  <a:srgbClr val="FFFFFF">
                    <a:alpha val="45000"/>
                  </a:srgbClr>
                </a:solidFill>
                <a:latin typeface="Microsoft YaHei"/>
                <a:ea typeface="Microsoft YaHei"/>
                <a:cs typeface="Microsoft YaHei"/>
              </a:rPr>
              <a:t>THANKS FOR WATCHING · YOUR FEEDBACK IS VALUABLE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614</Words>
  <Application>Microsoft Office PowerPoint</Application>
  <PresentationFormat>全屏显示(16:9)</PresentationFormat>
  <Paragraphs>221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SimHei</vt:lpstr>
      <vt:lpstr>Microsoft YaHei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Wang qin523</cp:lastModifiedBy>
  <cp:revision>5</cp:revision>
  <dcterms:created xsi:type="dcterms:W3CDTF">2026-10-22T07:26:08Z</dcterms:created>
  <dcterms:modified xsi:type="dcterms:W3CDTF">2026-10-22T22:12:09Z</dcterms:modified>
</cp:coreProperties>
</file>